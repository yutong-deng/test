
<file path=[Content_Types].xml><?xml version="1.0" encoding="utf-8"?>
<Types xmlns="http://schemas.openxmlformats.org/package/2006/content-types">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png" ContentType="image/png"/>
  <Default Extension="emf" ContentType="image/x-emf"/>
  <Default Extension="jpeg" ContentType="image/jpeg"/>
  <Default Extension="JPG" ContentType="image/.jpg"/>
  <Default Extension="gif" ContentType="image/gi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drawings/drawing1.xml" ContentType="application/vnd.openxmlformats-officedocument.drawingml.chartshapes+xml"/>
  <Override PartName="/ppt/handoutMasters/handoutMaster1.xml" ContentType="application/vnd.openxmlformats-officedocument.presentationml.handoutMaster+xml"/>
  <Override PartName="/ppt/media/image17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3"/>
  </p:sldMasterIdLst>
  <p:notesMasterIdLst>
    <p:notesMasterId r:id="rId5"/>
  </p:notesMasterIdLst>
  <p:handoutMasterIdLst>
    <p:handoutMasterId r:id="rId89"/>
  </p:handoutMasterIdLst>
  <p:sldIdLst>
    <p:sldId id="389" r:id="rId4"/>
    <p:sldId id="6180" r:id="rId6"/>
    <p:sldId id="1982" r:id="rId7"/>
    <p:sldId id="2119" r:id="rId8"/>
    <p:sldId id="1912" r:id="rId9"/>
    <p:sldId id="1914" r:id="rId10"/>
    <p:sldId id="6181" r:id="rId11"/>
    <p:sldId id="2503" r:id="rId12"/>
    <p:sldId id="2504" r:id="rId13"/>
    <p:sldId id="2505" r:id="rId14"/>
    <p:sldId id="6183" r:id="rId15"/>
    <p:sldId id="2512" r:id="rId16"/>
    <p:sldId id="2173" r:id="rId17"/>
    <p:sldId id="6173" r:id="rId18"/>
    <p:sldId id="6103" r:id="rId19"/>
    <p:sldId id="6104" r:id="rId20"/>
    <p:sldId id="6176" r:id="rId21"/>
    <p:sldId id="6178" r:id="rId22"/>
    <p:sldId id="6105" r:id="rId23"/>
    <p:sldId id="6092" r:id="rId24"/>
    <p:sldId id="6087" r:id="rId25"/>
    <p:sldId id="6899" r:id="rId26"/>
    <p:sldId id="6177" r:id="rId27"/>
    <p:sldId id="6083" r:id="rId28"/>
    <p:sldId id="6162" r:id="rId29"/>
    <p:sldId id="6093" r:id="rId30"/>
    <p:sldId id="6094" r:id="rId31"/>
    <p:sldId id="6896" r:id="rId32"/>
    <p:sldId id="6900" r:id="rId33"/>
    <p:sldId id="6901" r:id="rId34"/>
    <p:sldId id="6902" r:id="rId35"/>
    <p:sldId id="6903" r:id="rId36"/>
    <p:sldId id="6904" r:id="rId37"/>
    <p:sldId id="6905" r:id="rId38"/>
    <p:sldId id="6906" r:id="rId39"/>
    <p:sldId id="6273" r:id="rId40"/>
    <p:sldId id="6274" r:id="rId41"/>
    <p:sldId id="6331" r:id="rId42"/>
    <p:sldId id="6909" r:id="rId43"/>
    <p:sldId id="6910" r:id="rId44"/>
    <p:sldId id="6911" r:id="rId45"/>
    <p:sldId id="6912" r:id="rId46"/>
    <p:sldId id="6897" r:id="rId47"/>
    <p:sldId id="6913" r:id="rId48"/>
    <p:sldId id="6914" r:id="rId49"/>
    <p:sldId id="6915" r:id="rId50"/>
    <p:sldId id="6916" r:id="rId51"/>
    <p:sldId id="6917" r:id="rId52"/>
    <p:sldId id="6918" r:id="rId53"/>
    <p:sldId id="6919" r:id="rId54"/>
    <p:sldId id="6920" r:id="rId55"/>
    <p:sldId id="6921" r:id="rId56"/>
    <p:sldId id="6922" r:id="rId57"/>
    <p:sldId id="6923" r:id="rId58"/>
    <p:sldId id="6924" r:id="rId59"/>
    <p:sldId id="6329" r:id="rId60"/>
    <p:sldId id="6925" r:id="rId61"/>
    <p:sldId id="6926" r:id="rId62"/>
    <p:sldId id="6927" r:id="rId63"/>
    <p:sldId id="6929" r:id="rId64"/>
    <p:sldId id="6898" r:id="rId65"/>
    <p:sldId id="6174" r:id="rId66"/>
    <p:sldId id="6185" r:id="rId67"/>
    <p:sldId id="6175" r:id="rId68"/>
    <p:sldId id="2174" r:id="rId69"/>
    <p:sldId id="2175" r:id="rId70"/>
    <p:sldId id="2176" r:id="rId71"/>
    <p:sldId id="6191" r:id="rId72"/>
    <p:sldId id="6192" r:id="rId73"/>
    <p:sldId id="2177" r:id="rId74"/>
    <p:sldId id="6081" r:id="rId75"/>
    <p:sldId id="6099" r:id="rId76"/>
    <p:sldId id="6100" r:id="rId77"/>
    <p:sldId id="6190" r:id="rId78"/>
    <p:sldId id="2450" r:id="rId79"/>
    <p:sldId id="6187" r:id="rId80"/>
    <p:sldId id="2437" r:id="rId81"/>
    <p:sldId id="2438" r:id="rId82"/>
    <p:sldId id="2439" r:id="rId83"/>
    <p:sldId id="6188" r:id="rId84"/>
    <p:sldId id="2508" r:id="rId85"/>
    <p:sldId id="6189" r:id="rId86"/>
    <p:sldId id="2541" r:id="rId87"/>
    <p:sldId id="2497" r:id="rId8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8F2C84F-378A-4105-B54C-D81CDCC09504}">
          <p14:sldIdLst>
            <p14:sldId id="389"/>
            <p14:sldId id="6180"/>
            <p14:sldId id="1982"/>
            <p14:sldId id="2119"/>
            <p14:sldId id="1912"/>
            <p14:sldId id="1914"/>
            <p14:sldId id="6181"/>
            <p14:sldId id="2503"/>
            <p14:sldId id="2504"/>
            <p14:sldId id="2505"/>
            <p14:sldId id="6183"/>
            <p14:sldId id="2512"/>
            <p14:sldId id="2173"/>
            <p14:sldId id="6173"/>
            <p14:sldId id="6103"/>
            <p14:sldId id="6104"/>
            <p14:sldId id="6176"/>
            <p14:sldId id="6178"/>
            <p14:sldId id="6105"/>
            <p14:sldId id="6092"/>
            <p14:sldId id="6087"/>
            <p14:sldId id="6899"/>
            <p14:sldId id="6177"/>
            <p14:sldId id="6083"/>
            <p14:sldId id="6162"/>
            <p14:sldId id="6093"/>
            <p14:sldId id="6094"/>
            <p14:sldId id="6896"/>
            <p14:sldId id="6900"/>
            <p14:sldId id="6901"/>
            <p14:sldId id="6902"/>
            <p14:sldId id="6903"/>
            <p14:sldId id="6904"/>
            <p14:sldId id="6905"/>
            <p14:sldId id="6906"/>
            <p14:sldId id="6273"/>
            <p14:sldId id="6274"/>
            <p14:sldId id="6331"/>
            <p14:sldId id="6909"/>
            <p14:sldId id="6910"/>
            <p14:sldId id="6911"/>
            <p14:sldId id="6912"/>
            <p14:sldId id="6897"/>
            <p14:sldId id="6913"/>
            <p14:sldId id="6914"/>
            <p14:sldId id="6915"/>
            <p14:sldId id="6916"/>
            <p14:sldId id="6917"/>
            <p14:sldId id="6918"/>
            <p14:sldId id="6919"/>
            <p14:sldId id="6920"/>
            <p14:sldId id="6921"/>
            <p14:sldId id="6922"/>
            <p14:sldId id="6923"/>
            <p14:sldId id="6924"/>
            <p14:sldId id="6329"/>
            <p14:sldId id="6925"/>
            <p14:sldId id="6926"/>
            <p14:sldId id="6927"/>
            <p14:sldId id="6929"/>
            <p14:sldId id="6898"/>
            <p14:sldId id="6174"/>
            <p14:sldId id="6185"/>
            <p14:sldId id="6175"/>
            <p14:sldId id="2174"/>
            <p14:sldId id="2175"/>
            <p14:sldId id="2176"/>
            <p14:sldId id="6191"/>
          </p14:sldIdLst>
        </p14:section>
        <p14:section name="默认节" id="{47E3B2D9-9C5C-4833-88C4-4234B3E445A1}">
          <p14:sldIdLst>
            <p14:sldId id="6192"/>
            <p14:sldId id="2177"/>
            <p14:sldId id="6081"/>
            <p14:sldId id="6099"/>
            <p14:sldId id="6100"/>
          </p14:sldIdLst>
        </p14:section>
        <p14:section name="基本情况" id="{B0002FC1-D935-421A-A271-C6D010F4A487}">
          <p14:sldIdLst>
            <p14:sldId id="6190"/>
            <p14:sldId id="2450"/>
            <p14:sldId id="6187"/>
            <p14:sldId id="2437"/>
            <p14:sldId id="2438"/>
            <p14:sldId id="2439"/>
            <p14:sldId id="6188"/>
            <p14:sldId id="2508"/>
            <p14:sldId id="6189"/>
            <p14:sldId id="2541"/>
            <p14:sldId id="2497"/>
          </p14:sldIdLst>
        </p14:section>
        <p14:section name="基本情况" id="{D0A92ECA-77D9-4645-A9F9-FC45B8FF952F}">
          <p14:sldIdLst/>
        </p14:section>
      </p14:sectionLst>
    </p:ext>
    <p:ext uri="{EFAFB233-063F-42B5-8137-9DF3F51BA10A}">
      <p15:sldGuideLst xmlns:p15="http://schemas.microsoft.com/office/powerpoint/2012/main">
        <p15:guide id="2" orient="horz" pos="845" userDrawn="1">
          <p15:clr>
            <a:srgbClr val="A4A3A4"/>
          </p15:clr>
        </p15:guide>
        <p15:guide id="5" orient="horz" pos="3810" userDrawn="1">
          <p15:clr>
            <a:srgbClr val="A4A3A4"/>
          </p15:clr>
        </p15:guide>
        <p15:guide id="7" orient="horz" pos="587" userDrawn="1">
          <p15:clr>
            <a:srgbClr val="A4A3A4"/>
          </p15:clr>
        </p15:guide>
        <p15:guide id="9" pos="211" userDrawn="1">
          <p15:clr>
            <a:srgbClr val="A4A3A4"/>
          </p15:clr>
        </p15:guide>
        <p15:guide id="11" pos="740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白 亚超" initials="白"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4CAF5"/>
    <a:srgbClr val="0000FF"/>
    <a:srgbClr val="FFFF6B"/>
    <a:srgbClr val="FF00FF"/>
    <a:srgbClr val="000066"/>
    <a:srgbClr val="000099"/>
    <a:srgbClr val="0000CC"/>
    <a:srgbClr val="99CCFF"/>
    <a:srgbClr val="00FFFF"/>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2A3B7E7-018C-4B46-A24A-928223105D9F}" styleName="表样式 1 25">
    <a:wholeTbl>
      <a:tcTxStyle>
        <a:fontRef idx="none">
          <a:srgbClr val="000000"/>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w="9525" cmpd="sng">
              <a:solidFill>
                <a:schemeClr val="accent6">
                  <a:lumMod val="40000"/>
                  <a:lumOff val="60000"/>
                </a:schemeClr>
              </a:solidFill>
            </a:ln>
          </a:insideV>
        </a:tcBdr>
        <a:fill>
          <a:solidFill>
            <a:srgbClr val="FFFFFF"/>
          </a:solidFill>
        </a:fill>
      </a:tcStyle>
    </a:wholeTbl>
    <a:band2H>
      <a:tcStyle>
        <a:tcBdr/>
        <a:fill>
          <a:solidFill>
            <a:schemeClr val="accent6">
              <a:lumMod val="10000"/>
              <a:lumOff val="90000"/>
            </a:schemeClr>
          </a:solidFill>
        </a:fill>
      </a:tcStyle>
    </a:band2H>
    <a:band1V>
      <a:tcStyle>
        <a:tcBdr/>
        <a:fill>
          <a:solidFill>
            <a:schemeClr val="accent6">
              <a:lumMod val="10000"/>
              <a:lumOff val="90000"/>
            </a:schemeClr>
          </a:solidFill>
        </a:fill>
      </a:tcStyle>
    </a:band1V>
    <a:band2V>
      <a:tcStyle>
        <a:tcBdr>
          <a:left>
            <a:ln w="9525" cmpd="sng">
              <a:solidFill>
                <a:schemeClr val="accent6">
                  <a:lumMod val="40000"/>
                  <a:lumOff val="60000"/>
                </a:schemeClr>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tcStyle>
    </a:band2V>
    <a:lastCol>
      <a:tcTxStyle b="on">
        <a:fontRef idx="none">
          <a:srgbClr val="08090C"/>
        </a:fontRef>
      </a:tcTxStyle>
      <a:tcStyle>
        <a:tcBdr>
          <a:left>
            <a:ln w="9525" cmpd="sng">
              <a:solidFill>
                <a:schemeClr val="accent6">
                  <a:lumMod val="40000"/>
                  <a:lumOff val="60000"/>
                </a:schemeClr>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lastCol>
    <a:firstCol>
      <a:tcTxStyle b="on">
        <a:fontRef idx="none">
          <a:srgbClr val="08090C"/>
        </a:fontRef>
      </a:tcTxStyle>
      <a:tcStyle>
        <a:tcBdr>
          <a:left>
            <a:ln w="9525" cmpd="sng">
              <a:solidFill>
                <a:schemeClr val="accent6"/>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firstCol>
    <a:lastRow>
      <a:tcTxStyle b="on">
        <a:fontRef idx="none">
          <a:schemeClr val="accent6"/>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a:noFill/>
            </a:ln>
          </a:insideV>
        </a:tcBdr>
        <a:fill>
          <a:solidFill>
            <a:srgbClr val="FFFFFF"/>
          </a:solidFill>
        </a:fill>
      </a:tcStyle>
    </a:lastRow>
    <a:firstRow>
      <a:tcTxStyle b="on">
        <a:fontRef idx="none">
          <a:srgbClr val="FFFFFF"/>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w="9525" cmpd="sng">
              <a:solidFill>
                <a:schemeClr val="accent6">
                  <a:lumMod val="40000"/>
                  <a:lumOff val="60000"/>
                </a:schemeClr>
              </a:solidFill>
            </a:ln>
          </a:insideV>
        </a:tcBdr>
        <a:fill>
          <a:solidFill>
            <a:schemeClr val="accent6"/>
          </a:solidFill>
        </a:fill>
      </a:tcStyle>
    </a:firstRow>
  </a:tblStyle>
  <a:tblStyle styleId="{EC7B33D0-0D6B-435D-919B-0EAE96B47EBC}" styleName="表样式 1 25">
    <a:wholeTbl>
      <a:tcTxStyle>
        <a:fontRef idx="none">
          <a:srgbClr val="000000"/>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w="9525" cmpd="sng">
              <a:solidFill>
                <a:schemeClr val="accent6">
                  <a:lumMod val="40000"/>
                  <a:lumOff val="60000"/>
                </a:schemeClr>
              </a:solidFill>
            </a:ln>
          </a:insideV>
        </a:tcBdr>
        <a:fill>
          <a:solidFill>
            <a:srgbClr val="FFFFFF"/>
          </a:solidFill>
        </a:fill>
      </a:tcStyle>
    </a:wholeTbl>
    <a:band2H>
      <a:tcStyle>
        <a:tcBdr/>
        <a:fill>
          <a:solidFill>
            <a:schemeClr val="accent6">
              <a:lumMod val="10000"/>
              <a:lumOff val="90000"/>
            </a:schemeClr>
          </a:solidFill>
        </a:fill>
      </a:tcStyle>
    </a:band2H>
    <a:band1V>
      <a:tcStyle>
        <a:tcBdr/>
        <a:fill>
          <a:solidFill>
            <a:schemeClr val="accent6">
              <a:lumMod val="10000"/>
              <a:lumOff val="90000"/>
            </a:schemeClr>
          </a:solidFill>
        </a:fill>
      </a:tcStyle>
    </a:band1V>
    <a:band2V>
      <a:tcStyle>
        <a:tcBdr>
          <a:left>
            <a:ln w="9525" cmpd="sng">
              <a:solidFill>
                <a:schemeClr val="accent6">
                  <a:lumMod val="40000"/>
                  <a:lumOff val="60000"/>
                </a:schemeClr>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tcStyle>
    </a:band2V>
    <a:lastCol>
      <a:tcTxStyle b="on">
        <a:fontRef idx="none">
          <a:srgbClr val="08090C"/>
        </a:fontRef>
      </a:tcTxStyle>
      <a:tcStyle>
        <a:tcBdr>
          <a:left>
            <a:ln w="9525" cmpd="sng">
              <a:solidFill>
                <a:schemeClr val="accent6">
                  <a:lumMod val="40000"/>
                  <a:lumOff val="60000"/>
                </a:schemeClr>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lastCol>
    <a:firstCol>
      <a:tcTxStyle b="on">
        <a:fontRef idx="none">
          <a:srgbClr val="08090C"/>
        </a:fontRef>
      </a:tcTxStyle>
      <a:tcStyle>
        <a:tcBdr>
          <a:left>
            <a:ln w="9525" cmpd="sng">
              <a:solidFill>
                <a:schemeClr val="accent6"/>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firstCol>
    <a:lastRow>
      <a:tcTxStyle b="on">
        <a:fontRef idx="none">
          <a:schemeClr val="accent6"/>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a:noFill/>
            </a:ln>
          </a:insideV>
        </a:tcBdr>
        <a:fill>
          <a:solidFill>
            <a:srgbClr val="FFFFFF"/>
          </a:solidFill>
        </a:fill>
      </a:tcStyle>
    </a:lastRow>
    <a:firstRow>
      <a:tcTxStyle b="on">
        <a:fontRef idx="none">
          <a:srgbClr val="FFFFFF"/>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w="9525" cmpd="sng">
              <a:solidFill>
                <a:schemeClr val="accent6">
                  <a:lumMod val="40000"/>
                  <a:lumOff val="60000"/>
                </a:schemeClr>
              </a:solidFill>
            </a:ln>
          </a:insideV>
        </a:tcBdr>
        <a:fill>
          <a:solidFill>
            <a:schemeClr val="accent6"/>
          </a:solidFill>
        </a:fill>
      </a:tcStyle>
    </a:firstRow>
  </a:tblStyle>
  <a:tblStyle styleId="{8DF47FA5-620D-4690-8EFB-4EF6DEDFA5DE}" styleName="表样式 1 25">
    <a:wholeTbl>
      <a:tcTxStyle>
        <a:fontRef idx="none">
          <a:srgbClr val="000000"/>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w="9525" cmpd="sng">
              <a:solidFill>
                <a:schemeClr val="accent6">
                  <a:lumMod val="40000"/>
                  <a:lumOff val="60000"/>
                </a:schemeClr>
              </a:solidFill>
            </a:ln>
          </a:insideV>
        </a:tcBdr>
        <a:fill>
          <a:solidFill>
            <a:srgbClr val="FFFFFF"/>
          </a:solidFill>
        </a:fill>
      </a:tcStyle>
    </a:wholeTbl>
    <a:band2H>
      <a:tcStyle>
        <a:tcBdr/>
        <a:fill>
          <a:solidFill>
            <a:schemeClr val="accent6">
              <a:lumMod val="10000"/>
              <a:lumOff val="90000"/>
            </a:schemeClr>
          </a:solidFill>
        </a:fill>
      </a:tcStyle>
    </a:band2H>
    <a:band1V>
      <a:tcStyle>
        <a:tcBdr/>
        <a:fill>
          <a:solidFill>
            <a:schemeClr val="accent6">
              <a:lumMod val="10000"/>
              <a:lumOff val="90000"/>
            </a:schemeClr>
          </a:solidFill>
        </a:fill>
      </a:tcStyle>
    </a:band1V>
    <a:band2V>
      <a:tcStyle>
        <a:tcBdr>
          <a:left>
            <a:ln w="9525" cmpd="sng">
              <a:solidFill>
                <a:schemeClr val="accent6">
                  <a:lumMod val="40000"/>
                  <a:lumOff val="60000"/>
                </a:schemeClr>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tcStyle>
    </a:band2V>
    <a:lastCol>
      <a:tcTxStyle b="on">
        <a:fontRef idx="none">
          <a:srgbClr val="08090C"/>
        </a:fontRef>
      </a:tcTxStyle>
      <a:tcStyle>
        <a:tcBdr>
          <a:left>
            <a:ln w="9525" cmpd="sng">
              <a:solidFill>
                <a:schemeClr val="accent6">
                  <a:lumMod val="40000"/>
                  <a:lumOff val="60000"/>
                </a:schemeClr>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lastCol>
    <a:firstCol>
      <a:tcTxStyle b="on">
        <a:fontRef idx="none">
          <a:srgbClr val="08090C"/>
        </a:fontRef>
      </a:tcTxStyle>
      <a:tcStyle>
        <a:tcBdr>
          <a:left>
            <a:ln w="9525" cmpd="sng">
              <a:solidFill>
                <a:schemeClr val="accent6"/>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firstCol>
    <a:lastRow>
      <a:tcTxStyle b="on">
        <a:fontRef idx="none">
          <a:schemeClr val="accent6"/>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a:noFill/>
            </a:ln>
          </a:insideV>
        </a:tcBdr>
        <a:fill>
          <a:solidFill>
            <a:srgbClr val="FFFFFF"/>
          </a:solidFill>
        </a:fill>
      </a:tcStyle>
    </a:lastRow>
    <a:firstRow>
      <a:tcTxStyle b="on">
        <a:fontRef idx="none">
          <a:srgbClr val="FFFFFF"/>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w="9525" cmpd="sng">
              <a:solidFill>
                <a:schemeClr val="accent6">
                  <a:lumMod val="40000"/>
                  <a:lumOff val="60000"/>
                </a:schemeClr>
              </a:solidFill>
            </a:ln>
          </a:insideV>
        </a:tcBdr>
        <a:fill>
          <a:solidFill>
            <a:schemeClr val="accent6"/>
          </a:solidFill>
        </a:fill>
      </a:tcStyle>
    </a:firstRow>
  </a:tblStyle>
  <a:tblStyle styleId="{4F4398C5-2E7C-4065-94B7-6C1DA5AE6CCC}" styleName="表样式 1 25">
    <a:wholeTbl>
      <a:tcTxStyle>
        <a:fontRef idx="none">
          <a:srgbClr val="000000"/>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w="9525" cmpd="sng">
              <a:solidFill>
                <a:schemeClr val="accent6">
                  <a:lumMod val="40000"/>
                  <a:lumOff val="60000"/>
                </a:schemeClr>
              </a:solidFill>
            </a:ln>
          </a:insideV>
        </a:tcBdr>
        <a:fill>
          <a:solidFill>
            <a:srgbClr val="FFFFFF"/>
          </a:solidFill>
        </a:fill>
      </a:tcStyle>
    </a:wholeTbl>
    <a:band2H>
      <a:tcStyle>
        <a:tcBdr/>
        <a:fill>
          <a:solidFill>
            <a:schemeClr val="accent6">
              <a:lumMod val="10000"/>
              <a:lumOff val="90000"/>
            </a:schemeClr>
          </a:solidFill>
        </a:fill>
      </a:tcStyle>
    </a:band2H>
    <a:band1V>
      <a:tcStyle>
        <a:tcBdr/>
        <a:fill>
          <a:solidFill>
            <a:schemeClr val="accent6">
              <a:lumMod val="10000"/>
              <a:lumOff val="90000"/>
            </a:schemeClr>
          </a:solidFill>
        </a:fill>
      </a:tcStyle>
    </a:band1V>
    <a:band2V>
      <a:tcStyle>
        <a:tcBdr>
          <a:left>
            <a:ln w="9525" cmpd="sng">
              <a:solidFill>
                <a:schemeClr val="accent6">
                  <a:lumMod val="40000"/>
                  <a:lumOff val="60000"/>
                </a:schemeClr>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tcStyle>
    </a:band2V>
    <a:lastCol>
      <a:tcTxStyle b="on">
        <a:fontRef idx="none">
          <a:srgbClr val="08090C"/>
        </a:fontRef>
      </a:tcTxStyle>
      <a:tcStyle>
        <a:tcBdr>
          <a:left>
            <a:ln w="9525" cmpd="sng">
              <a:solidFill>
                <a:schemeClr val="accent6">
                  <a:lumMod val="40000"/>
                  <a:lumOff val="60000"/>
                </a:schemeClr>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lastCol>
    <a:firstCol>
      <a:tcTxStyle b="on">
        <a:fontRef idx="none">
          <a:srgbClr val="08090C"/>
        </a:fontRef>
      </a:tcTxStyle>
      <a:tcStyle>
        <a:tcBdr>
          <a:left>
            <a:ln w="9525" cmpd="sng">
              <a:solidFill>
                <a:schemeClr val="accent6"/>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firstCol>
    <a:lastRow>
      <a:tcTxStyle b="on">
        <a:fontRef idx="none">
          <a:schemeClr val="accent6"/>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a:noFill/>
            </a:ln>
          </a:insideV>
        </a:tcBdr>
        <a:fill>
          <a:solidFill>
            <a:srgbClr val="FFFFFF"/>
          </a:solidFill>
        </a:fill>
      </a:tcStyle>
    </a:lastRow>
    <a:firstRow>
      <a:tcTxStyle b="on">
        <a:fontRef idx="none">
          <a:srgbClr val="FFFFFF"/>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w="9525" cmpd="sng">
              <a:solidFill>
                <a:schemeClr val="accent6">
                  <a:lumMod val="40000"/>
                  <a:lumOff val="60000"/>
                </a:schemeClr>
              </a:solidFill>
            </a:ln>
          </a:insideV>
        </a:tcBdr>
        <a:fill>
          <a:solidFill>
            <a:schemeClr val="accent6"/>
          </a:solidFill>
        </a:fill>
      </a:tcStyle>
    </a:firstRow>
  </a:tblStyle>
  <a:tblStyle styleId="{DB0BD17F-7DCC-4A2E-8C67-640216BDF0BC}" styleName="表样式 1 25">
    <a:wholeTbl>
      <a:tcTxStyle>
        <a:fontRef idx="none">
          <a:srgbClr val="000000"/>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w="9525" cmpd="sng">
              <a:solidFill>
                <a:schemeClr val="accent6">
                  <a:lumMod val="40000"/>
                  <a:lumOff val="60000"/>
                </a:schemeClr>
              </a:solidFill>
            </a:ln>
          </a:insideV>
        </a:tcBdr>
        <a:fill>
          <a:solidFill>
            <a:srgbClr val="FFFFFF"/>
          </a:solidFill>
        </a:fill>
      </a:tcStyle>
    </a:wholeTbl>
    <a:band2H>
      <a:tcStyle>
        <a:tcBdr/>
        <a:fill>
          <a:solidFill>
            <a:schemeClr val="accent6">
              <a:lumMod val="10000"/>
              <a:lumOff val="90000"/>
            </a:schemeClr>
          </a:solidFill>
        </a:fill>
      </a:tcStyle>
    </a:band2H>
    <a:band1V>
      <a:tcStyle>
        <a:tcBdr/>
        <a:fill>
          <a:solidFill>
            <a:schemeClr val="accent6">
              <a:lumMod val="10000"/>
              <a:lumOff val="90000"/>
            </a:schemeClr>
          </a:solidFill>
        </a:fill>
      </a:tcStyle>
    </a:band1V>
    <a:band2V>
      <a:tcStyle>
        <a:tcBdr>
          <a:left>
            <a:ln w="9525" cmpd="sng">
              <a:solidFill>
                <a:schemeClr val="accent6">
                  <a:lumMod val="40000"/>
                  <a:lumOff val="60000"/>
                </a:schemeClr>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tcStyle>
    </a:band2V>
    <a:lastCol>
      <a:tcTxStyle b="on">
        <a:fontRef idx="none">
          <a:srgbClr val="08090C"/>
        </a:fontRef>
      </a:tcTxStyle>
      <a:tcStyle>
        <a:tcBdr>
          <a:left>
            <a:ln w="9525" cmpd="sng">
              <a:solidFill>
                <a:schemeClr val="accent6">
                  <a:lumMod val="40000"/>
                  <a:lumOff val="60000"/>
                </a:schemeClr>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lastCol>
    <a:firstCol>
      <a:tcTxStyle b="on">
        <a:fontRef idx="none">
          <a:srgbClr val="08090C"/>
        </a:fontRef>
      </a:tcTxStyle>
      <a:tcStyle>
        <a:tcBdr>
          <a:left>
            <a:ln w="9525" cmpd="sng">
              <a:solidFill>
                <a:schemeClr val="accent6"/>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firstCol>
    <a:lastRow>
      <a:tcTxStyle b="on">
        <a:fontRef idx="none">
          <a:schemeClr val="accent6"/>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a:noFill/>
            </a:ln>
          </a:insideV>
        </a:tcBdr>
        <a:fill>
          <a:solidFill>
            <a:srgbClr val="FFFFFF"/>
          </a:solidFill>
        </a:fill>
      </a:tcStyle>
    </a:lastRow>
    <a:firstRow>
      <a:tcTxStyle b="on">
        <a:fontRef idx="none">
          <a:srgbClr val="FFFFFF"/>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w="9525" cmpd="sng">
              <a:solidFill>
                <a:schemeClr val="accent6">
                  <a:lumMod val="40000"/>
                  <a:lumOff val="60000"/>
                </a:schemeClr>
              </a:solidFill>
            </a:ln>
          </a:insideV>
        </a:tcBdr>
        <a:fill>
          <a:solidFill>
            <a:schemeClr val="accent6"/>
          </a:solidFill>
        </a:fill>
      </a:tcStyle>
    </a:firstRow>
  </a:tblStyle>
  <a:tblStyle styleId="{09241C78-A73C-4627-8A06-14EC10E7C83F}" styleName="表样式 1 25">
    <a:wholeTbl>
      <a:tcTxStyle>
        <a:fontRef idx="none">
          <a:srgbClr val="000000"/>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w="9525" cmpd="sng">
              <a:solidFill>
                <a:schemeClr val="accent6">
                  <a:lumMod val="40000"/>
                  <a:lumOff val="60000"/>
                </a:schemeClr>
              </a:solidFill>
            </a:ln>
          </a:insideV>
        </a:tcBdr>
        <a:fill>
          <a:solidFill>
            <a:srgbClr val="FFFFFF"/>
          </a:solidFill>
        </a:fill>
      </a:tcStyle>
    </a:wholeTbl>
    <a:band2H>
      <a:tcStyle>
        <a:tcBdr/>
        <a:fill>
          <a:solidFill>
            <a:schemeClr val="accent6">
              <a:lumMod val="10000"/>
              <a:lumOff val="90000"/>
            </a:schemeClr>
          </a:solidFill>
        </a:fill>
      </a:tcStyle>
    </a:band2H>
    <a:band1V>
      <a:tcStyle>
        <a:tcBdr/>
        <a:fill>
          <a:solidFill>
            <a:schemeClr val="accent6">
              <a:lumMod val="10000"/>
              <a:lumOff val="90000"/>
            </a:schemeClr>
          </a:solidFill>
        </a:fill>
      </a:tcStyle>
    </a:band1V>
    <a:band2V>
      <a:tcStyle>
        <a:tcBdr>
          <a:left>
            <a:ln w="9525" cmpd="sng">
              <a:solidFill>
                <a:schemeClr val="accent6">
                  <a:lumMod val="40000"/>
                  <a:lumOff val="60000"/>
                </a:schemeClr>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tcStyle>
    </a:band2V>
    <a:lastCol>
      <a:tcTxStyle b="on">
        <a:fontRef idx="none">
          <a:srgbClr val="08090C"/>
        </a:fontRef>
      </a:tcTxStyle>
      <a:tcStyle>
        <a:tcBdr>
          <a:left>
            <a:ln w="9525" cmpd="sng">
              <a:solidFill>
                <a:schemeClr val="accent6">
                  <a:lumMod val="40000"/>
                  <a:lumOff val="60000"/>
                </a:schemeClr>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lastCol>
    <a:firstCol>
      <a:tcTxStyle b="on">
        <a:fontRef idx="none">
          <a:srgbClr val="08090C"/>
        </a:fontRef>
      </a:tcTxStyle>
      <a:tcStyle>
        <a:tcBdr>
          <a:left>
            <a:ln w="9525" cmpd="sng">
              <a:solidFill>
                <a:schemeClr val="accent6"/>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firstCol>
    <a:lastRow>
      <a:tcTxStyle b="on">
        <a:fontRef idx="none">
          <a:schemeClr val="accent6"/>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a:noFill/>
            </a:ln>
          </a:insideV>
        </a:tcBdr>
        <a:fill>
          <a:solidFill>
            <a:srgbClr val="FFFFFF"/>
          </a:solidFill>
        </a:fill>
      </a:tcStyle>
    </a:lastRow>
    <a:firstRow>
      <a:tcTxStyle b="on">
        <a:fontRef idx="none">
          <a:srgbClr val="FFFFFF"/>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w="9525" cmpd="sng">
              <a:solidFill>
                <a:schemeClr val="accent6">
                  <a:lumMod val="40000"/>
                  <a:lumOff val="60000"/>
                </a:schemeClr>
              </a:solidFill>
            </a:ln>
          </a:insideV>
        </a:tcBdr>
        <a:fill>
          <a:solidFill>
            <a:schemeClr val="accent6"/>
          </a:solidFill>
        </a:fill>
      </a:tcStyle>
    </a:firstRow>
  </a:tblStyle>
  <a:tblStyle styleId="{EC4C6ECB-AAFD-4591-A46D-B0864FAC19FA}" styleName="表样式 1 25">
    <a:wholeTbl>
      <a:tcTxStyle>
        <a:fontRef idx="none">
          <a:srgbClr val="000000"/>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w="9525" cmpd="sng">
              <a:solidFill>
                <a:schemeClr val="accent6">
                  <a:lumMod val="40000"/>
                  <a:lumOff val="60000"/>
                </a:schemeClr>
              </a:solidFill>
            </a:ln>
          </a:insideV>
        </a:tcBdr>
        <a:fill>
          <a:solidFill>
            <a:srgbClr val="FFFFFF"/>
          </a:solidFill>
        </a:fill>
      </a:tcStyle>
    </a:wholeTbl>
    <a:band2H>
      <a:tcStyle>
        <a:tcBdr/>
        <a:fill>
          <a:solidFill>
            <a:schemeClr val="accent6">
              <a:lumMod val="10000"/>
              <a:lumOff val="90000"/>
            </a:schemeClr>
          </a:solidFill>
        </a:fill>
      </a:tcStyle>
    </a:band2H>
    <a:band1V>
      <a:tcStyle>
        <a:tcBdr/>
        <a:fill>
          <a:solidFill>
            <a:schemeClr val="accent6">
              <a:lumMod val="10000"/>
              <a:lumOff val="90000"/>
            </a:schemeClr>
          </a:solidFill>
        </a:fill>
      </a:tcStyle>
    </a:band1V>
    <a:band2V>
      <a:tcStyle>
        <a:tcBdr>
          <a:left>
            <a:ln w="9525" cmpd="sng">
              <a:solidFill>
                <a:schemeClr val="accent6">
                  <a:lumMod val="40000"/>
                  <a:lumOff val="60000"/>
                </a:schemeClr>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tcStyle>
    </a:band2V>
    <a:lastCol>
      <a:tcTxStyle b="on">
        <a:fontRef idx="none">
          <a:srgbClr val="08090C"/>
        </a:fontRef>
      </a:tcTxStyle>
      <a:tcStyle>
        <a:tcBdr>
          <a:left>
            <a:ln w="9525" cmpd="sng">
              <a:solidFill>
                <a:schemeClr val="accent6">
                  <a:lumMod val="40000"/>
                  <a:lumOff val="60000"/>
                </a:schemeClr>
              </a:solidFill>
            </a:ln>
          </a:left>
          <a:right>
            <a:ln w="9525" cmpd="sng">
              <a:solidFill>
                <a:schemeClr val="accent6"/>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lastCol>
    <a:firstCol>
      <a:tcTxStyle b="on">
        <a:fontRef idx="none">
          <a:srgbClr val="08090C"/>
        </a:fontRef>
      </a:tcTxStyle>
      <a:tcStyle>
        <a:tcBdr>
          <a:left>
            <a:ln w="9525" cmpd="sng">
              <a:solidFill>
                <a:schemeClr val="accent6"/>
              </a:solidFill>
            </a:ln>
          </a:left>
          <a:right>
            <a:ln w="9525" cmpd="sng">
              <a:solidFill>
                <a:schemeClr val="accent6">
                  <a:lumMod val="40000"/>
                  <a:lumOff val="60000"/>
                </a:schemeClr>
              </a:solidFill>
            </a:ln>
          </a:right>
          <a:top>
            <a:ln w="9525" cmpd="sng">
              <a:solidFill>
                <a:schemeClr val="accent6"/>
              </a:solidFill>
            </a:ln>
          </a:top>
          <a:bottom>
            <a:ln w="9525" cmpd="sng">
              <a:solidFill>
                <a:schemeClr val="accent6"/>
              </a:solidFill>
            </a:ln>
          </a:bottom>
          <a:insideH>
            <a:ln w="9525" cmpd="sng">
              <a:solidFill>
                <a:schemeClr val="accent6">
                  <a:lumMod val="40000"/>
                  <a:lumOff val="60000"/>
                </a:schemeClr>
              </a:solidFill>
            </a:ln>
          </a:insideH>
          <a:insideV>
            <a:ln>
              <a:noFill/>
            </a:ln>
          </a:insideV>
        </a:tcBdr>
        <a:fill>
          <a:solidFill>
            <a:schemeClr val="accent6">
              <a:lumMod val="20000"/>
              <a:lumOff val="80000"/>
            </a:schemeClr>
          </a:solidFill>
        </a:fill>
      </a:tcStyle>
    </a:firstCol>
    <a:lastRow>
      <a:tcTxStyle b="on">
        <a:fontRef idx="none">
          <a:schemeClr val="accent6"/>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a:noFill/>
            </a:ln>
          </a:insideV>
        </a:tcBdr>
        <a:fill>
          <a:solidFill>
            <a:srgbClr val="FFFFFF"/>
          </a:solidFill>
        </a:fill>
      </a:tcStyle>
    </a:lastRow>
    <a:firstRow>
      <a:tcTxStyle b="on">
        <a:fontRef idx="none">
          <a:srgbClr val="FFFFFF"/>
        </a:fontRef>
      </a:tcTxStyle>
      <a:tcStyle>
        <a:tcBdr>
          <a:left>
            <a:ln w="9525" cmpd="sng">
              <a:solidFill>
                <a:schemeClr val="accent6"/>
              </a:solidFill>
            </a:ln>
          </a:left>
          <a:right>
            <a:ln w="9525" cmpd="sng">
              <a:solidFill>
                <a:schemeClr val="accent6"/>
              </a:solidFill>
            </a:ln>
          </a:right>
          <a:top>
            <a:ln w="9525" cmpd="sng">
              <a:solidFill>
                <a:schemeClr val="accent6"/>
              </a:solidFill>
            </a:ln>
          </a:top>
          <a:bottom>
            <a:ln w="9525" cmpd="sng">
              <a:solidFill>
                <a:schemeClr val="accent6"/>
              </a:solidFill>
            </a:ln>
          </a:bottom>
          <a:insideH>
            <a:ln>
              <a:noFill/>
            </a:ln>
          </a:insideH>
          <a:insideV>
            <a:ln w="9525" cmpd="sng">
              <a:solidFill>
                <a:schemeClr val="accent6">
                  <a:lumMod val="40000"/>
                  <a:lumOff val="60000"/>
                </a:schemeClr>
              </a:solid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91" autoAdjust="0"/>
    <p:restoredTop sz="90369" autoAdjust="0"/>
  </p:normalViewPr>
  <p:slideViewPr>
    <p:cSldViewPr snapToGrid="0" showGuides="1">
      <p:cViewPr varScale="1">
        <p:scale>
          <a:sx n="46" d="100"/>
          <a:sy n="46" d="100"/>
        </p:scale>
        <p:origin x="29" y="610"/>
      </p:cViewPr>
      <p:guideLst>
        <p:guide orient="horz" pos="845"/>
        <p:guide orient="horz" pos="3810"/>
        <p:guide orient="horz" pos="587"/>
        <p:guide pos="211"/>
        <p:guide pos="7401"/>
      </p:guideLst>
    </p:cSldViewPr>
  </p:slideViewPr>
  <p:notesTextViewPr>
    <p:cViewPr>
      <p:scale>
        <a:sx n="150" d="100"/>
        <a:sy n="150" d="100"/>
      </p:scale>
      <p:origin x="0" y="0"/>
    </p:cViewPr>
  </p:notesTextViewPr>
  <p:sorterViewPr>
    <p:cViewPr>
      <p:scale>
        <a:sx n="150" d="100"/>
        <a:sy n="150" d="100"/>
      </p:scale>
      <p:origin x="0" y="0"/>
    </p:cViewPr>
  </p:sorterViewPr>
  <p:notesViewPr>
    <p:cSldViewPr snapToGrid="0">
      <p:cViewPr varScale="1">
        <p:scale>
          <a:sx n="86" d="100"/>
          <a:sy n="86" d="100"/>
        </p:scale>
        <p:origin x="3864" y="72"/>
      </p:cViewPr>
      <p:guideLst/>
    </p:cSldViewPr>
  </p:notesViewPr>
  <p:gridSpacing cx="72000" cy="72000"/>
</p:viewPr>
</file>

<file path=ppt/_rels/presentation.xml.rels><?xml version="1.0" encoding="UTF-8" standalone="yes"?>
<Relationships xmlns="http://schemas.openxmlformats.org/package/2006/relationships"><Relationship Id="rId93" Type="http://schemas.openxmlformats.org/officeDocument/2006/relationships/commentAuthors" Target="commentAuthors.xml"/><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5.xml"/><Relationship Id="rId89" Type="http://schemas.openxmlformats.org/officeDocument/2006/relationships/handoutMaster" Target="handoutMasters/handoutMaster1.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shchu\Desktop\&#27896;203H10&#24179;&#21488;&#26045;&#24037;&#21442;&#25968;&#34920;6.30.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shchu\Desktop\&#27896;203H10&#24179;&#21488;&#26045;&#24037;&#21442;&#25968;&#34920;6.30.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shchu\Desktop\&#27896;203H10&#24179;&#21488;&#26045;&#24037;&#21442;&#25968;&#34920;6.30.xlsx" TargetMode="External"/></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Users\shchu\Desktop\&#27896;203H10&#24179;&#21488;&#26045;&#24037;&#21442;&#25968;&#34920;6.30.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C:\Users\shchu\Desktop\&#26032;&#24314;%20XLSX%20&#24037;&#20316;&#34920;.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C:\Users\shchu\Desktop\&#26032;&#24314;%20XLSX%20&#24037;&#20316;&#34920;.xlsx" TargetMode="External"/></Relationships>
</file>

<file path=ppt/charts/_rels/chart8.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file:///C:\Users\shchu\Desktop\&#26032;&#24314;%20XLSX%20&#24037;&#20316;&#34920;.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file:///C:\Users\shchu\Desktop\&#26032;&#24314;%20XLSX%20&#24037;&#20316;&#34920;.xlsx" TargetMode="External"/></Relationships>
</file>

<file path=ppt/charts/_rels/chart10.xml.rels><?xml version="1.0" encoding="UTF-8" standalone="yes"?>
<Relationships xmlns="http://schemas.openxmlformats.org/package/2006/relationships"><Relationship Id="rId4" Type="http://schemas.microsoft.com/office/2011/relationships/chartColorStyle" Target="colors10.xml"/><Relationship Id="rId3" Type="http://schemas.microsoft.com/office/2011/relationships/chartStyle" Target="style10.xml"/><Relationship Id="rId2" Type="http://schemas.openxmlformats.org/officeDocument/2006/relationships/chartUserShapes" Target="../drawings/drawing1.xml"/><Relationship Id="rId1" Type="http://schemas.openxmlformats.org/officeDocument/2006/relationships/oleObject" Target="file:///C:\Users\shchu\Desktop\&#26032;&#24314;%20XLSX%20&#24037;&#20316;&#34920;.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9362613190281"/>
          <c:y val="0.0509259259259259"/>
          <c:w val="0.77749229291182"/>
          <c:h val="0.806772352974984"/>
        </c:manualLayout>
      </c:layout>
      <c:lineChart>
        <c:grouping val="standard"/>
        <c:varyColors val="0"/>
        <c:ser>
          <c:idx val="0"/>
          <c:order val="0"/>
          <c:tx>
            <c:strRef>
              <c:f>井口压力</c:f>
              <c:strCache>
                <c:ptCount val="1"/>
                <c:pt idx="0">
                  <c:v>井口压力</c:v>
                </c:pt>
              </c:strCache>
            </c:strRef>
          </c:tx>
          <c:spPr>
            <a:ln w="28575" cap="rnd">
              <a:solidFill>
                <a:srgbClr val="FF0000"/>
              </a:solidFill>
              <a:round/>
            </a:ln>
            <a:effectLst/>
          </c:spPr>
          <c:marker>
            <c:symbol val="none"/>
          </c:marker>
          <c:dLbls>
            <c:delete val="1"/>
          </c:dLbls>
          <c:cat>
            <c:numRef>
              <c:f>'10'!$A$3:$A$9051</c:f>
              <c:numCache>
                <c:formatCode>General</c:formatCode>
                <c:ptCount val="90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pt idx="1854">
                  <c:v>1855</c:v>
                </c:pt>
                <c:pt idx="1855">
                  <c:v>1856</c:v>
                </c:pt>
                <c:pt idx="1856">
                  <c:v>1857</c:v>
                </c:pt>
                <c:pt idx="1857">
                  <c:v>1858</c:v>
                </c:pt>
                <c:pt idx="1858">
                  <c:v>1859</c:v>
                </c:pt>
                <c:pt idx="1859">
                  <c:v>1860</c:v>
                </c:pt>
                <c:pt idx="1860">
                  <c:v>1861</c:v>
                </c:pt>
                <c:pt idx="1861">
                  <c:v>1862</c:v>
                </c:pt>
                <c:pt idx="1862">
                  <c:v>1863</c:v>
                </c:pt>
                <c:pt idx="1863">
                  <c:v>1864</c:v>
                </c:pt>
                <c:pt idx="1864">
                  <c:v>1865</c:v>
                </c:pt>
                <c:pt idx="1865">
                  <c:v>1866</c:v>
                </c:pt>
                <c:pt idx="1866">
                  <c:v>1867</c:v>
                </c:pt>
                <c:pt idx="1867">
                  <c:v>1868</c:v>
                </c:pt>
                <c:pt idx="1868">
                  <c:v>1869</c:v>
                </c:pt>
                <c:pt idx="1869">
                  <c:v>1870</c:v>
                </c:pt>
                <c:pt idx="1870">
                  <c:v>1871</c:v>
                </c:pt>
                <c:pt idx="1871">
                  <c:v>1872</c:v>
                </c:pt>
                <c:pt idx="1872">
                  <c:v>1873</c:v>
                </c:pt>
                <c:pt idx="1873">
                  <c:v>1874</c:v>
                </c:pt>
                <c:pt idx="1874">
                  <c:v>1875</c:v>
                </c:pt>
                <c:pt idx="1875">
                  <c:v>1876</c:v>
                </c:pt>
                <c:pt idx="1876">
                  <c:v>1877</c:v>
                </c:pt>
                <c:pt idx="1877">
                  <c:v>1878</c:v>
                </c:pt>
                <c:pt idx="1878">
                  <c:v>1879</c:v>
                </c:pt>
                <c:pt idx="1879">
                  <c:v>1880</c:v>
                </c:pt>
                <c:pt idx="1880">
                  <c:v>1881</c:v>
                </c:pt>
                <c:pt idx="1881">
                  <c:v>1882</c:v>
                </c:pt>
                <c:pt idx="1882">
                  <c:v>1883</c:v>
                </c:pt>
                <c:pt idx="1883">
                  <c:v>1884</c:v>
                </c:pt>
                <c:pt idx="1884">
                  <c:v>1885</c:v>
                </c:pt>
                <c:pt idx="1885">
                  <c:v>1886</c:v>
                </c:pt>
                <c:pt idx="1886">
                  <c:v>1887</c:v>
                </c:pt>
                <c:pt idx="1887">
                  <c:v>1888</c:v>
                </c:pt>
                <c:pt idx="1888">
                  <c:v>1889</c:v>
                </c:pt>
                <c:pt idx="1889">
                  <c:v>1890</c:v>
                </c:pt>
                <c:pt idx="1890">
                  <c:v>1891</c:v>
                </c:pt>
                <c:pt idx="1891">
                  <c:v>1892</c:v>
                </c:pt>
                <c:pt idx="1892">
                  <c:v>1893</c:v>
                </c:pt>
                <c:pt idx="1893">
                  <c:v>1894</c:v>
                </c:pt>
                <c:pt idx="1894">
                  <c:v>1895</c:v>
                </c:pt>
                <c:pt idx="1895">
                  <c:v>1896</c:v>
                </c:pt>
                <c:pt idx="1896">
                  <c:v>1897</c:v>
                </c:pt>
                <c:pt idx="1897">
                  <c:v>1898</c:v>
                </c:pt>
                <c:pt idx="1898">
                  <c:v>1899</c:v>
                </c:pt>
                <c:pt idx="1899">
                  <c:v>1900</c:v>
                </c:pt>
                <c:pt idx="1900">
                  <c:v>1901</c:v>
                </c:pt>
                <c:pt idx="1901">
                  <c:v>1902</c:v>
                </c:pt>
                <c:pt idx="1902">
                  <c:v>1903</c:v>
                </c:pt>
                <c:pt idx="1903">
                  <c:v>1904</c:v>
                </c:pt>
                <c:pt idx="1904">
                  <c:v>1905</c:v>
                </c:pt>
                <c:pt idx="1905">
                  <c:v>1906</c:v>
                </c:pt>
                <c:pt idx="1906">
                  <c:v>1907</c:v>
                </c:pt>
                <c:pt idx="1907">
                  <c:v>1908</c:v>
                </c:pt>
                <c:pt idx="1908">
                  <c:v>1909</c:v>
                </c:pt>
                <c:pt idx="1909">
                  <c:v>1910</c:v>
                </c:pt>
                <c:pt idx="1910">
                  <c:v>1911</c:v>
                </c:pt>
                <c:pt idx="1911">
                  <c:v>1912</c:v>
                </c:pt>
                <c:pt idx="1912">
                  <c:v>1913</c:v>
                </c:pt>
                <c:pt idx="1913">
                  <c:v>1914</c:v>
                </c:pt>
                <c:pt idx="1914">
                  <c:v>1915</c:v>
                </c:pt>
                <c:pt idx="1915">
                  <c:v>1916</c:v>
                </c:pt>
                <c:pt idx="1916">
                  <c:v>1917</c:v>
                </c:pt>
                <c:pt idx="1917">
                  <c:v>1918</c:v>
                </c:pt>
                <c:pt idx="1918">
                  <c:v>1919</c:v>
                </c:pt>
                <c:pt idx="1919">
                  <c:v>1920</c:v>
                </c:pt>
                <c:pt idx="1920">
                  <c:v>1921</c:v>
                </c:pt>
                <c:pt idx="1921">
                  <c:v>1922</c:v>
                </c:pt>
                <c:pt idx="1922">
                  <c:v>1923</c:v>
                </c:pt>
                <c:pt idx="1923">
                  <c:v>1924</c:v>
                </c:pt>
                <c:pt idx="1924">
                  <c:v>1925</c:v>
                </c:pt>
                <c:pt idx="1925">
                  <c:v>1926</c:v>
                </c:pt>
                <c:pt idx="1926">
                  <c:v>1927</c:v>
                </c:pt>
                <c:pt idx="1927">
                  <c:v>1928</c:v>
                </c:pt>
                <c:pt idx="1928">
                  <c:v>1929</c:v>
                </c:pt>
                <c:pt idx="1929">
                  <c:v>1930</c:v>
                </c:pt>
                <c:pt idx="1930">
                  <c:v>1931</c:v>
                </c:pt>
                <c:pt idx="1931">
                  <c:v>1932</c:v>
                </c:pt>
                <c:pt idx="1932">
                  <c:v>1933</c:v>
                </c:pt>
                <c:pt idx="1933">
                  <c:v>1934</c:v>
                </c:pt>
                <c:pt idx="1934">
                  <c:v>1935</c:v>
                </c:pt>
                <c:pt idx="1935">
                  <c:v>1936</c:v>
                </c:pt>
                <c:pt idx="1936">
                  <c:v>1937</c:v>
                </c:pt>
                <c:pt idx="1937">
                  <c:v>1938</c:v>
                </c:pt>
                <c:pt idx="1938">
                  <c:v>1939</c:v>
                </c:pt>
                <c:pt idx="1939">
                  <c:v>1940</c:v>
                </c:pt>
                <c:pt idx="1940">
                  <c:v>1941</c:v>
                </c:pt>
                <c:pt idx="1941">
                  <c:v>1942</c:v>
                </c:pt>
                <c:pt idx="1942">
                  <c:v>1943</c:v>
                </c:pt>
                <c:pt idx="1943">
                  <c:v>1944</c:v>
                </c:pt>
                <c:pt idx="1944">
                  <c:v>1945</c:v>
                </c:pt>
                <c:pt idx="1945">
                  <c:v>1946</c:v>
                </c:pt>
                <c:pt idx="1946">
                  <c:v>1947</c:v>
                </c:pt>
                <c:pt idx="1947">
                  <c:v>1948</c:v>
                </c:pt>
                <c:pt idx="1948">
                  <c:v>1949</c:v>
                </c:pt>
                <c:pt idx="1949">
                  <c:v>1950</c:v>
                </c:pt>
                <c:pt idx="1950">
                  <c:v>1951</c:v>
                </c:pt>
                <c:pt idx="1951">
                  <c:v>1952</c:v>
                </c:pt>
                <c:pt idx="1952">
                  <c:v>1953</c:v>
                </c:pt>
                <c:pt idx="1953">
                  <c:v>1954</c:v>
                </c:pt>
                <c:pt idx="1954">
                  <c:v>1955</c:v>
                </c:pt>
                <c:pt idx="1955">
                  <c:v>1956</c:v>
                </c:pt>
                <c:pt idx="1956">
                  <c:v>1957</c:v>
                </c:pt>
                <c:pt idx="1957">
                  <c:v>1958</c:v>
                </c:pt>
                <c:pt idx="1958">
                  <c:v>1959</c:v>
                </c:pt>
                <c:pt idx="1959">
                  <c:v>1960</c:v>
                </c:pt>
                <c:pt idx="1960">
                  <c:v>1961</c:v>
                </c:pt>
                <c:pt idx="1961">
                  <c:v>1962</c:v>
                </c:pt>
                <c:pt idx="1962">
                  <c:v>1963</c:v>
                </c:pt>
                <c:pt idx="1963">
                  <c:v>1964</c:v>
                </c:pt>
                <c:pt idx="1964">
                  <c:v>1965</c:v>
                </c:pt>
                <c:pt idx="1965">
                  <c:v>1966</c:v>
                </c:pt>
                <c:pt idx="1966">
                  <c:v>1967</c:v>
                </c:pt>
                <c:pt idx="1967">
                  <c:v>1968</c:v>
                </c:pt>
                <c:pt idx="1968">
                  <c:v>1969</c:v>
                </c:pt>
                <c:pt idx="1969">
                  <c:v>1970</c:v>
                </c:pt>
                <c:pt idx="1970">
                  <c:v>1971</c:v>
                </c:pt>
                <c:pt idx="1971">
                  <c:v>1972</c:v>
                </c:pt>
                <c:pt idx="1972">
                  <c:v>1973</c:v>
                </c:pt>
                <c:pt idx="1973">
                  <c:v>1974</c:v>
                </c:pt>
                <c:pt idx="1974">
                  <c:v>1975</c:v>
                </c:pt>
                <c:pt idx="1975">
                  <c:v>1976</c:v>
                </c:pt>
                <c:pt idx="1976">
                  <c:v>1977</c:v>
                </c:pt>
                <c:pt idx="1977">
                  <c:v>1978</c:v>
                </c:pt>
                <c:pt idx="1978">
                  <c:v>1979</c:v>
                </c:pt>
                <c:pt idx="1979">
                  <c:v>1980</c:v>
                </c:pt>
                <c:pt idx="1980">
                  <c:v>1981</c:v>
                </c:pt>
                <c:pt idx="1981">
                  <c:v>1982</c:v>
                </c:pt>
                <c:pt idx="1982">
                  <c:v>1983</c:v>
                </c:pt>
                <c:pt idx="1983">
                  <c:v>1984</c:v>
                </c:pt>
                <c:pt idx="1984">
                  <c:v>1985</c:v>
                </c:pt>
                <c:pt idx="1985">
                  <c:v>1986</c:v>
                </c:pt>
                <c:pt idx="1986">
                  <c:v>1987</c:v>
                </c:pt>
                <c:pt idx="1987">
                  <c:v>1988</c:v>
                </c:pt>
                <c:pt idx="1988">
                  <c:v>1989</c:v>
                </c:pt>
                <c:pt idx="1989">
                  <c:v>1990</c:v>
                </c:pt>
                <c:pt idx="1990">
                  <c:v>1991</c:v>
                </c:pt>
                <c:pt idx="1991">
                  <c:v>1992</c:v>
                </c:pt>
                <c:pt idx="1992">
                  <c:v>1993</c:v>
                </c:pt>
                <c:pt idx="1993">
                  <c:v>1994</c:v>
                </c:pt>
                <c:pt idx="1994">
                  <c:v>1995</c:v>
                </c:pt>
                <c:pt idx="1995">
                  <c:v>1996</c:v>
                </c:pt>
                <c:pt idx="1996">
                  <c:v>1997</c:v>
                </c:pt>
                <c:pt idx="1997">
                  <c:v>1998</c:v>
                </c:pt>
                <c:pt idx="1998">
                  <c:v>1999</c:v>
                </c:pt>
                <c:pt idx="1999">
                  <c:v>2000</c:v>
                </c:pt>
                <c:pt idx="2000">
                  <c:v>2001</c:v>
                </c:pt>
                <c:pt idx="2001">
                  <c:v>2002</c:v>
                </c:pt>
                <c:pt idx="2002">
                  <c:v>2003</c:v>
                </c:pt>
                <c:pt idx="2003">
                  <c:v>2004</c:v>
                </c:pt>
                <c:pt idx="2004">
                  <c:v>2005</c:v>
                </c:pt>
                <c:pt idx="2005">
                  <c:v>2006</c:v>
                </c:pt>
                <c:pt idx="2006">
                  <c:v>2007</c:v>
                </c:pt>
                <c:pt idx="2007">
                  <c:v>2008</c:v>
                </c:pt>
                <c:pt idx="2008">
                  <c:v>2009</c:v>
                </c:pt>
                <c:pt idx="2009">
                  <c:v>2010</c:v>
                </c:pt>
                <c:pt idx="2010">
                  <c:v>2011</c:v>
                </c:pt>
                <c:pt idx="2011">
                  <c:v>2012</c:v>
                </c:pt>
                <c:pt idx="2012">
                  <c:v>2013</c:v>
                </c:pt>
                <c:pt idx="2013">
                  <c:v>2014</c:v>
                </c:pt>
                <c:pt idx="2014">
                  <c:v>2015</c:v>
                </c:pt>
                <c:pt idx="2015">
                  <c:v>2016</c:v>
                </c:pt>
                <c:pt idx="2016">
                  <c:v>2017</c:v>
                </c:pt>
                <c:pt idx="2017">
                  <c:v>2018</c:v>
                </c:pt>
                <c:pt idx="2018">
                  <c:v>2019</c:v>
                </c:pt>
                <c:pt idx="2019">
                  <c:v>2020</c:v>
                </c:pt>
                <c:pt idx="2020">
                  <c:v>2021</c:v>
                </c:pt>
                <c:pt idx="2021">
                  <c:v>2022</c:v>
                </c:pt>
                <c:pt idx="2022">
                  <c:v>2023</c:v>
                </c:pt>
                <c:pt idx="2023">
                  <c:v>2024</c:v>
                </c:pt>
                <c:pt idx="2024">
                  <c:v>2025</c:v>
                </c:pt>
                <c:pt idx="2025">
                  <c:v>2026</c:v>
                </c:pt>
                <c:pt idx="2026">
                  <c:v>2027</c:v>
                </c:pt>
                <c:pt idx="2027">
                  <c:v>2028</c:v>
                </c:pt>
                <c:pt idx="2028">
                  <c:v>2029</c:v>
                </c:pt>
                <c:pt idx="2029">
                  <c:v>2030</c:v>
                </c:pt>
                <c:pt idx="2030">
                  <c:v>2031</c:v>
                </c:pt>
                <c:pt idx="2031">
                  <c:v>2032</c:v>
                </c:pt>
                <c:pt idx="2032">
                  <c:v>2033</c:v>
                </c:pt>
                <c:pt idx="2033">
                  <c:v>2034</c:v>
                </c:pt>
                <c:pt idx="2034">
                  <c:v>2035</c:v>
                </c:pt>
                <c:pt idx="2035">
                  <c:v>2036</c:v>
                </c:pt>
                <c:pt idx="2036">
                  <c:v>2037</c:v>
                </c:pt>
                <c:pt idx="2037">
                  <c:v>2038</c:v>
                </c:pt>
                <c:pt idx="2038">
                  <c:v>2039</c:v>
                </c:pt>
                <c:pt idx="2039">
                  <c:v>2040</c:v>
                </c:pt>
                <c:pt idx="2040">
                  <c:v>2041</c:v>
                </c:pt>
                <c:pt idx="2041">
                  <c:v>2042</c:v>
                </c:pt>
                <c:pt idx="2042">
                  <c:v>2043</c:v>
                </c:pt>
                <c:pt idx="2043">
                  <c:v>2044</c:v>
                </c:pt>
                <c:pt idx="2044">
                  <c:v>2045</c:v>
                </c:pt>
                <c:pt idx="2045">
                  <c:v>2046</c:v>
                </c:pt>
                <c:pt idx="2046">
                  <c:v>2047</c:v>
                </c:pt>
                <c:pt idx="2047">
                  <c:v>2048</c:v>
                </c:pt>
                <c:pt idx="2048">
                  <c:v>2049</c:v>
                </c:pt>
                <c:pt idx="2049">
                  <c:v>2050</c:v>
                </c:pt>
                <c:pt idx="2050">
                  <c:v>2051</c:v>
                </c:pt>
                <c:pt idx="2051">
                  <c:v>2052</c:v>
                </c:pt>
                <c:pt idx="2052">
                  <c:v>2053</c:v>
                </c:pt>
                <c:pt idx="2053">
                  <c:v>2054</c:v>
                </c:pt>
                <c:pt idx="2054">
                  <c:v>2055</c:v>
                </c:pt>
                <c:pt idx="2055">
                  <c:v>2056</c:v>
                </c:pt>
                <c:pt idx="2056">
                  <c:v>2057</c:v>
                </c:pt>
                <c:pt idx="2057">
                  <c:v>2058</c:v>
                </c:pt>
                <c:pt idx="2058">
                  <c:v>2059</c:v>
                </c:pt>
                <c:pt idx="2059">
                  <c:v>2060</c:v>
                </c:pt>
                <c:pt idx="2060">
                  <c:v>2061</c:v>
                </c:pt>
                <c:pt idx="2061">
                  <c:v>2062</c:v>
                </c:pt>
                <c:pt idx="2062">
                  <c:v>2063</c:v>
                </c:pt>
                <c:pt idx="2063">
                  <c:v>2064</c:v>
                </c:pt>
                <c:pt idx="2064">
                  <c:v>2065</c:v>
                </c:pt>
                <c:pt idx="2065">
                  <c:v>2066</c:v>
                </c:pt>
                <c:pt idx="2066">
                  <c:v>2067</c:v>
                </c:pt>
                <c:pt idx="2067">
                  <c:v>2068</c:v>
                </c:pt>
                <c:pt idx="2068">
                  <c:v>2069</c:v>
                </c:pt>
                <c:pt idx="2069">
                  <c:v>2070</c:v>
                </c:pt>
                <c:pt idx="2070">
                  <c:v>2071</c:v>
                </c:pt>
                <c:pt idx="2071">
                  <c:v>2072</c:v>
                </c:pt>
                <c:pt idx="2072">
                  <c:v>2073</c:v>
                </c:pt>
                <c:pt idx="2073">
                  <c:v>2074</c:v>
                </c:pt>
                <c:pt idx="2074">
                  <c:v>2075</c:v>
                </c:pt>
                <c:pt idx="2075">
                  <c:v>2076</c:v>
                </c:pt>
                <c:pt idx="2076">
                  <c:v>2077</c:v>
                </c:pt>
                <c:pt idx="2077">
                  <c:v>2078</c:v>
                </c:pt>
                <c:pt idx="2078">
                  <c:v>2079</c:v>
                </c:pt>
                <c:pt idx="2079">
                  <c:v>2080</c:v>
                </c:pt>
                <c:pt idx="2080">
                  <c:v>2081</c:v>
                </c:pt>
                <c:pt idx="2081">
                  <c:v>2082</c:v>
                </c:pt>
                <c:pt idx="2082">
                  <c:v>2083</c:v>
                </c:pt>
                <c:pt idx="2083">
                  <c:v>2084</c:v>
                </c:pt>
                <c:pt idx="2084">
                  <c:v>2085</c:v>
                </c:pt>
                <c:pt idx="2085">
                  <c:v>2086</c:v>
                </c:pt>
                <c:pt idx="2086">
                  <c:v>2087</c:v>
                </c:pt>
                <c:pt idx="2087">
                  <c:v>2088</c:v>
                </c:pt>
                <c:pt idx="2088">
                  <c:v>2089</c:v>
                </c:pt>
                <c:pt idx="2089">
                  <c:v>2090</c:v>
                </c:pt>
                <c:pt idx="2090">
                  <c:v>2091</c:v>
                </c:pt>
                <c:pt idx="2091">
                  <c:v>2092</c:v>
                </c:pt>
                <c:pt idx="2092">
                  <c:v>2093</c:v>
                </c:pt>
                <c:pt idx="2093">
                  <c:v>2094</c:v>
                </c:pt>
                <c:pt idx="2094">
                  <c:v>2095</c:v>
                </c:pt>
                <c:pt idx="2095">
                  <c:v>2096</c:v>
                </c:pt>
                <c:pt idx="2096">
                  <c:v>2097</c:v>
                </c:pt>
                <c:pt idx="2097">
                  <c:v>2098</c:v>
                </c:pt>
                <c:pt idx="2098">
                  <c:v>2099</c:v>
                </c:pt>
                <c:pt idx="2099">
                  <c:v>2100</c:v>
                </c:pt>
                <c:pt idx="2100">
                  <c:v>2101</c:v>
                </c:pt>
                <c:pt idx="2101">
                  <c:v>2102</c:v>
                </c:pt>
                <c:pt idx="2102">
                  <c:v>2103</c:v>
                </c:pt>
                <c:pt idx="2103">
                  <c:v>2104</c:v>
                </c:pt>
                <c:pt idx="2104">
                  <c:v>2105</c:v>
                </c:pt>
                <c:pt idx="2105">
                  <c:v>2106</c:v>
                </c:pt>
                <c:pt idx="2106">
                  <c:v>2107</c:v>
                </c:pt>
                <c:pt idx="2107">
                  <c:v>2108</c:v>
                </c:pt>
                <c:pt idx="2108">
                  <c:v>2109</c:v>
                </c:pt>
                <c:pt idx="2109">
                  <c:v>2110</c:v>
                </c:pt>
                <c:pt idx="2110">
                  <c:v>2111</c:v>
                </c:pt>
                <c:pt idx="2111">
                  <c:v>2112</c:v>
                </c:pt>
                <c:pt idx="2112">
                  <c:v>2113</c:v>
                </c:pt>
                <c:pt idx="2113">
                  <c:v>2114</c:v>
                </c:pt>
                <c:pt idx="2114">
                  <c:v>2115</c:v>
                </c:pt>
                <c:pt idx="2115">
                  <c:v>2116</c:v>
                </c:pt>
                <c:pt idx="2116">
                  <c:v>2117</c:v>
                </c:pt>
                <c:pt idx="2117">
                  <c:v>2118</c:v>
                </c:pt>
                <c:pt idx="2118">
                  <c:v>2119</c:v>
                </c:pt>
                <c:pt idx="2119">
                  <c:v>2120</c:v>
                </c:pt>
                <c:pt idx="2120">
                  <c:v>2121</c:v>
                </c:pt>
                <c:pt idx="2121">
                  <c:v>2122</c:v>
                </c:pt>
                <c:pt idx="2122">
                  <c:v>2123</c:v>
                </c:pt>
                <c:pt idx="2123">
                  <c:v>2124</c:v>
                </c:pt>
                <c:pt idx="2124">
                  <c:v>2125</c:v>
                </c:pt>
                <c:pt idx="2125">
                  <c:v>2126</c:v>
                </c:pt>
                <c:pt idx="2126">
                  <c:v>2127</c:v>
                </c:pt>
                <c:pt idx="2127">
                  <c:v>2128</c:v>
                </c:pt>
                <c:pt idx="2128">
                  <c:v>2129</c:v>
                </c:pt>
                <c:pt idx="2129">
                  <c:v>2130</c:v>
                </c:pt>
                <c:pt idx="2130">
                  <c:v>2131</c:v>
                </c:pt>
                <c:pt idx="2131">
                  <c:v>2132</c:v>
                </c:pt>
                <c:pt idx="2132">
                  <c:v>2133</c:v>
                </c:pt>
                <c:pt idx="2133">
                  <c:v>2134</c:v>
                </c:pt>
                <c:pt idx="2134">
                  <c:v>2135</c:v>
                </c:pt>
                <c:pt idx="2135">
                  <c:v>2136</c:v>
                </c:pt>
                <c:pt idx="2136">
                  <c:v>2137</c:v>
                </c:pt>
                <c:pt idx="2137">
                  <c:v>2138</c:v>
                </c:pt>
                <c:pt idx="2138">
                  <c:v>2139</c:v>
                </c:pt>
                <c:pt idx="2139">
                  <c:v>2140</c:v>
                </c:pt>
                <c:pt idx="2140">
                  <c:v>2141</c:v>
                </c:pt>
                <c:pt idx="2141">
                  <c:v>2142</c:v>
                </c:pt>
                <c:pt idx="2142">
                  <c:v>2143</c:v>
                </c:pt>
                <c:pt idx="2143">
                  <c:v>2144</c:v>
                </c:pt>
                <c:pt idx="2144">
                  <c:v>2145</c:v>
                </c:pt>
                <c:pt idx="2145">
                  <c:v>2146</c:v>
                </c:pt>
                <c:pt idx="2146">
                  <c:v>2147</c:v>
                </c:pt>
                <c:pt idx="2147">
                  <c:v>2148</c:v>
                </c:pt>
                <c:pt idx="2148">
                  <c:v>2149</c:v>
                </c:pt>
                <c:pt idx="2149">
                  <c:v>2150</c:v>
                </c:pt>
                <c:pt idx="2150">
                  <c:v>2151</c:v>
                </c:pt>
                <c:pt idx="2151">
                  <c:v>2152</c:v>
                </c:pt>
                <c:pt idx="2152">
                  <c:v>2153</c:v>
                </c:pt>
                <c:pt idx="2153">
                  <c:v>2154</c:v>
                </c:pt>
                <c:pt idx="2154">
                  <c:v>2155</c:v>
                </c:pt>
                <c:pt idx="2155">
                  <c:v>2156</c:v>
                </c:pt>
                <c:pt idx="2156">
                  <c:v>2157</c:v>
                </c:pt>
                <c:pt idx="2157">
                  <c:v>2158</c:v>
                </c:pt>
                <c:pt idx="2158">
                  <c:v>2159</c:v>
                </c:pt>
                <c:pt idx="2159">
                  <c:v>2160</c:v>
                </c:pt>
                <c:pt idx="2160">
                  <c:v>2161</c:v>
                </c:pt>
                <c:pt idx="2161">
                  <c:v>2162</c:v>
                </c:pt>
                <c:pt idx="2162">
                  <c:v>2163</c:v>
                </c:pt>
                <c:pt idx="2163">
                  <c:v>2164</c:v>
                </c:pt>
                <c:pt idx="2164">
                  <c:v>2165</c:v>
                </c:pt>
                <c:pt idx="2165">
                  <c:v>2166</c:v>
                </c:pt>
                <c:pt idx="2166">
                  <c:v>2167</c:v>
                </c:pt>
                <c:pt idx="2167">
                  <c:v>2168</c:v>
                </c:pt>
                <c:pt idx="2168">
                  <c:v>2169</c:v>
                </c:pt>
                <c:pt idx="2169">
                  <c:v>2170</c:v>
                </c:pt>
                <c:pt idx="2170">
                  <c:v>2171</c:v>
                </c:pt>
                <c:pt idx="2171">
                  <c:v>2172</c:v>
                </c:pt>
                <c:pt idx="2172">
                  <c:v>2173</c:v>
                </c:pt>
                <c:pt idx="2173">
                  <c:v>2174</c:v>
                </c:pt>
                <c:pt idx="2174">
                  <c:v>2175</c:v>
                </c:pt>
                <c:pt idx="2175">
                  <c:v>2176</c:v>
                </c:pt>
                <c:pt idx="2176">
                  <c:v>2177</c:v>
                </c:pt>
                <c:pt idx="2177">
                  <c:v>2178</c:v>
                </c:pt>
                <c:pt idx="2178">
                  <c:v>2179</c:v>
                </c:pt>
                <c:pt idx="2179">
                  <c:v>2180</c:v>
                </c:pt>
                <c:pt idx="2180">
                  <c:v>2181</c:v>
                </c:pt>
                <c:pt idx="2181">
                  <c:v>2182</c:v>
                </c:pt>
                <c:pt idx="2182">
                  <c:v>2183</c:v>
                </c:pt>
                <c:pt idx="2183">
                  <c:v>2184</c:v>
                </c:pt>
                <c:pt idx="2184">
                  <c:v>2185</c:v>
                </c:pt>
                <c:pt idx="2185">
                  <c:v>2186</c:v>
                </c:pt>
                <c:pt idx="2186">
                  <c:v>2187</c:v>
                </c:pt>
                <c:pt idx="2187">
                  <c:v>2188</c:v>
                </c:pt>
                <c:pt idx="2188">
                  <c:v>2189</c:v>
                </c:pt>
                <c:pt idx="2189">
                  <c:v>2190</c:v>
                </c:pt>
                <c:pt idx="2190">
                  <c:v>2191</c:v>
                </c:pt>
                <c:pt idx="2191">
                  <c:v>2192</c:v>
                </c:pt>
                <c:pt idx="2192">
                  <c:v>2193</c:v>
                </c:pt>
                <c:pt idx="2193">
                  <c:v>2194</c:v>
                </c:pt>
                <c:pt idx="2194">
                  <c:v>2195</c:v>
                </c:pt>
                <c:pt idx="2195">
                  <c:v>2196</c:v>
                </c:pt>
                <c:pt idx="2196">
                  <c:v>2197</c:v>
                </c:pt>
                <c:pt idx="2197">
                  <c:v>2198</c:v>
                </c:pt>
                <c:pt idx="2198">
                  <c:v>2199</c:v>
                </c:pt>
                <c:pt idx="2199">
                  <c:v>2200</c:v>
                </c:pt>
                <c:pt idx="2200">
                  <c:v>2201</c:v>
                </c:pt>
                <c:pt idx="2201">
                  <c:v>2202</c:v>
                </c:pt>
                <c:pt idx="2202">
                  <c:v>2203</c:v>
                </c:pt>
                <c:pt idx="2203">
                  <c:v>2204</c:v>
                </c:pt>
                <c:pt idx="2204">
                  <c:v>2205</c:v>
                </c:pt>
                <c:pt idx="2205">
                  <c:v>2206</c:v>
                </c:pt>
                <c:pt idx="2206">
                  <c:v>2207</c:v>
                </c:pt>
                <c:pt idx="2207">
                  <c:v>2208</c:v>
                </c:pt>
                <c:pt idx="2208">
                  <c:v>2209</c:v>
                </c:pt>
                <c:pt idx="2209">
                  <c:v>2210</c:v>
                </c:pt>
                <c:pt idx="2210">
                  <c:v>2211</c:v>
                </c:pt>
                <c:pt idx="2211">
                  <c:v>2212</c:v>
                </c:pt>
                <c:pt idx="2212">
                  <c:v>2213</c:v>
                </c:pt>
                <c:pt idx="2213">
                  <c:v>2214</c:v>
                </c:pt>
                <c:pt idx="2214">
                  <c:v>2215</c:v>
                </c:pt>
                <c:pt idx="2215">
                  <c:v>2216</c:v>
                </c:pt>
                <c:pt idx="2216">
                  <c:v>2217</c:v>
                </c:pt>
                <c:pt idx="2217">
                  <c:v>2218</c:v>
                </c:pt>
                <c:pt idx="2218">
                  <c:v>2219</c:v>
                </c:pt>
                <c:pt idx="2219">
                  <c:v>2220</c:v>
                </c:pt>
                <c:pt idx="2220">
                  <c:v>2221</c:v>
                </c:pt>
                <c:pt idx="2221">
                  <c:v>2222</c:v>
                </c:pt>
                <c:pt idx="2222">
                  <c:v>2223</c:v>
                </c:pt>
                <c:pt idx="2223">
                  <c:v>2224</c:v>
                </c:pt>
                <c:pt idx="2224">
                  <c:v>2225</c:v>
                </c:pt>
                <c:pt idx="2225">
                  <c:v>2226</c:v>
                </c:pt>
                <c:pt idx="2226">
                  <c:v>2227</c:v>
                </c:pt>
                <c:pt idx="2227">
                  <c:v>2228</c:v>
                </c:pt>
                <c:pt idx="2228">
                  <c:v>2229</c:v>
                </c:pt>
                <c:pt idx="2229">
                  <c:v>2230</c:v>
                </c:pt>
                <c:pt idx="2230">
                  <c:v>2231</c:v>
                </c:pt>
                <c:pt idx="2231">
                  <c:v>2232</c:v>
                </c:pt>
                <c:pt idx="2232">
                  <c:v>2233</c:v>
                </c:pt>
                <c:pt idx="2233">
                  <c:v>2234</c:v>
                </c:pt>
                <c:pt idx="2234">
                  <c:v>2235</c:v>
                </c:pt>
                <c:pt idx="2235">
                  <c:v>2236</c:v>
                </c:pt>
                <c:pt idx="2236">
                  <c:v>2237</c:v>
                </c:pt>
                <c:pt idx="2237">
                  <c:v>2238</c:v>
                </c:pt>
                <c:pt idx="2238">
                  <c:v>2239</c:v>
                </c:pt>
                <c:pt idx="2239">
                  <c:v>2240</c:v>
                </c:pt>
                <c:pt idx="2240">
                  <c:v>2241</c:v>
                </c:pt>
                <c:pt idx="2241">
                  <c:v>2242</c:v>
                </c:pt>
                <c:pt idx="2242">
                  <c:v>2243</c:v>
                </c:pt>
                <c:pt idx="2243">
                  <c:v>2244</c:v>
                </c:pt>
                <c:pt idx="2244">
                  <c:v>2245</c:v>
                </c:pt>
                <c:pt idx="2245">
                  <c:v>2246</c:v>
                </c:pt>
                <c:pt idx="2246">
                  <c:v>2247</c:v>
                </c:pt>
                <c:pt idx="2247">
                  <c:v>2248</c:v>
                </c:pt>
                <c:pt idx="2248">
                  <c:v>2249</c:v>
                </c:pt>
                <c:pt idx="2249">
                  <c:v>2250</c:v>
                </c:pt>
                <c:pt idx="2250">
                  <c:v>2251</c:v>
                </c:pt>
                <c:pt idx="2251">
                  <c:v>2252</c:v>
                </c:pt>
                <c:pt idx="2252">
                  <c:v>2253</c:v>
                </c:pt>
                <c:pt idx="2253">
                  <c:v>2254</c:v>
                </c:pt>
                <c:pt idx="2254">
                  <c:v>2255</c:v>
                </c:pt>
                <c:pt idx="2255">
                  <c:v>2256</c:v>
                </c:pt>
                <c:pt idx="2256">
                  <c:v>2257</c:v>
                </c:pt>
                <c:pt idx="2257">
                  <c:v>2258</c:v>
                </c:pt>
                <c:pt idx="2258">
                  <c:v>2259</c:v>
                </c:pt>
                <c:pt idx="2259">
                  <c:v>2260</c:v>
                </c:pt>
                <c:pt idx="2260">
                  <c:v>2261</c:v>
                </c:pt>
                <c:pt idx="2261">
                  <c:v>2262</c:v>
                </c:pt>
                <c:pt idx="2262">
                  <c:v>2263</c:v>
                </c:pt>
                <c:pt idx="2263">
                  <c:v>2264</c:v>
                </c:pt>
                <c:pt idx="2264">
                  <c:v>2265</c:v>
                </c:pt>
                <c:pt idx="2265">
                  <c:v>2266</c:v>
                </c:pt>
                <c:pt idx="2266">
                  <c:v>2267</c:v>
                </c:pt>
                <c:pt idx="2267">
                  <c:v>2268</c:v>
                </c:pt>
                <c:pt idx="2268">
                  <c:v>2269</c:v>
                </c:pt>
                <c:pt idx="2269">
                  <c:v>2270</c:v>
                </c:pt>
                <c:pt idx="2270">
                  <c:v>2271</c:v>
                </c:pt>
                <c:pt idx="2271">
                  <c:v>2272</c:v>
                </c:pt>
                <c:pt idx="2272">
                  <c:v>2273</c:v>
                </c:pt>
                <c:pt idx="2273">
                  <c:v>2274</c:v>
                </c:pt>
                <c:pt idx="2274">
                  <c:v>2275</c:v>
                </c:pt>
                <c:pt idx="2275">
                  <c:v>2276</c:v>
                </c:pt>
                <c:pt idx="2276">
                  <c:v>2277</c:v>
                </c:pt>
                <c:pt idx="2277">
                  <c:v>2278</c:v>
                </c:pt>
                <c:pt idx="2278">
                  <c:v>2279</c:v>
                </c:pt>
                <c:pt idx="2279">
                  <c:v>2280</c:v>
                </c:pt>
                <c:pt idx="2280">
                  <c:v>2281</c:v>
                </c:pt>
                <c:pt idx="2281">
                  <c:v>2282</c:v>
                </c:pt>
                <c:pt idx="2282">
                  <c:v>2283</c:v>
                </c:pt>
                <c:pt idx="2283">
                  <c:v>2284</c:v>
                </c:pt>
                <c:pt idx="2284">
                  <c:v>2285</c:v>
                </c:pt>
                <c:pt idx="2285">
                  <c:v>2286</c:v>
                </c:pt>
                <c:pt idx="2286">
                  <c:v>2287</c:v>
                </c:pt>
                <c:pt idx="2287">
                  <c:v>2288</c:v>
                </c:pt>
                <c:pt idx="2288">
                  <c:v>2289</c:v>
                </c:pt>
                <c:pt idx="2289">
                  <c:v>2290</c:v>
                </c:pt>
                <c:pt idx="2290">
                  <c:v>2291</c:v>
                </c:pt>
                <c:pt idx="2291">
                  <c:v>2292</c:v>
                </c:pt>
                <c:pt idx="2292">
                  <c:v>2293</c:v>
                </c:pt>
                <c:pt idx="2293">
                  <c:v>2294</c:v>
                </c:pt>
                <c:pt idx="2294">
                  <c:v>2295</c:v>
                </c:pt>
                <c:pt idx="2295">
                  <c:v>2296</c:v>
                </c:pt>
                <c:pt idx="2296">
                  <c:v>2297</c:v>
                </c:pt>
                <c:pt idx="2297">
                  <c:v>2298</c:v>
                </c:pt>
                <c:pt idx="2298">
                  <c:v>2299</c:v>
                </c:pt>
                <c:pt idx="2299">
                  <c:v>2300</c:v>
                </c:pt>
                <c:pt idx="2300">
                  <c:v>2301</c:v>
                </c:pt>
                <c:pt idx="2301">
                  <c:v>2302</c:v>
                </c:pt>
                <c:pt idx="2302">
                  <c:v>2303</c:v>
                </c:pt>
                <c:pt idx="2303">
                  <c:v>2304</c:v>
                </c:pt>
                <c:pt idx="2304">
                  <c:v>2305</c:v>
                </c:pt>
                <c:pt idx="2305">
                  <c:v>2306</c:v>
                </c:pt>
                <c:pt idx="2306">
                  <c:v>2307</c:v>
                </c:pt>
                <c:pt idx="2307">
                  <c:v>2308</c:v>
                </c:pt>
                <c:pt idx="2308">
                  <c:v>2309</c:v>
                </c:pt>
                <c:pt idx="2309">
                  <c:v>2310</c:v>
                </c:pt>
                <c:pt idx="2310">
                  <c:v>2311</c:v>
                </c:pt>
                <c:pt idx="2311">
                  <c:v>2312</c:v>
                </c:pt>
                <c:pt idx="2312">
                  <c:v>2313</c:v>
                </c:pt>
                <c:pt idx="2313">
                  <c:v>2314</c:v>
                </c:pt>
                <c:pt idx="2314">
                  <c:v>2315</c:v>
                </c:pt>
                <c:pt idx="2315">
                  <c:v>2316</c:v>
                </c:pt>
                <c:pt idx="2316">
                  <c:v>2317</c:v>
                </c:pt>
                <c:pt idx="2317">
                  <c:v>2318</c:v>
                </c:pt>
                <c:pt idx="2318">
                  <c:v>2319</c:v>
                </c:pt>
                <c:pt idx="2319">
                  <c:v>2320</c:v>
                </c:pt>
                <c:pt idx="2320">
                  <c:v>2321</c:v>
                </c:pt>
                <c:pt idx="2321">
                  <c:v>2322</c:v>
                </c:pt>
                <c:pt idx="2322">
                  <c:v>2323</c:v>
                </c:pt>
                <c:pt idx="2323">
                  <c:v>2324</c:v>
                </c:pt>
                <c:pt idx="2324">
                  <c:v>2325</c:v>
                </c:pt>
                <c:pt idx="2325">
                  <c:v>2326</c:v>
                </c:pt>
                <c:pt idx="2326">
                  <c:v>2327</c:v>
                </c:pt>
                <c:pt idx="2327">
                  <c:v>2328</c:v>
                </c:pt>
                <c:pt idx="2328">
                  <c:v>2329</c:v>
                </c:pt>
                <c:pt idx="2329">
                  <c:v>2330</c:v>
                </c:pt>
                <c:pt idx="2330">
                  <c:v>2331</c:v>
                </c:pt>
                <c:pt idx="2331">
                  <c:v>2332</c:v>
                </c:pt>
                <c:pt idx="2332">
                  <c:v>2333</c:v>
                </c:pt>
                <c:pt idx="2333">
                  <c:v>2334</c:v>
                </c:pt>
                <c:pt idx="2334">
                  <c:v>2335</c:v>
                </c:pt>
                <c:pt idx="2335">
                  <c:v>2336</c:v>
                </c:pt>
                <c:pt idx="2336">
                  <c:v>2337</c:v>
                </c:pt>
                <c:pt idx="2337">
                  <c:v>2338</c:v>
                </c:pt>
                <c:pt idx="2338">
                  <c:v>2339</c:v>
                </c:pt>
                <c:pt idx="2339">
                  <c:v>2340</c:v>
                </c:pt>
                <c:pt idx="2340">
                  <c:v>2341</c:v>
                </c:pt>
                <c:pt idx="2341">
                  <c:v>2342</c:v>
                </c:pt>
                <c:pt idx="2342">
                  <c:v>2343</c:v>
                </c:pt>
                <c:pt idx="2343">
                  <c:v>2344</c:v>
                </c:pt>
                <c:pt idx="2344">
                  <c:v>2345</c:v>
                </c:pt>
                <c:pt idx="2345">
                  <c:v>2346</c:v>
                </c:pt>
                <c:pt idx="2346">
                  <c:v>2347</c:v>
                </c:pt>
                <c:pt idx="2347">
                  <c:v>2348</c:v>
                </c:pt>
                <c:pt idx="2348">
                  <c:v>2349</c:v>
                </c:pt>
                <c:pt idx="2349">
                  <c:v>2350</c:v>
                </c:pt>
                <c:pt idx="2350">
                  <c:v>2351</c:v>
                </c:pt>
                <c:pt idx="2351">
                  <c:v>2352</c:v>
                </c:pt>
                <c:pt idx="2352">
                  <c:v>2353</c:v>
                </c:pt>
                <c:pt idx="2353">
                  <c:v>2354</c:v>
                </c:pt>
                <c:pt idx="2354">
                  <c:v>2355</c:v>
                </c:pt>
                <c:pt idx="2355">
                  <c:v>2356</c:v>
                </c:pt>
                <c:pt idx="2356">
                  <c:v>2357</c:v>
                </c:pt>
                <c:pt idx="2357">
                  <c:v>2358</c:v>
                </c:pt>
                <c:pt idx="2358">
                  <c:v>2359</c:v>
                </c:pt>
                <c:pt idx="2359">
                  <c:v>2360</c:v>
                </c:pt>
                <c:pt idx="2360">
                  <c:v>2361</c:v>
                </c:pt>
                <c:pt idx="2361">
                  <c:v>2362</c:v>
                </c:pt>
                <c:pt idx="2362">
                  <c:v>2363</c:v>
                </c:pt>
                <c:pt idx="2363">
                  <c:v>2364</c:v>
                </c:pt>
                <c:pt idx="2364">
                  <c:v>2365</c:v>
                </c:pt>
                <c:pt idx="2365">
                  <c:v>2366</c:v>
                </c:pt>
                <c:pt idx="2366">
                  <c:v>2367</c:v>
                </c:pt>
                <c:pt idx="2367">
                  <c:v>2368</c:v>
                </c:pt>
                <c:pt idx="2368">
                  <c:v>2369</c:v>
                </c:pt>
                <c:pt idx="2369">
                  <c:v>2370</c:v>
                </c:pt>
                <c:pt idx="2370">
                  <c:v>2371</c:v>
                </c:pt>
                <c:pt idx="2371">
                  <c:v>2372</c:v>
                </c:pt>
                <c:pt idx="2372">
                  <c:v>2373</c:v>
                </c:pt>
                <c:pt idx="2373">
                  <c:v>2374</c:v>
                </c:pt>
                <c:pt idx="2374">
                  <c:v>2375</c:v>
                </c:pt>
                <c:pt idx="2375">
                  <c:v>2376</c:v>
                </c:pt>
                <c:pt idx="2376">
                  <c:v>2377</c:v>
                </c:pt>
                <c:pt idx="2377">
                  <c:v>2378</c:v>
                </c:pt>
                <c:pt idx="2378">
                  <c:v>2379</c:v>
                </c:pt>
                <c:pt idx="2379">
                  <c:v>2380</c:v>
                </c:pt>
                <c:pt idx="2380">
                  <c:v>2381</c:v>
                </c:pt>
                <c:pt idx="2381">
                  <c:v>2382</c:v>
                </c:pt>
                <c:pt idx="2382">
                  <c:v>2383</c:v>
                </c:pt>
                <c:pt idx="2383">
                  <c:v>2384</c:v>
                </c:pt>
                <c:pt idx="2384">
                  <c:v>2385</c:v>
                </c:pt>
                <c:pt idx="2385">
                  <c:v>2386</c:v>
                </c:pt>
                <c:pt idx="2386">
                  <c:v>2387</c:v>
                </c:pt>
                <c:pt idx="2387">
                  <c:v>2388</c:v>
                </c:pt>
                <c:pt idx="2388">
                  <c:v>2389</c:v>
                </c:pt>
                <c:pt idx="2389">
                  <c:v>2390</c:v>
                </c:pt>
                <c:pt idx="2390">
                  <c:v>2391</c:v>
                </c:pt>
                <c:pt idx="2391">
                  <c:v>2392</c:v>
                </c:pt>
                <c:pt idx="2392">
                  <c:v>2393</c:v>
                </c:pt>
                <c:pt idx="2393">
                  <c:v>2394</c:v>
                </c:pt>
                <c:pt idx="2394">
                  <c:v>2395</c:v>
                </c:pt>
                <c:pt idx="2395">
                  <c:v>2396</c:v>
                </c:pt>
                <c:pt idx="2396">
                  <c:v>2397</c:v>
                </c:pt>
                <c:pt idx="2397">
                  <c:v>2398</c:v>
                </c:pt>
                <c:pt idx="2398">
                  <c:v>2399</c:v>
                </c:pt>
                <c:pt idx="2399">
                  <c:v>2400</c:v>
                </c:pt>
                <c:pt idx="2400">
                  <c:v>2401</c:v>
                </c:pt>
                <c:pt idx="2401">
                  <c:v>2402</c:v>
                </c:pt>
                <c:pt idx="2402">
                  <c:v>2403</c:v>
                </c:pt>
                <c:pt idx="2403">
                  <c:v>2404</c:v>
                </c:pt>
                <c:pt idx="2404">
                  <c:v>2405</c:v>
                </c:pt>
                <c:pt idx="2405">
                  <c:v>2406</c:v>
                </c:pt>
                <c:pt idx="2406">
                  <c:v>2407</c:v>
                </c:pt>
                <c:pt idx="2407">
                  <c:v>2408</c:v>
                </c:pt>
                <c:pt idx="2408">
                  <c:v>2409</c:v>
                </c:pt>
                <c:pt idx="2409">
                  <c:v>2410</c:v>
                </c:pt>
                <c:pt idx="2410">
                  <c:v>2411</c:v>
                </c:pt>
                <c:pt idx="2411">
                  <c:v>2412</c:v>
                </c:pt>
                <c:pt idx="2412">
                  <c:v>2413</c:v>
                </c:pt>
                <c:pt idx="2413">
                  <c:v>2414</c:v>
                </c:pt>
                <c:pt idx="2414">
                  <c:v>2415</c:v>
                </c:pt>
                <c:pt idx="2415">
                  <c:v>2416</c:v>
                </c:pt>
                <c:pt idx="2416">
                  <c:v>2417</c:v>
                </c:pt>
                <c:pt idx="2417">
                  <c:v>2418</c:v>
                </c:pt>
                <c:pt idx="2418">
                  <c:v>2419</c:v>
                </c:pt>
                <c:pt idx="2419">
                  <c:v>2420</c:v>
                </c:pt>
                <c:pt idx="2420">
                  <c:v>2421</c:v>
                </c:pt>
                <c:pt idx="2421">
                  <c:v>2422</c:v>
                </c:pt>
                <c:pt idx="2422">
                  <c:v>2423</c:v>
                </c:pt>
                <c:pt idx="2423">
                  <c:v>2424</c:v>
                </c:pt>
                <c:pt idx="2424">
                  <c:v>2425</c:v>
                </c:pt>
                <c:pt idx="2425">
                  <c:v>2426</c:v>
                </c:pt>
                <c:pt idx="2426">
                  <c:v>2427</c:v>
                </c:pt>
                <c:pt idx="2427">
                  <c:v>2428</c:v>
                </c:pt>
                <c:pt idx="2428">
                  <c:v>2429</c:v>
                </c:pt>
                <c:pt idx="2429">
                  <c:v>2430</c:v>
                </c:pt>
                <c:pt idx="2430">
                  <c:v>2431</c:v>
                </c:pt>
                <c:pt idx="2431">
                  <c:v>2432</c:v>
                </c:pt>
                <c:pt idx="2432">
                  <c:v>2433</c:v>
                </c:pt>
                <c:pt idx="2433">
                  <c:v>2434</c:v>
                </c:pt>
                <c:pt idx="2434">
                  <c:v>2435</c:v>
                </c:pt>
                <c:pt idx="2435">
                  <c:v>2436</c:v>
                </c:pt>
                <c:pt idx="2436">
                  <c:v>2437</c:v>
                </c:pt>
                <c:pt idx="2437">
                  <c:v>2438</c:v>
                </c:pt>
                <c:pt idx="2438">
                  <c:v>2439</c:v>
                </c:pt>
                <c:pt idx="2439">
                  <c:v>2440</c:v>
                </c:pt>
                <c:pt idx="2440">
                  <c:v>2441</c:v>
                </c:pt>
                <c:pt idx="2441">
                  <c:v>2442</c:v>
                </c:pt>
                <c:pt idx="2442">
                  <c:v>2443</c:v>
                </c:pt>
                <c:pt idx="2443">
                  <c:v>2444</c:v>
                </c:pt>
                <c:pt idx="2444">
                  <c:v>2445</c:v>
                </c:pt>
                <c:pt idx="2445">
                  <c:v>2446</c:v>
                </c:pt>
                <c:pt idx="2446">
                  <c:v>2447</c:v>
                </c:pt>
                <c:pt idx="2447">
                  <c:v>2448</c:v>
                </c:pt>
                <c:pt idx="2448">
                  <c:v>2449</c:v>
                </c:pt>
                <c:pt idx="2449">
                  <c:v>2450</c:v>
                </c:pt>
                <c:pt idx="2450">
                  <c:v>2451</c:v>
                </c:pt>
                <c:pt idx="2451">
                  <c:v>2452</c:v>
                </c:pt>
                <c:pt idx="2452">
                  <c:v>2453</c:v>
                </c:pt>
                <c:pt idx="2453">
                  <c:v>2454</c:v>
                </c:pt>
                <c:pt idx="2454">
                  <c:v>2455</c:v>
                </c:pt>
                <c:pt idx="2455">
                  <c:v>2456</c:v>
                </c:pt>
                <c:pt idx="2456">
                  <c:v>2457</c:v>
                </c:pt>
                <c:pt idx="2457">
                  <c:v>2458</c:v>
                </c:pt>
                <c:pt idx="2458">
                  <c:v>2459</c:v>
                </c:pt>
                <c:pt idx="2459">
                  <c:v>2460</c:v>
                </c:pt>
                <c:pt idx="2460">
                  <c:v>2461</c:v>
                </c:pt>
                <c:pt idx="2461">
                  <c:v>2462</c:v>
                </c:pt>
                <c:pt idx="2462">
                  <c:v>2463</c:v>
                </c:pt>
                <c:pt idx="2463">
                  <c:v>2464</c:v>
                </c:pt>
                <c:pt idx="2464">
                  <c:v>2465</c:v>
                </c:pt>
                <c:pt idx="2465">
                  <c:v>2466</c:v>
                </c:pt>
                <c:pt idx="2466">
                  <c:v>2467</c:v>
                </c:pt>
                <c:pt idx="2467">
                  <c:v>2468</c:v>
                </c:pt>
                <c:pt idx="2468">
                  <c:v>2469</c:v>
                </c:pt>
                <c:pt idx="2469">
                  <c:v>2470</c:v>
                </c:pt>
                <c:pt idx="2470">
                  <c:v>2471</c:v>
                </c:pt>
                <c:pt idx="2471">
                  <c:v>2472</c:v>
                </c:pt>
                <c:pt idx="2472">
                  <c:v>2473</c:v>
                </c:pt>
                <c:pt idx="2473">
                  <c:v>2474</c:v>
                </c:pt>
                <c:pt idx="2474">
                  <c:v>2475</c:v>
                </c:pt>
                <c:pt idx="2475">
                  <c:v>2476</c:v>
                </c:pt>
                <c:pt idx="2476">
                  <c:v>2477</c:v>
                </c:pt>
                <c:pt idx="2477">
                  <c:v>2478</c:v>
                </c:pt>
                <c:pt idx="2478">
                  <c:v>2479</c:v>
                </c:pt>
                <c:pt idx="2479">
                  <c:v>2480</c:v>
                </c:pt>
                <c:pt idx="2480">
                  <c:v>2481</c:v>
                </c:pt>
                <c:pt idx="2481">
                  <c:v>2482</c:v>
                </c:pt>
                <c:pt idx="2482">
                  <c:v>2483</c:v>
                </c:pt>
                <c:pt idx="2483">
                  <c:v>2484</c:v>
                </c:pt>
                <c:pt idx="2484">
                  <c:v>2485</c:v>
                </c:pt>
                <c:pt idx="2485">
                  <c:v>2486</c:v>
                </c:pt>
                <c:pt idx="2486">
                  <c:v>2487</c:v>
                </c:pt>
                <c:pt idx="2487">
                  <c:v>2488</c:v>
                </c:pt>
                <c:pt idx="2488">
                  <c:v>2489</c:v>
                </c:pt>
                <c:pt idx="2489">
                  <c:v>2490</c:v>
                </c:pt>
                <c:pt idx="2490">
                  <c:v>2491</c:v>
                </c:pt>
                <c:pt idx="2491">
                  <c:v>2492</c:v>
                </c:pt>
                <c:pt idx="2492">
                  <c:v>2493</c:v>
                </c:pt>
                <c:pt idx="2493">
                  <c:v>2494</c:v>
                </c:pt>
                <c:pt idx="2494">
                  <c:v>2495</c:v>
                </c:pt>
                <c:pt idx="2495">
                  <c:v>2496</c:v>
                </c:pt>
                <c:pt idx="2496">
                  <c:v>2497</c:v>
                </c:pt>
                <c:pt idx="2497">
                  <c:v>2498</c:v>
                </c:pt>
                <c:pt idx="2498">
                  <c:v>2499</c:v>
                </c:pt>
                <c:pt idx="2499">
                  <c:v>2500</c:v>
                </c:pt>
                <c:pt idx="2500">
                  <c:v>2501</c:v>
                </c:pt>
                <c:pt idx="2501">
                  <c:v>2502</c:v>
                </c:pt>
                <c:pt idx="2502">
                  <c:v>2503</c:v>
                </c:pt>
                <c:pt idx="2503">
                  <c:v>2504</c:v>
                </c:pt>
                <c:pt idx="2504">
                  <c:v>2505</c:v>
                </c:pt>
                <c:pt idx="2505">
                  <c:v>2506</c:v>
                </c:pt>
                <c:pt idx="2506">
                  <c:v>2507</c:v>
                </c:pt>
                <c:pt idx="2507">
                  <c:v>2508</c:v>
                </c:pt>
                <c:pt idx="2508">
                  <c:v>2509</c:v>
                </c:pt>
                <c:pt idx="2509">
                  <c:v>2510</c:v>
                </c:pt>
                <c:pt idx="2510">
                  <c:v>2511</c:v>
                </c:pt>
                <c:pt idx="2511">
                  <c:v>2512</c:v>
                </c:pt>
                <c:pt idx="2512">
                  <c:v>2513</c:v>
                </c:pt>
                <c:pt idx="2513">
                  <c:v>2514</c:v>
                </c:pt>
                <c:pt idx="2514">
                  <c:v>2515</c:v>
                </c:pt>
                <c:pt idx="2515">
                  <c:v>2516</c:v>
                </c:pt>
                <c:pt idx="2516">
                  <c:v>2517</c:v>
                </c:pt>
                <c:pt idx="2517">
                  <c:v>2518</c:v>
                </c:pt>
                <c:pt idx="2518">
                  <c:v>2519</c:v>
                </c:pt>
                <c:pt idx="2519">
                  <c:v>2520</c:v>
                </c:pt>
                <c:pt idx="2520">
                  <c:v>2521</c:v>
                </c:pt>
                <c:pt idx="2521">
                  <c:v>2522</c:v>
                </c:pt>
                <c:pt idx="2522">
                  <c:v>2523</c:v>
                </c:pt>
                <c:pt idx="2523">
                  <c:v>2524</c:v>
                </c:pt>
                <c:pt idx="2524">
                  <c:v>2525</c:v>
                </c:pt>
                <c:pt idx="2525">
                  <c:v>2526</c:v>
                </c:pt>
                <c:pt idx="2526">
                  <c:v>2527</c:v>
                </c:pt>
                <c:pt idx="2527">
                  <c:v>2528</c:v>
                </c:pt>
                <c:pt idx="2528">
                  <c:v>2529</c:v>
                </c:pt>
                <c:pt idx="2529">
                  <c:v>2530</c:v>
                </c:pt>
                <c:pt idx="2530">
                  <c:v>2531</c:v>
                </c:pt>
                <c:pt idx="2531">
                  <c:v>2532</c:v>
                </c:pt>
                <c:pt idx="2532">
                  <c:v>2533</c:v>
                </c:pt>
                <c:pt idx="2533">
                  <c:v>2534</c:v>
                </c:pt>
                <c:pt idx="2534">
                  <c:v>2535</c:v>
                </c:pt>
                <c:pt idx="2535">
                  <c:v>2536</c:v>
                </c:pt>
                <c:pt idx="2536">
                  <c:v>2537</c:v>
                </c:pt>
                <c:pt idx="2537">
                  <c:v>2538</c:v>
                </c:pt>
                <c:pt idx="2538">
                  <c:v>2539</c:v>
                </c:pt>
                <c:pt idx="2539">
                  <c:v>2540</c:v>
                </c:pt>
                <c:pt idx="2540">
                  <c:v>2541</c:v>
                </c:pt>
                <c:pt idx="2541">
                  <c:v>2542</c:v>
                </c:pt>
                <c:pt idx="2542">
                  <c:v>2543</c:v>
                </c:pt>
                <c:pt idx="2543">
                  <c:v>2544</c:v>
                </c:pt>
                <c:pt idx="2544">
                  <c:v>2545</c:v>
                </c:pt>
                <c:pt idx="2545">
                  <c:v>2546</c:v>
                </c:pt>
                <c:pt idx="2546">
                  <c:v>2547</c:v>
                </c:pt>
                <c:pt idx="2547">
                  <c:v>2548</c:v>
                </c:pt>
                <c:pt idx="2548">
                  <c:v>2549</c:v>
                </c:pt>
                <c:pt idx="2549">
                  <c:v>2550</c:v>
                </c:pt>
                <c:pt idx="2550">
                  <c:v>2551</c:v>
                </c:pt>
                <c:pt idx="2551">
                  <c:v>2552</c:v>
                </c:pt>
                <c:pt idx="2552">
                  <c:v>2553</c:v>
                </c:pt>
                <c:pt idx="2553">
                  <c:v>2554</c:v>
                </c:pt>
                <c:pt idx="2554">
                  <c:v>2555</c:v>
                </c:pt>
                <c:pt idx="2555">
                  <c:v>2556</c:v>
                </c:pt>
                <c:pt idx="2556">
                  <c:v>2557</c:v>
                </c:pt>
                <c:pt idx="2557">
                  <c:v>2558</c:v>
                </c:pt>
                <c:pt idx="2558">
                  <c:v>2559</c:v>
                </c:pt>
                <c:pt idx="2559">
                  <c:v>2560</c:v>
                </c:pt>
                <c:pt idx="2560">
                  <c:v>2561</c:v>
                </c:pt>
                <c:pt idx="2561">
                  <c:v>2562</c:v>
                </c:pt>
                <c:pt idx="2562">
                  <c:v>2563</c:v>
                </c:pt>
                <c:pt idx="2563">
                  <c:v>2564</c:v>
                </c:pt>
                <c:pt idx="2564">
                  <c:v>2565</c:v>
                </c:pt>
                <c:pt idx="2565">
                  <c:v>2566</c:v>
                </c:pt>
                <c:pt idx="2566">
                  <c:v>2567</c:v>
                </c:pt>
                <c:pt idx="2567">
                  <c:v>2568</c:v>
                </c:pt>
                <c:pt idx="2568">
                  <c:v>2569</c:v>
                </c:pt>
                <c:pt idx="2569">
                  <c:v>2570</c:v>
                </c:pt>
                <c:pt idx="2570">
                  <c:v>2571</c:v>
                </c:pt>
                <c:pt idx="2571">
                  <c:v>2572</c:v>
                </c:pt>
                <c:pt idx="2572">
                  <c:v>2573</c:v>
                </c:pt>
                <c:pt idx="2573">
                  <c:v>2574</c:v>
                </c:pt>
                <c:pt idx="2574">
                  <c:v>2575</c:v>
                </c:pt>
                <c:pt idx="2575">
                  <c:v>2576</c:v>
                </c:pt>
                <c:pt idx="2576">
                  <c:v>2577</c:v>
                </c:pt>
                <c:pt idx="2577">
                  <c:v>2578</c:v>
                </c:pt>
                <c:pt idx="2578">
                  <c:v>2579</c:v>
                </c:pt>
                <c:pt idx="2579">
                  <c:v>2580</c:v>
                </c:pt>
                <c:pt idx="2580">
                  <c:v>2581</c:v>
                </c:pt>
                <c:pt idx="2581">
                  <c:v>2582</c:v>
                </c:pt>
                <c:pt idx="2582">
                  <c:v>2583</c:v>
                </c:pt>
                <c:pt idx="2583">
                  <c:v>2584</c:v>
                </c:pt>
                <c:pt idx="2584">
                  <c:v>2585</c:v>
                </c:pt>
                <c:pt idx="2585">
                  <c:v>2586</c:v>
                </c:pt>
                <c:pt idx="2586">
                  <c:v>2587</c:v>
                </c:pt>
                <c:pt idx="2587">
                  <c:v>2588</c:v>
                </c:pt>
                <c:pt idx="2588">
                  <c:v>2589</c:v>
                </c:pt>
                <c:pt idx="2589">
                  <c:v>2590</c:v>
                </c:pt>
                <c:pt idx="2590">
                  <c:v>2591</c:v>
                </c:pt>
                <c:pt idx="2591">
                  <c:v>2592</c:v>
                </c:pt>
                <c:pt idx="2592">
                  <c:v>2593</c:v>
                </c:pt>
                <c:pt idx="2593">
                  <c:v>2594</c:v>
                </c:pt>
                <c:pt idx="2594">
                  <c:v>2595</c:v>
                </c:pt>
                <c:pt idx="2595">
                  <c:v>2596</c:v>
                </c:pt>
                <c:pt idx="2596">
                  <c:v>2597</c:v>
                </c:pt>
                <c:pt idx="2597">
                  <c:v>2598</c:v>
                </c:pt>
                <c:pt idx="2598">
                  <c:v>2599</c:v>
                </c:pt>
                <c:pt idx="2599">
                  <c:v>2600</c:v>
                </c:pt>
                <c:pt idx="2600">
                  <c:v>2601</c:v>
                </c:pt>
                <c:pt idx="2601">
                  <c:v>2602</c:v>
                </c:pt>
                <c:pt idx="2602">
                  <c:v>2603</c:v>
                </c:pt>
                <c:pt idx="2603">
                  <c:v>2604</c:v>
                </c:pt>
                <c:pt idx="2604">
                  <c:v>2605</c:v>
                </c:pt>
                <c:pt idx="2605">
                  <c:v>2606</c:v>
                </c:pt>
                <c:pt idx="2606">
                  <c:v>2607</c:v>
                </c:pt>
                <c:pt idx="2607">
                  <c:v>2608</c:v>
                </c:pt>
                <c:pt idx="2608">
                  <c:v>2609</c:v>
                </c:pt>
                <c:pt idx="2609">
                  <c:v>2610</c:v>
                </c:pt>
                <c:pt idx="2610">
                  <c:v>2611</c:v>
                </c:pt>
                <c:pt idx="2611">
                  <c:v>2612</c:v>
                </c:pt>
                <c:pt idx="2612">
                  <c:v>2613</c:v>
                </c:pt>
                <c:pt idx="2613">
                  <c:v>2614</c:v>
                </c:pt>
                <c:pt idx="2614">
                  <c:v>2615</c:v>
                </c:pt>
                <c:pt idx="2615">
                  <c:v>2616</c:v>
                </c:pt>
                <c:pt idx="2616">
                  <c:v>2617</c:v>
                </c:pt>
                <c:pt idx="2617">
                  <c:v>2618</c:v>
                </c:pt>
                <c:pt idx="2618">
                  <c:v>2619</c:v>
                </c:pt>
                <c:pt idx="2619">
                  <c:v>2620</c:v>
                </c:pt>
                <c:pt idx="2620">
                  <c:v>2621</c:v>
                </c:pt>
                <c:pt idx="2621">
                  <c:v>2622</c:v>
                </c:pt>
                <c:pt idx="2622">
                  <c:v>2623</c:v>
                </c:pt>
                <c:pt idx="2623">
                  <c:v>2624</c:v>
                </c:pt>
                <c:pt idx="2624">
                  <c:v>2625</c:v>
                </c:pt>
                <c:pt idx="2625">
                  <c:v>2626</c:v>
                </c:pt>
                <c:pt idx="2626">
                  <c:v>2627</c:v>
                </c:pt>
                <c:pt idx="2627">
                  <c:v>2628</c:v>
                </c:pt>
                <c:pt idx="2628">
                  <c:v>2629</c:v>
                </c:pt>
                <c:pt idx="2629">
                  <c:v>2630</c:v>
                </c:pt>
                <c:pt idx="2630">
                  <c:v>2631</c:v>
                </c:pt>
                <c:pt idx="2631">
                  <c:v>2632</c:v>
                </c:pt>
                <c:pt idx="2632">
                  <c:v>2633</c:v>
                </c:pt>
                <c:pt idx="2633">
                  <c:v>2634</c:v>
                </c:pt>
                <c:pt idx="2634">
                  <c:v>2635</c:v>
                </c:pt>
                <c:pt idx="2635">
                  <c:v>2636</c:v>
                </c:pt>
                <c:pt idx="2636">
                  <c:v>2637</c:v>
                </c:pt>
                <c:pt idx="2637">
                  <c:v>2638</c:v>
                </c:pt>
                <c:pt idx="2638">
                  <c:v>2639</c:v>
                </c:pt>
                <c:pt idx="2639">
                  <c:v>2640</c:v>
                </c:pt>
                <c:pt idx="2640">
                  <c:v>2641</c:v>
                </c:pt>
                <c:pt idx="2641">
                  <c:v>2642</c:v>
                </c:pt>
                <c:pt idx="2642">
                  <c:v>2643</c:v>
                </c:pt>
                <c:pt idx="2643">
                  <c:v>2644</c:v>
                </c:pt>
                <c:pt idx="2644">
                  <c:v>2645</c:v>
                </c:pt>
                <c:pt idx="2645">
                  <c:v>2646</c:v>
                </c:pt>
                <c:pt idx="2646">
                  <c:v>2647</c:v>
                </c:pt>
                <c:pt idx="2647">
                  <c:v>2648</c:v>
                </c:pt>
                <c:pt idx="2648">
                  <c:v>2649</c:v>
                </c:pt>
                <c:pt idx="2649">
                  <c:v>2650</c:v>
                </c:pt>
                <c:pt idx="2650">
                  <c:v>2651</c:v>
                </c:pt>
                <c:pt idx="2651">
                  <c:v>2652</c:v>
                </c:pt>
                <c:pt idx="2652">
                  <c:v>2653</c:v>
                </c:pt>
                <c:pt idx="2653">
                  <c:v>2654</c:v>
                </c:pt>
                <c:pt idx="2654">
                  <c:v>2655</c:v>
                </c:pt>
                <c:pt idx="2655">
                  <c:v>2656</c:v>
                </c:pt>
                <c:pt idx="2656">
                  <c:v>2657</c:v>
                </c:pt>
                <c:pt idx="2657">
                  <c:v>2658</c:v>
                </c:pt>
                <c:pt idx="2658">
                  <c:v>2659</c:v>
                </c:pt>
                <c:pt idx="2659">
                  <c:v>2660</c:v>
                </c:pt>
                <c:pt idx="2660">
                  <c:v>2661</c:v>
                </c:pt>
                <c:pt idx="2661">
                  <c:v>2662</c:v>
                </c:pt>
                <c:pt idx="2662">
                  <c:v>2663</c:v>
                </c:pt>
                <c:pt idx="2663">
                  <c:v>2664</c:v>
                </c:pt>
                <c:pt idx="2664">
                  <c:v>2665</c:v>
                </c:pt>
                <c:pt idx="2665">
                  <c:v>2666</c:v>
                </c:pt>
                <c:pt idx="2666">
                  <c:v>2667</c:v>
                </c:pt>
                <c:pt idx="2667">
                  <c:v>2668</c:v>
                </c:pt>
                <c:pt idx="2668">
                  <c:v>2669</c:v>
                </c:pt>
                <c:pt idx="2669">
                  <c:v>2670</c:v>
                </c:pt>
                <c:pt idx="2670">
                  <c:v>2671</c:v>
                </c:pt>
                <c:pt idx="2671">
                  <c:v>2672</c:v>
                </c:pt>
                <c:pt idx="2672">
                  <c:v>2673</c:v>
                </c:pt>
                <c:pt idx="2673">
                  <c:v>2674</c:v>
                </c:pt>
                <c:pt idx="2674">
                  <c:v>2675</c:v>
                </c:pt>
                <c:pt idx="2675">
                  <c:v>2676</c:v>
                </c:pt>
                <c:pt idx="2676">
                  <c:v>2677</c:v>
                </c:pt>
                <c:pt idx="2677">
                  <c:v>2678</c:v>
                </c:pt>
                <c:pt idx="2678">
                  <c:v>2679</c:v>
                </c:pt>
                <c:pt idx="2679">
                  <c:v>2680</c:v>
                </c:pt>
                <c:pt idx="2680">
                  <c:v>2681</c:v>
                </c:pt>
                <c:pt idx="2681">
                  <c:v>2682</c:v>
                </c:pt>
                <c:pt idx="2682">
                  <c:v>2683</c:v>
                </c:pt>
                <c:pt idx="2683">
                  <c:v>2684</c:v>
                </c:pt>
                <c:pt idx="2684">
                  <c:v>2685</c:v>
                </c:pt>
                <c:pt idx="2685">
                  <c:v>2686</c:v>
                </c:pt>
                <c:pt idx="2686">
                  <c:v>2687</c:v>
                </c:pt>
                <c:pt idx="2687">
                  <c:v>2688</c:v>
                </c:pt>
                <c:pt idx="2688">
                  <c:v>2689</c:v>
                </c:pt>
                <c:pt idx="2689">
                  <c:v>2690</c:v>
                </c:pt>
                <c:pt idx="2690">
                  <c:v>2691</c:v>
                </c:pt>
                <c:pt idx="2691">
                  <c:v>2692</c:v>
                </c:pt>
                <c:pt idx="2692">
                  <c:v>2693</c:v>
                </c:pt>
                <c:pt idx="2693">
                  <c:v>2694</c:v>
                </c:pt>
                <c:pt idx="2694">
                  <c:v>2695</c:v>
                </c:pt>
                <c:pt idx="2695">
                  <c:v>2696</c:v>
                </c:pt>
                <c:pt idx="2696">
                  <c:v>2697</c:v>
                </c:pt>
                <c:pt idx="2697">
                  <c:v>2698</c:v>
                </c:pt>
                <c:pt idx="2698">
                  <c:v>2699</c:v>
                </c:pt>
                <c:pt idx="2699">
                  <c:v>2700</c:v>
                </c:pt>
                <c:pt idx="2700">
                  <c:v>2701</c:v>
                </c:pt>
                <c:pt idx="2701">
                  <c:v>2702</c:v>
                </c:pt>
                <c:pt idx="2702">
                  <c:v>2703</c:v>
                </c:pt>
                <c:pt idx="2703">
                  <c:v>2704</c:v>
                </c:pt>
                <c:pt idx="2704">
                  <c:v>2705</c:v>
                </c:pt>
                <c:pt idx="2705">
                  <c:v>2706</c:v>
                </c:pt>
                <c:pt idx="2706">
                  <c:v>2707</c:v>
                </c:pt>
                <c:pt idx="2707">
                  <c:v>2708</c:v>
                </c:pt>
                <c:pt idx="2708">
                  <c:v>2709</c:v>
                </c:pt>
                <c:pt idx="2709">
                  <c:v>2710</c:v>
                </c:pt>
                <c:pt idx="2710">
                  <c:v>2711</c:v>
                </c:pt>
                <c:pt idx="2711">
                  <c:v>2712</c:v>
                </c:pt>
                <c:pt idx="2712">
                  <c:v>2713</c:v>
                </c:pt>
                <c:pt idx="2713">
                  <c:v>2714</c:v>
                </c:pt>
                <c:pt idx="2714">
                  <c:v>2715</c:v>
                </c:pt>
                <c:pt idx="2715">
                  <c:v>2716</c:v>
                </c:pt>
                <c:pt idx="2716">
                  <c:v>2717</c:v>
                </c:pt>
                <c:pt idx="2717">
                  <c:v>2718</c:v>
                </c:pt>
                <c:pt idx="2718">
                  <c:v>2719</c:v>
                </c:pt>
                <c:pt idx="2719">
                  <c:v>2720</c:v>
                </c:pt>
                <c:pt idx="2720">
                  <c:v>2721</c:v>
                </c:pt>
                <c:pt idx="2721">
                  <c:v>2722</c:v>
                </c:pt>
                <c:pt idx="2722">
                  <c:v>2723</c:v>
                </c:pt>
                <c:pt idx="2723">
                  <c:v>2724</c:v>
                </c:pt>
                <c:pt idx="2724">
                  <c:v>2725</c:v>
                </c:pt>
                <c:pt idx="2725">
                  <c:v>2726</c:v>
                </c:pt>
                <c:pt idx="2726">
                  <c:v>2727</c:v>
                </c:pt>
                <c:pt idx="2727">
                  <c:v>2728</c:v>
                </c:pt>
                <c:pt idx="2728">
                  <c:v>2729</c:v>
                </c:pt>
                <c:pt idx="2729">
                  <c:v>2730</c:v>
                </c:pt>
                <c:pt idx="2730">
                  <c:v>2731</c:v>
                </c:pt>
                <c:pt idx="2731">
                  <c:v>2732</c:v>
                </c:pt>
                <c:pt idx="2732">
                  <c:v>2733</c:v>
                </c:pt>
                <c:pt idx="2733">
                  <c:v>2734</c:v>
                </c:pt>
                <c:pt idx="2734">
                  <c:v>2735</c:v>
                </c:pt>
                <c:pt idx="2735">
                  <c:v>2736</c:v>
                </c:pt>
                <c:pt idx="2736">
                  <c:v>2737</c:v>
                </c:pt>
                <c:pt idx="2737">
                  <c:v>2738</c:v>
                </c:pt>
                <c:pt idx="2738">
                  <c:v>2739</c:v>
                </c:pt>
                <c:pt idx="2739">
                  <c:v>2740</c:v>
                </c:pt>
                <c:pt idx="2740">
                  <c:v>2741</c:v>
                </c:pt>
                <c:pt idx="2741">
                  <c:v>2742</c:v>
                </c:pt>
                <c:pt idx="2742">
                  <c:v>2743</c:v>
                </c:pt>
                <c:pt idx="2743">
                  <c:v>2744</c:v>
                </c:pt>
                <c:pt idx="2744">
                  <c:v>2745</c:v>
                </c:pt>
                <c:pt idx="2745">
                  <c:v>2746</c:v>
                </c:pt>
                <c:pt idx="2746">
                  <c:v>2747</c:v>
                </c:pt>
                <c:pt idx="2747">
                  <c:v>2748</c:v>
                </c:pt>
                <c:pt idx="2748">
                  <c:v>2749</c:v>
                </c:pt>
                <c:pt idx="2749">
                  <c:v>2750</c:v>
                </c:pt>
                <c:pt idx="2750">
                  <c:v>2751</c:v>
                </c:pt>
                <c:pt idx="2751">
                  <c:v>2752</c:v>
                </c:pt>
                <c:pt idx="2752">
                  <c:v>2753</c:v>
                </c:pt>
                <c:pt idx="2753">
                  <c:v>2754</c:v>
                </c:pt>
                <c:pt idx="2754">
                  <c:v>2755</c:v>
                </c:pt>
                <c:pt idx="2755">
                  <c:v>2756</c:v>
                </c:pt>
                <c:pt idx="2756">
                  <c:v>2757</c:v>
                </c:pt>
                <c:pt idx="2757">
                  <c:v>2758</c:v>
                </c:pt>
                <c:pt idx="2758">
                  <c:v>2759</c:v>
                </c:pt>
                <c:pt idx="2759">
                  <c:v>2760</c:v>
                </c:pt>
                <c:pt idx="2760">
                  <c:v>2761</c:v>
                </c:pt>
                <c:pt idx="2761">
                  <c:v>2762</c:v>
                </c:pt>
                <c:pt idx="2762">
                  <c:v>2763</c:v>
                </c:pt>
                <c:pt idx="2763">
                  <c:v>2764</c:v>
                </c:pt>
                <c:pt idx="2764">
                  <c:v>2765</c:v>
                </c:pt>
                <c:pt idx="2765">
                  <c:v>2766</c:v>
                </c:pt>
                <c:pt idx="2766">
                  <c:v>2767</c:v>
                </c:pt>
                <c:pt idx="2767">
                  <c:v>2768</c:v>
                </c:pt>
                <c:pt idx="2768">
                  <c:v>2769</c:v>
                </c:pt>
                <c:pt idx="2769">
                  <c:v>2770</c:v>
                </c:pt>
                <c:pt idx="2770">
                  <c:v>2771</c:v>
                </c:pt>
                <c:pt idx="2771">
                  <c:v>2772</c:v>
                </c:pt>
                <c:pt idx="2772">
                  <c:v>2773</c:v>
                </c:pt>
                <c:pt idx="2773">
                  <c:v>2774</c:v>
                </c:pt>
                <c:pt idx="2774">
                  <c:v>2775</c:v>
                </c:pt>
                <c:pt idx="2775">
                  <c:v>2776</c:v>
                </c:pt>
                <c:pt idx="2776">
                  <c:v>2777</c:v>
                </c:pt>
                <c:pt idx="2777">
                  <c:v>2778</c:v>
                </c:pt>
                <c:pt idx="2778">
                  <c:v>2779</c:v>
                </c:pt>
                <c:pt idx="2779">
                  <c:v>2780</c:v>
                </c:pt>
                <c:pt idx="2780">
                  <c:v>2781</c:v>
                </c:pt>
                <c:pt idx="2781">
                  <c:v>2782</c:v>
                </c:pt>
                <c:pt idx="2782">
                  <c:v>2783</c:v>
                </c:pt>
                <c:pt idx="2783">
                  <c:v>2784</c:v>
                </c:pt>
                <c:pt idx="2784">
                  <c:v>2785</c:v>
                </c:pt>
                <c:pt idx="2785">
                  <c:v>2786</c:v>
                </c:pt>
                <c:pt idx="2786">
                  <c:v>2787</c:v>
                </c:pt>
                <c:pt idx="2787">
                  <c:v>2788</c:v>
                </c:pt>
                <c:pt idx="2788">
                  <c:v>2789</c:v>
                </c:pt>
                <c:pt idx="2789">
                  <c:v>2790</c:v>
                </c:pt>
                <c:pt idx="2790">
                  <c:v>2791</c:v>
                </c:pt>
                <c:pt idx="2791">
                  <c:v>2792</c:v>
                </c:pt>
                <c:pt idx="2792">
                  <c:v>2793</c:v>
                </c:pt>
                <c:pt idx="2793">
                  <c:v>2794</c:v>
                </c:pt>
                <c:pt idx="2794">
                  <c:v>2795</c:v>
                </c:pt>
                <c:pt idx="2795">
                  <c:v>2796</c:v>
                </c:pt>
                <c:pt idx="2796">
                  <c:v>2797</c:v>
                </c:pt>
                <c:pt idx="2797">
                  <c:v>2798</c:v>
                </c:pt>
                <c:pt idx="2798">
                  <c:v>2799</c:v>
                </c:pt>
                <c:pt idx="2799">
                  <c:v>2800</c:v>
                </c:pt>
                <c:pt idx="2800">
                  <c:v>2801</c:v>
                </c:pt>
                <c:pt idx="2801">
                  <c:v>2802</c:v>
                </c:pt>
                <c:pt idx="2802">
                  <c:v>2803</c:v>
                </c:pt>
                <c:pt idx="2803">
                  <c:v>2804</c:v>
                </c:pt>
                <c:pt idx="2804">
                  <c:v>2805</c:v>
                </c:pt>
                <c:pt idx="2805">
                  <c:v>2806</c:v>
                </c:pt>
                <c:pt idx="2806">
                  <c:v>2807</c:v>
                </c:pt>
                <c:pt idx="2807">
                  <c:v>2808</c:v>
                </c:pt>
                <c:pt idx="2808">
                  <c:v>2809</c:v>
                </c:pt>
                <c:pt idx="2809">
                  <c:v>2810</c:v>
                </c:pt>
                <c:pt idx="2810">
                  <c:v>2811</c:v>
                </c:pt>
                <c:pt idx="2811">
                  <c:v>2812</c:v>
                </c:pt>
                <c:pt idx="2812">
                  <c:v>2813</c:v>
                </c:pt>
                <c:pt idx="2813">
                  <c:v>2814</c:v>
                </c:pt>
                <c:pt idx="2814">
                  <c:v>2815</c:v>
                </c:pt>
                <c:pt idx="2815">
                  <c:v>2816</c:v>
                </c:pt>
                <c:pt idx="2816">
                  <c:v>2817</c:v>
                </c:pt>
                <c:pt idx="2817">
                  <c:v>2818</c:v>
                </c:pt>
                <c:pt idx="2818">
                  <c:v>2819</c:v>
                </c:pt>
                <c:pt idx="2819">
                  <c:v>2820</c:v>
                </c:pt>
                <c:pt idx="2820">
                  <c:v>2821</c:v>
                </c:pt>
                <c:pt idx="2821">
                  <c:v>2822</c:v>
                </c:pt>
                <c:pt idx="2822">
                  <c:v>2823</c:v>
                </c:pt>
                <c:pt idx="2823">
                  <c:v>2824</c:v>
                </c:pt>
                <c:pt idx="2824">
                  <c:v>2825</c:v>
                </c:pt>
                <c:pt idx="2825">
                  <c:v>2826</c:v>
                </c:pt>
                <c:pt idx="2826">
                  <c:v>2827</c:v>
                </c:pt>
                <c:pt idx="2827">
                  <c:v>2828</c:v>
                </c:pt>
                <c:pt idx="2828">
                  <c:v>2829</c:v>
                </c:pt>
                <c:pt idx="2829">
                  <c:v>2830</c:v>
                </c:pt>
                <c:pt idx="2830">
                  <c:v>2831</c:v>
                </c:pt>
                <c:pt idx="2831">
                  <c:v>2832</c:v>
                </c:pt>
                <c:pt idx="2832">
                  <c:v>2833</c:v>
                </c:pt>
                <c:pt idx="2833">
                  <c:v>2834</c:v>
                </c:pt>
                <c:pt idx="2834">
                  <c:v>2835</c:v>
                </c:pt>
                <c:pt idx="2835">
                  <c:v>2836</c:v>
                </c:pt>
                <c:pt idx="2836">
                  <c:v>2837</c:v>
                </c:pt>
                <c:pt idx="2837">
                  <c:v>2838</c:v>
                </c:pt>
                <c:pt idx="2838">
                  <c:v>2839</c:v>
                </c:pt>
                <c:pt idx="2839">
                  <c:v>2840</c:v>
                </c:pt>
                <c:pt idx="2840">
                  <c:v>2841</c:v>
                </c:pt>
                <c:pt idx="2841">
                  <c:v>2842</c:v>
                </c:pt>
                <c:pt idx="2842">
                  <c:v>2843</c:v>
                </c:pt>
                <c:pt idx="2843">
                  <c:v>2844</c:v>
                </c:pt>
                <c:pt idx="2844">
                  <c:v>2845</c:v>
                </c:pt>
                <c:pt idx="2845">
                  <c:v>2846</c:v>
                </c:pt>
                <c:pt idx="2846">
                  <c:v>2847</c:v>
                </c:pt>
                <c:pt idx="2847">
                  <c:v>2848</c:v>
                </c:pt>
                <c:pt idx="2848">
                  <c:v>2849</c:v>
                </c:pt>
                <c:pt idx="2849">
                  <c:v>2850</c:v>
                </c:pt>
                <c:pt idx="2850">
                  <c:v>2851</c:v>
                </c:pt>
                <c:pt idx="2851">
                  <c:v>2852</c:v>
                </c:pt>
                <c:pt idx="2852">
                  <c:v>2853</c:v>
                </c:pt>
                <c:pt idx="2853">
                  <c:v>2854</c:v>
                </c:pt>
                <c:pt idx="2854">
                  <c:v>2855</c:v>
                </c:pt>
                <c:pt idx="2855">
                  <c:v>2856</c:v>
                </c:pt>
                <c:pt idx="2856">
                  <c:v>2857</c:v>
                </c:pt>
                <c:pt idx="2857">
                  <c:v>2858</c:v>
                </c:pt>
                <c:pt idx="2858">
                  <c:v>2859</c:v>
                </c:pt>
                <c:pt idx="2859">
                  <c:v>2860</c:v>
                </c:pt>
                <c:pt idx="2860">
                  <c:v>2861</c:v>
                </c:pt>
                <c:pt idx="2861">
                  <c:v>2862</c:v>
                </c:pt>
                <c:pt idx="2862">
                  <c:v>2863</c:v>
                </c:pt>
                <c:pt idx="2863">
                  <c:v>2864</c:v>
                </c:pt>
                <c:pt idx="2864">
                  <c:v>2865</c:v>
                </c:pt>
                <c:pt idx="2865">
                  <c:v>2866</c:v>
                </c:pt>
                <c:pt idx="2866">
                  <c:v>2867</c:v>
                </c:pt>
                <c:pt idx="2867">
                  <c:v>2868</c:v>
                </c:pt>
                <c:pt idx="2868">
                  <c:v>2869</c:v>
                </c:pt>
                <c:pt idx="2869">
                  <c:v>2870</c:v>
                </c:pt>
                <c:pt idx="2870">
                  <c:v>2871</c:v>
                </c:pt>
                <c:pt idx="2871">
                  <c:v>2872</c:v>
                </c:pt>
                <c:pt idx="2872">
                  <c:v>2873</c:v>
                </c:pt>
                <c:pt idx="2873">
                  <c:v>2874</c:v>
                </c:pt>
                <c:pt idx="2874">
                  <c:v>2875</c:v>
                </c:pt>
                <c:pt idx="2875">
                  <c:v>2876</c:v>
                </c:pt>
                <c:pt idx="2876">
                  <c:v>2877</c:v>
                </c:pt>
                <c:pt idx="2877">
                  <c:v>2878</c:v>
                </c:pt>
                <c:pt idx="2878">
                  <c:v>2879</c:v>
                </c:pt>
                <c:pt idx="2879">
                  <c:v>2880</c:v>
                </c:pt>
                <c:pt idx="2880">
                  <c:v>2881</c:v>
                </c:pt>
                <c:pt idx="2881">
                  <c:v>2882</c:v>
                </c:pt>
                <c:pt idx="2882">
                  <c:v>2883</c:v>
                </c:pt>
                <c:pt idx="2883">
                  <c:v>2884</c:v>
                </c:pt>
                <c:pt idx="2884">
                  <c:v>2885</c:v>
                </c:pt>
                <c:pt idx="2885">
                  <c:v>2886</c:v>
                </c:pt>
                <c:pt idx="2886">
                  <c:v>2887</c:v>
                </c:pt>
                <c:pt idx="2887">
                  <c:v>2888</c:v>
                </c:pt>
                <c:pt idx="2888">
                  <c:v>2889</c:v>
                </c:pt>
                <c:pt idx="2889">
                  <c:v>2890</c:v>
                </c:pt>
                <c:pt idx="2890">
                  <c:v>2891</c:v>
                </c:pt>
                <c:pt idx="2891">
                  <c:v>2892</c:v>
                </c:pt>
                <c:pt idx="2892">
                  <c:v>2893</c:v>
                </c:pt>
                <c:pt idx="2893">
                  <c:v>2894</c:v>
                </c:pt>
                <c:pt idx="2894">
                  <c:v>2895</c:v>
                </c:pt>
                <c:pt idx="2895">
                  <c:v>2896</c:v>
                </c:pt>
                <c:pt idx="2896">
                  <c:v>2897</c:v>
                </c:pt>
                <c:pt idx="2897">
                  <c:v>2898</c:v>
                </c:pt>
                <c:pt idx="2898">
                  <c:v>2899</c:v>
                </c:pt>
                <c:pt idx="2899">
                  <c:v>2900</c:v>
                </c:pt>
                <c:pt idx="2900">
                  <c:v>2901</c:v>
                </c:pt>
                <c:pt idx="2901">
                  <c:v>2902</c:v>
                </c:pt>
                <c:pt idx="2902">
                  <c:v>2903</c:v>
                </c:pt>
                <c:pt idx="2903">
                  <c:v>2904</c:v>
                </c:pt>
                <c:pt idx="2904">
                  <c:v>2905</c:v>
                </c:pt>
                <c:pt idx="2905">
                  <c:v>2906</c:v>
                </c:pt>
                <c:pt idx="2906">
                  <c:v>2907</c:v>
                </c:pt>
                <c:pt idx="2907">
                  <c:v>2908</c:v>
                </c:pt>
                <c:pt idx="2908">
                  <c:v>2909</c:v>
                </c:pt>
                <c:pt idx="2909">
                  <c:v>2910</c:v>
                </c:pt>
                <c:pt idx="2910">
                  <c:v>2911</c:v>
                </c:pt>
                <c:pt idx="2911">
                  <c:v>2912</c:v>
                </c:pt>
                <c:pt idx="2912">
                  <c:v>2913</c:v>
                </c:pt>
                <c:pt idx="2913">
                  <c:v>2914</c:v>
                </c:pt>
                <c:pt idx="2914">
                  <c:v>2915</c:v>
                </c:pt>
                <c:pt idx="2915">
                  <c:v>2916</c:v>
                </c:pt>
                <c:pt idx="2916">
                  <c:v>2917</c:v>
                </c:pt>
                <c:pt idx="2917">
                  <c:v>2918</c:v>
                </c:pt>
                <c:pt idx="2918">
                  <c:v>2919</c:v>
                </c:pt>
                <c:pt idx="2919">
                  <c:v>2920</c:v>
                </c:pt>
                <c:pt idx="2920">
                  <c:v>2921</c:v>
                </c:pt>
                <c:pt idx="2921">
                  <c:v>2922</c:v>
                </c:pt>
                <c:pt idx="2922">
                  <c:v>2923</c:v>
                </c:pt>
                <c:pt idx="2923">
                  <c:v>2924</c:v>
                </c:pt>
                <c:pt idx="2924">
                  <c:v>2925</c:v>
                </c:pt>
                <c:pt idx="2925">
                  <c:v>2926</c:v>
                </c:pt>
                <c:pt idx="2926">
                  <c:v>2927</c:v>
                </c:pt>
                <c:pt idx="2927">
                  <c:v>2928</c:v>
                </c:pt>
                <c:pt idx="2928">
                  <c:v>2929</c:v>
                </c:pt>
                <c:pt idx="2929">
                  <c:v>2930</c:v>
                </c:pt>
                <c:pt idx="2930">
                  <c:v>2931</c:v>
                </c:pt>
                <c:pt idx="2931">
                  <c:v>2932</c:v>
                </c:pt>
                <c:pt idx="2932">
                  <c:v>2933</c:v>
                </c:pt>
                <c:pt idx="2933">
                  <c:v>2934</c:v>
                </c:pt>
                <c:pt idx="2934">
                  <c:v>2935</c:v>
                </c:pt>
                <c:pt idx="2935">
                  <c:v>2936</c:v>
                </c:pt>
                <c:pt idx="2936">
                  <c:v>2937</c:v>
                </c:pt>
                <c:pt idx="2937">
                  <c:v>2938</c:v>
                </c:pt>
                <c:pt idx="2938">
                  <c:v>2939</c:v>
                </c:pt>
                <c:pt idx="2939">
                  <c:v>2940</c:v>
                </c:pt>
                <c:pt idx="2940">
                  <c:v>2941</c:v>
                </c:pt>
                <c:pt idx="2941">
                  <c:v>2942</c:v>
                </c:pt>
                <c:pt idx="2942">
                  <c:v>2943</c:v>
                </c:pt>
                <c:pt idx="2943">
                  <c:v>2944</c:v>
                </c:pt>
                <c:pt idx="2944">
                  <c:v>2945</c:v>
                </c:pt>
                <c:pt idx="2945">
                  <c:v>2946</c:v>
                </c:pt>
                <c:pt idx="2946">
                  <c:v>2947</c:v>
                </c:pt>
                <c:pt idx="2947">
                  <c:v>2948</c:v>
                </c:pt>
                <c:pt idx="2948">
                  <c:v>2949</c:v>
                </c:pt>
                <c:pt idx="2949">
                  <c:v>2950</c:v>
                </c:pt>
                <c:pt idx="2950">
                  <c:v>2951</c:v>
                </c:pt>
                <c:pt idx="2951">
                  <c:v>2952</c:v>
                </c:pt>
                <c:pt idx="2952">
                  <c:v>2953</c:v>
                </c:pt>
                <c:pt idx="2953">
                  <c:v>2954</c:v>
                </c:pt>
                <c:pt idx="2954">
                  <c:v>2955</c:v>
                </c:pt>
                <c:pt idx="2955">
                  <c:v>2956</c:v>
                </c:pt>
                <c:pt idx="2956">
                  <c:v>2957</c:v>
                </c:pt>
                <c:pt idx="2957">
                  <c:v>2958</c:v>
                </c:pt>
                <c:pt idx="2958">
                  <c:v>2959</c:v>
                </c:pt>
                <c:pt idx="2959">
                  <c:v>2960</c:v>
                </c:pt>
                <c:pt idx="2960">
                  <c:v>2961</c:v>
                </c:pt>
                <c:pt idx="2961">
                  <c:v>2962</c:v>
                </c:pt>
                <c:pt idx="2962">
                  <c:v>2963</c:v>
                </c:pt>
                <c:pt idx="2963">
                  <c:v>2964</c:v>
                </c:pt>
                <c:pt idx="2964">
                  <c:v>2965</c:v>
                </c:pt>
                <c:pt idx="2965">
                  <c:v>2966</c:v>
                </c:pt>
                <c:pt idx="2966">
                  <c:v>2967</c:v>
                </c:pt>
                <c:pt idx="2967">
                  <c:v>2968</c:v>
                </c:pt>
                <c:pt idx="2968">
                  <c:v>2969</c:v>
                </c:pt>
                <c:pt idx="2969">
                  <c:v>2970</c:v>
                </c:pt>
                <c:pt idx="2970">
                  <c:v>2971</c:v>
                </c:pt>
                <c:pt idx="2971">
                  <c:v>2972</c:v>
                </c:pt>
                <c:pt idx="2972">
                  <c:v>2973</c:v>
                </c:pt>
                <c:pt idx="2973">
                  <c:v>2974</c:v>
                </c:pt>
                <c:pt idx="2974">
                  <c:v>2975</c:v>
                </c:pt>
                <c:pt idx="2975">
                  <c:v>2976</c:v>
                </c:pt>
                <c:pt idx="2976">
                  <c:v>2977</c:v>
                </c:pt>
                <c:pt idx="2977">
                  <c:v>2978</c:v>
                </c:pt>
                <c:pt idx="2978">
                  <c:v>2979</c:v>
                </c:pt>
                <c:pt idx="2979">
                  <c:v>2980</c:v>
                </c:pt>
                <c:pt idx="2980">
                  <c:v>2981</c:v>
                </c:pt>
                <c:pt idx="2981">
                  <c:v>2982</c:v>
                </c:pt>
                <c:pt idx="2982">
                  <c:v>2983</c:v>
                </c:pt>
                <c:pt idx="2983">
                  <c:v>2984</c:v>
                </c:pt>
                <c:pt idx="2984">
                  <c:v>2985</c:v>
                </c:pt>
                <c:pt idx="2985">
                  <c:v>2986</c:v>
                </c:pt>
                <c:pt idx="2986">
                  <c:v>2987</c:v>
                </c:pt>
                <c:pt idx="2987">
                  <c:v>2988</c:v>
                </c:pt>
                <c:pt idx="2988">
                  <c:v>2989</c:v>
                </c:pt>
                <c:pt idx="2989">
                  <c:v>2990</c:v>
                </c:pt>
                <c:pt idx="2990">
                  <c:v>2991</c:v>
                </c:pt>
                <c:pt idx="2991">
                  <c:v>2992</c:v>
                </c:pt>
                <c:pt idx="2992">
                  <c:v>2993</c:v>
                </c:pt>
                <c:pt idx="2993">
                  <c:v>2994</c:v>
                </c:pt>
                <c:pt idx="2994">
                  <c:v>2995</c:v>
                </c:pt>
                <c:pt idx="2995">
                  <c:v>2996</c:v>
                </c:pt>
                <c:pt idx="2996">
                  <c:v>2997</c:v>
                </c:pt>
                <c:pt idx="2997">
                  <c:v>2998</c:v>
                </c:pt>
                <c:pt idx="2998">
                  <c:v>2999</c:v>
                </c:pt>
                <c:pt idx="2999">
                  <c:v>3000</c:v>
                </c:pt>
                <c:pt idx="3000">
                  <c:v>3001</c:v>
                </c:pt>
                <c:pt idx="3001">
                  <c:v>3002</c:v>
                </c:pt>
                <c:pt idx="3002">
                  <c:v>3003</c:v>
                </c:pt>
                <c:pt idx="3003">
                  <c:v>3004</c:v>
                </c:pt>
                <c:pt idx="3004">
                  <c:v>3005</c:v>
                </c:pt>
                <c:pt idx="3005">
                  <c:v>3006</c:v>
                </c:pt>
                <c:pt idx="3006">
                  <c:v>3007</c:v>
                </c:pt>
                <c:pt idx="3007">
                  <c:v>3008</c:v>
                </c:pt>
                <c:pt idx="3008">
                  <c:v>3009</c:v>
                </c:pt>
                <c:pt idx="3009">
                  <c:v>3010</c:v>
                </c:pt>
                <c:pt idx="3010">
                  <c:v>3011</c:v>
                </c:pt>
                <c:pt idx="3011">
                  <c:v>3012</c:v>
                </c:pt>
                <c:pt idx="3012">
                  <c:v>3013</c:v>
                </c:pt>
                <c:pt idx="3013">
                  <c:v>3014</c:v>
                </c:pt>
                <c:pt idx="3014">
                  <c:v>3015</c:v>
                </c:pt>
                <c:pt idx="3015">
                  <c:v>3016</c:v>
                </c:pt>
                <c:pt idx="3016">
                  <c:v>3017</c:v>
                </c:pt>
                <c:pt idx="3017">
                  <c:v>3018</c:v>
                </c:pt>
                <c:pt idx="3018">
                  <c:v>3019</c:v>
                </c:pt>
                <c:pt idx="3019">
                  <c:v>3020</c:v>
                </c:pt>
                <c:pt idx="3020">
                  <c:v>3021</c:v>
                </c:pt>
                <c:pt idx="3021">
                  <c:v>3022</c:v>
                </c:pt>
                <c:pt idx="3022">
                  <c:v>3023</c:v>
                </c:pt>
                <c:pt idx="3023">
                  <c:v>3024</c:v>
                </c:pt>
                <c:pt idx="3024">
                  <c:v>3025</c:v>
                </c:pt>
                <c:pt idx="3025">
                  <c:v>3026</c:v>
                </c:pt>
                <c:pt idx="3026">
                  <c:v>3027</c:v>
                </c:pt>
                <c:pt idx="3027">
                  <c:v>3028</c:v>
                </c:pt>
                <c:pt idx="3028">
                  <c:v>3029</c:v>
                </c:pt>
                <c:pt idx="3029">
                  <c:v>3030</c:v>
                </c:pt>
                <c:pt idx="3030">
                  <c:v>3031</c:v>
                </c:pt>
                <c:pt idx="3031">
                  <c:v>3032</c:v>
                </c:pt>
                <c:pt idx="3032">
                  <c:v>3033</c:v>
                </c:pt>
                <c:pt idx="3033">
                  <c:v>3034</c:v>
                </c:pt>
                <c:pt idx="3034">
                  <c:v>3035</c:v>
                </c:pt>
                <c:pt idx="3035">
                  <c:v>3036</c:v>
                </c:pt>
                <c:pt idx="3036">
                  <c:v>3037</c:v>
                </c:pt>
                <c:pt idx="3037">
                  <c:v>3038</c:v>
                </c:pt>
                <c:pt idx="3038">
                  <c:v>3039</c:v>
                </c:pt>
                <c:pt idx="3039">
                  <c:v>3040</c:v>
                </c:pt>
                <c:pt idx="3040">
                  <c:v>3041</c:v>
                </c:pt>
                <c:pt idx="3041">
                  <c:v>3042</c:v>
                </c:pt>
                <c:pt idx="3042">
                  <c:v>3043</c:v>
                </c:pt>
                <c:pt idx="3043">
                  <c:v>3044</c:v>
                </c:pt>
                <c:pt idx="3044">
                  <c:v>3045</c:v>
                </c:pt>
                <c:pt idx="3045">
                  <c:v>3046</c:v>
                </c:pt>
                <c:pt idx="3046">
                  <c:v>3047</c:v>
                </c:pt>
                <c:pt idx="3047">
                  <c:v>3048</c:v>
                </c:pt>
                <c:pt idx="3048">
                  <c:v>3049</c:v>
                </c:pt>
                <c:pt idx="3049">
                  <c:v>3050</c:v>
                </c:pt>
                <c:pt idx="3050">
                  <c:v>3051</c:v>
                </c:pt>
                <c:pt idx="3051">
                  <c:v>3052</c:v>
                </c:pt>
                <c:pt idx="3052">
                  <c:v>3053</c:v>
                </c:pt>
                <c:pt idx="3053">
                  <c:v>3054</c:v>
                </c:pt>
                <c:pt idx="3054">
                  <c:v>3055</c:v>
                </c:pt>
                <c:pt idx="3055">
                  <c:v>3056</c:v>
                </c:pt>
                <c:pt idx="3056">
                  <c:v>3057</c:v>
                </c:pt>
                <c:pt idx="3057">
                  <c:v>3058</c:v>
                </c:pt>
                <c:pt idx="3058">
                  <c:v>3059</c:v>
                </c:pt>
                <c:pt idx="3059">
                  <c:v>3060</c:v>
                </c:pt>
                <c:pt idx="3060">
                  <c:v>3061</c:v>
                </c:pt>
                <c:pt idx="3061">
                  <c:v>3062</c:v>
                </c:pt>
                <c:pt idx="3062">
                  <c:v>3063</c:v>
                </c:pt>
                <c:pt idx="3063">
                  <c:v>3064</c:v>
                </c:pt>
                <c:pt idx="3064">
                  <c:v>3065</c:v>
                </c:pt>
                <c:pt idx="3065">
                  <c:v>3066</c:v>
                </c:pt>
                <c:pt idx="3066">
                  <c:v>3067</c:v>
                </c:pt>
                <c:pt idx="3067">
                  <c:v>3068</c:v>
                </c:pt>
                <c:pt idx="3068">
                  <c:v>3069</c:v>
                </c:pt>
                <c:pt idx="3069">
                  <c:v>3070</c:v>
                </c:pt>
                <c:pt idx="3070">
                  <c:v>3071</c:v>
                </c:pt>
                <c:pt idx="3071">
                  <c:v>3072</c:v>
                </c:pt>
                <c:pt idx="3072">
                  <c:v>3073</c:v>
                </c:pt>
                <c:pt idx="3073">
                  <c:v>3074</c:v>
                </c:pt>
                <c:pt idx="3074">
                  <c:v>3075</c:v>
                </c:pt>
                <c:pt idx="3075">
                  <c:v>3076</c:v>
                </c:pt>
                <c:pt idx="3076">
                  <c:v>3077</c:v>
                </c:pt>
                <c:pt idx="3077">
                  <c:v>3078</c:v>
                </c:pt>
                <c:pt idx="3078">
                  <c:v>3079</c:v>
                </c:pt>
                <c:pt idx="3079">
                  <c:v>3080</c:v>
                </c:pt>
                <c:pt idx="3080">
                  <c:v>3081</c:v>
                </c:pt>
                <c:pt idx="3081">
                  <c:v>3082</c:v>
                </c:pt>
                <c:pt idx="3082">
                  <c:v>3083</c:v>
                </c:pt>
                <c:pt idx="3083">
                  <c:v>3084</c:v>
                </c:pt>
                <c:pt idx="3084">
                  <c:v>3085</c:v>
                </c:pt>
                <c:pt idx="3085">
                  <c:v>3086</c:v>
                </c:pt>
                <c:pt idx="3086">
                  <c:v>3087</c:v>
                </c:pt>
                <c:pt idx="3087">
                  <c:v>3088</c:v>
                </c:pt>
                <c:pt idx="3088">
                  <c:v>3089</c:v>
                </c:pt>
                <c:pt idx="3089">
                  <c:v>3090</c:v>
                </c:pt>
                <c:pt idx="3090">
                  <c:v>3091</c:v>
                </c:pt>
                <c:pt idx="3091">
                  <c:v>3092</c:v>
                </c:pt>
                <c:pt idx="3092">
                  <c:v>3093</c:v>
                </c:pt>
                <c:pt idx="3093">
                  <c:v>3094</c:v>
                </c:pt>
                <c:pt idx="3094">
                  <c:v>3095</c:v>
                </c:pt>
                <c:pt idx="3095">
                  <c:v>3096</c:v>
                </c:pt>
                <c:pt idx="3096">
                  <c:v>3097</c:v>
                </c:pt>
                <c:pt idx="3097">
                  <c:v>3098</c:v>
                </c:pt>
                <c:pt idx="3098">
                  <c:v>3099</c:v>
                </c:pt>
                <c:pt idx="3099">
                  <c:v>3100</c:v>
                </c:pt>
                <c:pt idx="3100">
                  <c:v>3101</c:v>
                </c:pt>
                <c:pt idx="3101">
                  <c:v>3102</c:v>
                </c:pt>
                <c:pt idx="3102">
                  <c:v>3103</c:v>
                </c:pt>
                <c:pt idx="3103">
                  <c:v>3104</c:v>
                </c:pt>
                <c:pt idx="3104">
                  <c:v>3105</c:v>
                </c:pt>
                <c:pt idx="3105">
                  <c:v>3106</c:v>
                </c:pt>
                <c:pt idx="3106">
                  <c:v>3107</c:v>
                </c:pt>
                <c:pt idx="3107">
                  <c:v>3108</c:v>
                </c:pt>
                <c:pt idx="3108">
                  <c:v>3109</c:v>
                </c:pt>
                <c:pt idx="3109">
                  <c:v>3110</c:v>
                </c:pt>
                <c:pt idx="3110">
                  <c:v>3111</c:v>
                </c:pt>
                <c:pt idx="3111">
                  <c:v>3112</c:v>
                </c:pt>
                <c:pt idx="3112">
                  <c:v>3113</c:v>
                </c:pt>
                <c:pt idx="3113">
                  <c:v>3114</c:v>
                </c:pt>
                <c:pt idx="3114">
                  <c:v>3115</c:v>
                </c:pt>
                <c:pt idx="3115">
                  <c:v>3116</c:v>
                </c:pt>
                <c:pt idx="3116">
                  <c:v>3117</c:v>
                </c:pt>
                <c:pt idx="3117">
                  <c:v>3118</c:v>
                </c:pt>
                <c:pt idx="3118">
                  <c:v>3119</c:v>
                </c:pt>
                <c:pt idx="3119">
                  <c:v>3120</c:v>
                </c:pt>
                <c:pt idx="3120">
                  <c:v>3121</c:v>
                </c:pt>
                <c:pt idx="3121">
                  <c:v>3122</c:v>
                </c:pt>
                <c:pt idx="3122">
                  <c:v>3123</c:v>
                </c:pt>
                <c:pt idx="3123">
                  <c:v>3124</c:v>
                </c:pt>
                <c:pt idx="3124">
                  <c:v>3125</c:v>
                </c:pt>
                <c:pt idx="3125">
                  <c:v>3126</c:v>
                </c:pt>
                <c:pt idx="3126">
                  <c:v>3127</c:v>
                </c:pt>
                <c:pt idx="3127">
                  <c:v>3128</c:v>
                </c:pt>
                <c:pt idx="3128">
                  <c:v>3129</c:v>
                </c:pt>
                <c:pt idx="3129">
                  <c:v>3130</c:v>
                </c:pt>
                <c:pt idx="3130">
                  <c:v>3131</c:v>
                </c:pt>
                <c:pt idx="3131">
                  <c:v>3132</c:v>
                </c:pt>
                <c:pt idx="3132">
                  <c:v>3133</c:v>
                </c:pt>
                <c:pt idx="3133">
                  <c:v>3134</c:v>
                </c:pt>
                <c:pt idx="3134">
                  <c:v>3135</c:v>
                </c:pt>
                <c:pt idx="3135">
                  <c:v>3136</c:v>
                </c:pt>
                <c:pt idx="3136">
                  <c:v>3137</c:v>
                </c:pt>
                <c:pt idx="3137">
                  <c:v>3138</c:v>
                </c:pt>
                <c:pt idx="3138">
                  <c:v>3139</c:v>
                </c:pt>
                <c:pt idx="3139">
                  <c:v>3140</c:v>
                </c:pt>
                <c:pt idx="3140">
                  <c:v>3141</c:v>
                </c:pt>
                <c:pt idx="3141">
                  <c:v>3142</c:v>
                </c:pt>
                <c:pt idx="3142">
                  <c:v>3143</c:v>
                </c:pt>
                <c:pt idx="3143">
                  <c:v>3144</c:v>
                </c:pt>
                <c:pt idx="3144">
                  <c:v>3145</c:v>
                </c:pt>
                <c:pt idx="3145">
                  <c:v>3146</c:v>
                </c:pt>
                <c:pt idx="3146">
                  <c:v>3147</c:v>
                </c:pt>
                <c:pt idx="3147">
                  <c:v>3148</c:v>
                </c:pt>
                <c:pt idx="3148">
                  <c:v>3149</c:v>
                </c:pt>
                <c:pt idx="3149">
                  <c:v>3150</c:v>
                </c:pt>
                <c:pt idx="3150">
                  <c:v>3151</c:v>
                </c:pt>
                <c:pt idx="3151">
                  <c:v>3152</c:v>
                </c:pt>
                <c:pt idx="3152">
                  <c:v>3153</c:v>
                </c:pt>
                <c:pt idx="3153">
                  <c:v>3154</c:v>
                </c:pt>
                <c:pt idx="3154">
                  <c:v>3155</c:v>
                </c:pt>
                <c:pt idx="3155">
                  <c:v>3156</c:v>
                </c:pt>
                <c:pt idx="3156">
                  <c:v>3157</c:v>
                </c:pt>
                <c:pt idx="3157">
                  <c:v>3158</c:v>
                </c:pt>
                <c:pt idx="3158">
                  <c:v>3159</c:v>
                </c:pt>
                <c:pt idx="3159">
                  <c:v>3160</c:v>
                </c:pt>
                <c:pt idx="3160">
                  <c:v>3161</c:v>
                </c:pt>
                <c:pt idx="3161">
                  <c:v>3162</c:v>
                </c:pt>
                <c:pt idx="3162">
                  <c:v>3163</c:v>
                </c:pt>
                <c:pt idx="3163">
                  <c:v>3164</c:v>
                </c:pt>
                <c:pt idx="3164">
                  <c:v>3165</c:v>
                </c:pt>
                <c:pt idx="3165">
                  <c:v>3166</c:v>
                </c:pt>
                <c:pt idx="3166">
                  <c:v>3167</c:v>
                </c:pt>
                <c:pt idx="3167">
                  <c:v>3168</c:v>
                </c:pt>
                <c:pt idx="3168">
                  <c:v>3169</c:v>
                </c:pt>
                <c:pt idx="3169">
                  <c:v>3170</c:v>
                </c:pt>
                <c:pt idx="3170">
                  <c:v>3171</c:v>
                </c:pt>
                <c:pt idx="3171">
                  <c:v>3172</c:v>
                </c:pt>
                <c:pt idx="3172">
                  <c:v>3173</c:v>
                </c:pt>
                <c:pt idx="3173">
                  <c:v>3174</c:v>
                </c:pt>
                <c:pt idx="3174">
                  <c:v>3175</c:v>
                </c:pt>
                <c:pt idx="3175">
                  <c:v>3176</c:v>
                </c:pt>
                <c:pt idx="3176">
                  <c:v>3177</c:v>
                </c:pt>
                <c:pt idx="3177">
                  <c:v>3178</c:v>
                </c:pt>
                <c:pt idx="3178">
                  <c:v>3179</c:v>
                </c:pt>
                <c:pt idx="3179">
                  <c:v>3180</c:v>
                </c:pt>
                <c:pt idx="3180">
                  <c:v>3181</c:v>
                </c:pt>
                <c:pt idx="3181">
                  <c:v>3182</c:v>
                </c:pt>
                <c:pt idx="3182">
                  <c:v>3183</c:v>
                </c:pt>
                <c:pt idx="3183">
                  <c:v>3184</c:v>
                </c:pt>
                <c:pt idx="3184">
                  <c:v>3185</c:v>
                </c:pt>
                <c:pt idx="3185">
                  <c:v>3186</c:v>
                </c:pt>
                <c:pt idx="3186">
                  <c:v>3187</c:v>
                </c:pt>
                <c:pt idx="3187">
                  <c:v>3188</c:v>
                </c:pt>
                <c:pt idx="3188">
                  <c:v>3189</c:v>
                </c:pt>
                <c:pt idx="3189">
                  <c:v>3190</c:v>
                </c:pt>
                <c:pt idx="3190">
                  <c:v>3191</c:v>
                </c:pt>
                <c:pt idx="3191">
                  <c:v>3192</c:v>
                </c:pt>
                <c:pt idx="3192">
                  <c:v>3193</c:v>
                </c:pt>
                <c:pt idx="3193">
                  <c:v>3194</c:v>
                </c:pt>
                <c:pt idx="3194">
                  <c:v>3195</c:v>
                </c:pt>
                <c:pt idx="3195">
                  <c:v>3196</c:v>
                </c:pt>
                <c:pt idx="3196">
                  <c:v>3197</c:v>
                </c:pt>
                <c:pt idx="3197">
                  <c:v>3198</c:v>
                </c:pt>
                <c:pt idx="3198">
                  <c:v>3199</c:v>
                </c:pt>
                <c:pt idx="3199">
                  <c:v>3200</c:v>
                </c:pt>
                <c:pt idx="3200">
                  <c:v>3201</c:v>
                </c:pt>
                <c:pt idx="3201">
                  <c:v>3202</c:v>
                </c:pt>
                <c:pt idx="3202">
                  <c:v>3203</c:v>
                </c:pt>
                <c:pt idx="3203">
                  <c:v>3204</c:v>
                </c:pt>
                <c:pt idx="3204">
                  <c:v>3205</c:v>
                </c:pt>
                <c:pt idx="3205">
                  <c:v>3206</c:v>
                </c:pt>
                <c:pt idx="3206">
                  <c:v>3207</c:v>
                </c:pt>
                <c:pt idx="3207">
                  <c:v>3208</c:v>
                </c:pt>
                <c:pt idx="3208">
                  <c:v>3209</c:v>
                </c:pt>
                <c:pt idx="3209">
                  <c:v>3210</c:v>
                </c:pt>
                <c:pt idx="3210">
                  <c:v>3211</c:v>
                </c:pt>
                <c:pt idx="3211">
                  <c:v>3212</c:v>
                </c:pt>
                <c:pt idx="3212">
                  <c:v>3213</c:v>
                </c:pt>
                <c:pt idx="3213">
                  <c:v>3214</c:v>
                </c:pt>
                <c:pt idx="3214">
                  <c:v>3215</c:v>
                </c:pt>
                <c:pt idx="3215">
                  <c:v>3216</c:v>
                </c:pt>
                <c:pt idx="3216">
                  <c:v>3217</c:v>
                </c:pt>
                <c:pt idx="3217">
                  <c:v>3218</c:v>
                </c:pt>
                <c:pt idx="3218">
                  <c:v>3219</c:v>
                </c:pt>
                <c:pt idx="3219">
                  <c:v>3220</c:v>
                </c:pt>
                <c:pt idx="3220">
                  <c:v>3221</c:v>
                </c:pt>
                <c:pt idx="3221">
                  <c:v>3222</c:v>
                </c:pt>
                <c:pt idx="3222">
                  <c:v>3223</c:v>
                </c:pt>
                <c:pt idx="3223">
                  <c:v>3224</c:v>
                </c:pt>
                <c:pt idx="3224">
                  <c:v>3225</c:v>
                </c:pt>
                <c:pt idx="3225">
                  <c:v>3226</c:v>
                </c:pt>
                <c:pt idx="3226">
                  <c:v>3227</c:v>
                </c:pt>
                <c:pt idx="3227">
                  <c:v>3228</c:v>
                </c:pt>
                <c:pt idx="3228">
                  <c:v>3229</c:v>
                </c:pt>
                <c:pt idx="3229">
                  <c:v>3230</c:v>
                </c:pt>
                <c:pt idx="3230">
                  <c:v>3231</c:v>
                </c:pt>
                <c:pt idx="3231">
                  <c:v>3232</c:v>
                </c:pt>
                <c:pt idx="3232">
                  <c:v>3233</c:v>
                </c:pt>
                <c:pt idx="3233">
                  <c:v>3234</c:v>
                </c:pt>
                <c:pt idx="3234">
                  <c:v>3235</c:v>
                </c:pt>
                <c:pt idx="3235">
                  <c:v>3236</c:v>
                </c:pt>
                <c:pt idx="3236">
                  <c:v>3237</c:v>
                </c:pt>
                <c:pt idx="3237">
                  <c:v>3238</c:v>
                </c:pt>
                <c:pt idx="3238">
                  <c:v>3239</c:v>
                </c:pt>
                <c:pt idx="3239">
                  <c:v>3240</c:v>
                </c:pt>
                <c:pt idx="3240">
                  <c:v>3241</c:v>
                </c:pt>
                <c:pt idx="3241">
                  <c:v>3242</c:v>
                </c:pt>
                <c:pt idx="3242">
                  <c:v>3243</c:v>
                </c:pt>
                <c:pt idx="3243">
                  <c:v>3244</c:v>
                </c:pt>
                <c:pt idx="3244">
                  <c:v>3245</c:v>
                </c:pt>
                <c:pt idx="3245">
                  <c:v>3246</c:v>
                </c:pt>
                <c:pt idx="3246">
                  <c:v>3247</c:v>
                </c:pt>
                <c:pt idx="3247">
                  <c:v>3248</c:v>
                </c:pt>
                <c:pt idx="3248">
                  <c:v>3249</c:v>
                </c:pt>
                <c:pt idx="3249">
                  <c:v>3250</c:v>
                </c:pt>
                <c:pt idx="3250">
                  <c:v>3251</c:v>
                </c:pt>
                <c:pt idx="3251">
                  <c:v>3252</c:v>
                </c:pt>
                <c:pt idx="3252">
                  <c:v>3253</c:v>
                </c:pt>
                <c:pt idx="3253">
                  <c:v>3254</c:v>
                </c:pt>
                <c:pt idx="3254">
                  <c:v>3255</c:v>
                </c:pt>
                <c:pt idx="3255">
                  <c:v>3256</c:v>
                </c:pt>
                <c:pt idx="3256">
                  <c:v>3257</c:v>
                </c:pt>
                <c:pt idx="3257">
                  <c:v>3258</c:v>
                </c:pt>
                <c:pt idx="3258">
                  <c:v>3259</c:v>
                </c:pt>
                <c:pt idx="3259">
                  <c:v>3260</c:v>
                </c:pt>
                <c:pt idx="3260">
                  <c:v>3261</c:v>
                </c:pt>
                <c:pt idx="3261">
                  <c:v>3262</c:v>
                </c:pt>
                <c:pt idx="3262">
                  <c:v>3263</c:v>
                </c:pt>
                <c:pt idx="3263">
                  <c:v>3264</c:v>
                </c:pt>
                <c:pt idx="3264">
                  <c:v>3265</c:v>
                </c:pt>
                <c:pt idx="3265">
                  <c:v>3266</c:v>
                </c:pt>
                <c:pt idx="3266">
                  <c:v>3267</c:v>
                </c:pt>
                <c:pt idx="3267">
                  <c:v>3268</c:v>
                </c:pt>
                <c:pt idx="3268">
                  <c:v>3269</c:v>
                </c:pt>
                <c:pt idx="3269">
                  <c:v>3270</c:v>
                </c:pt>
                <c:pt idx="3270">
                  <c:v>3271</c:v>
                </c:pt>
                <c:pt idx="3271">
                  <c:v>3272</c:v>
                </c:pt>
                <c:pt idx="3272">
                  <c:v>3273</c:v>
                </c:pt>
                <c:pt idx="3273">
                  <c:v>3274</c:v>
                </c:pt>
                <c:pt idx="3274">
                  <c:v>3275</c:v>
                </c:pt>
                <c:pt idx="3275">
                  <c:v>3276</c:v>
                </c:pt>
                <c:pt idx="3276">
                  <c:v>3277</c:v>
                </c:pt>
                <c:pt idx="3277">
                  <c:v>3278</c:v>
                </c:pt>
                <c:pt idx="3278">
                  <c:v>3279</c:v>
                </c:pt>
                <c:pt idx="3279">
                  <c:v>3280</c:v>
                </c:pt>
                <c:pt idx="3280">
                  <c:v>3281</c:v>
                </c:pt>
                <c:pt idx="3281">
                  <c:v>3282</c:v>
                </c:pt>
                <c:pt idx="3282">
                  <c:v>3283</c:v>
                </c:pt>
                <c:pt idx="3283">
                  <c:v>3284</c:v>
                </c:pt>
                <c:pt idx="3284">
                  <c:v>3285</c:v>
                </c:pt>
                <c:pt idx="3285">
                  <c:v>3286</c:v>
                </c:pt>
                <c:pt idx="3286">
                  <c:v>3287</c:v>
                </c:pt>
                <c:pt idx="3287">
                  <c:v>3288</c:v>
                </c:pt>
                <c:pt idx="3288">
                  <c:v>3289</c:v>
                </c:pt>
                <c:pt idx="3289">
                  <c:v>3290</c:v>
                </c:pt>
                <c:pt idx="3290">
                  <c:v>3291</c:v>
                </c:pt>
                <c:pt idx="3291">
                  <c:v>3292</c:v>
                </c:pt>
                <c:pt idx="3292">
                  <c:v>3293</c:v>
                </c:pt>
                <c:pt idx="3293">
                  <c:v>3294</c:v>
                </c:pt>
                <c:pt idx="3294">
                  <c:v>3295</c:v>
                </c:pt>
                <c:pt idx="3295">
                  <c:v>3296</c:v>
                </c:pt>
                <c:pt idx="3296">
                  <c:v>3297</c:v>
                </c:pt>
                <c:pt idx="3297">
                  <c:v>3298</c:v>
                </c:pt>
                <c:pt idx="3298">
                  <c:v>3299</c:v>
                </c:pt>
                <c:pt idx="3299">
                  <c:v>3300</c:v>
                </c:pt>
                <c:pt idx="3300">
                  <c:v>3301</c:v>
                </c:pt>
                <c:pt idx="3301">
                  <c:v>3302</c:v>
                </c:pt>
                <c:pt idx="3302">
                  <c:v>3303</c:v>
                </c:pt>
                <c:pt idx="3303">
                  <c:v>3304</c:v>
                </c:pt>
                <c:pt idx="3304">
                  <c:v>3305</c:v>
                </c:pt>
                <c:pt idx="3305">
                  <c:v>3306</c:v>
                </c:pt>
                <c:pt idx="3306">
                  <c:v>3307</c:v>
                </c:pt>
                <c:pt idx="3307">
                  <c:v>3308</c:v>
                </c:pt>
                <c:pt idx="3308">
                  <c:v>3309</c:v>
                </c:pt>
                <c:pt idx="3309">
                  <c:v>3310</c:v>
                </c:pt>
                <c:pt idx="3310">
                  <c:v>3311</c:v>
                </c:pt>
                <c:pt idx="3311">
                  <c:v>3312</c:v>
                </c:pt>
                <c:pt idx="3312">
                  <c:v>3313</c:v>
                </c:pt>
                <c:pt idx="3313">
                  <c:v>3314</c:v>
                </c:pt>
                <c:pt idx="3314">
                  <c:v>3315</c:v>
                </c:pt>
                <c:pt idx="3315">
                  <c:v>3316</c:v>
                </c:pt>
                <c:pt idx="3316">
                  <c:v>3317</c:v>
                </c:pt>
                <c:pt idx="3317">
                  <c:v>3318</c:v>
                </c:pt>
                <c:pt idx="3318">
                  <c:v>3319</c:v>
                </c:pt>
                <c:pt idx="3319">
                  <c:v>3320</c:v>
                </c:pt>
                <c:pt idx="3320">
                  <c:v>3321</c:v>
                </c:pt>
                <c:pt idx="3321">
                  <c:v>3322</c:v>
                </c:pt>
                <c:pt idx="3322">
                  <c:v>3323</c:v>
                </c:pt>
                <c:pt idx="3323">
                  <c:v>3324</c:v>
                </c:pt>
                <c:pt idx="3324">
                  <c:v>3325</c:v>
                </c:pt>
                <c:pt idx="3325">
                  <c:v>3326</c:v>
                </c:pt>
                <c:pt idx="3326">
                  <c:v>3327</c:v>
                </c:pt>
                <c:pt idx="3327">
                  <c:v>3328</c:v>
                </c:pt>
                <c:pt idx="3328">
                  <c:v>3329</c:v>
                </c:pt>
                <c:pt idx="3329">
                  <c:v>3330</c:v>
                </c:pt>
                <c:pt idx="3330">
                  <c:v>3331</c:v>
                </c:pt>
                <c:pt idx="3331">
                  <c:v>3332</c:v>
                </c:pt>
                <c:pt idx="3332">
                  <c:v>3333</c:v>
                </c:pt>
                <c:pt idx="3333">
                  <c:v>3334</c:v>
                </c:pt>
                <c:pt idx="3334">
                  <c:v>3335</c:v>
                </c:pt>
                <c:pt idx="3335">
                  <c:v>3336</c:v>
                </c:pt>
                <c:pt idx="3336">
                  <c:v>3337</c:v>
                </c:pt>
                <c:pt idx="3337">
                  <c:v>3338</c:v>
                </c:pt>
                <c:pt idx="3338">
                  <c:v>3339</c:v>
                </c:pt>
                <c:pt idx="3339">
                  <c:v>3340</c:v>
                </c:pt>
                <c:pt idx="3340">
                  <c:v>3341</c:v>
                </c:pt>
                <c:pt idx="3341">
                  <c:v>3342</c:v>
                </c:pt>
                <c:pt idx="3342">
                  <c:v>3343</c:v>
                </c:pt>
                <c:pt idx="3343">
                  <c:v>3344</c:v>
                </c:pt>
                <c:pt idx="3344">
                  <c:v>3345</c:v>
                </c:pt>
                <c:pt idx="3345">
                  <c:v>3346</c:v>
                </c:pt>
                <c:pt idx="3346">
                  <c:v>3347</c:v>
                </c:pt>
                <c:pt idx="3347">
                  <c:v>3348</c:v>
                </c:pt>
                <c:pt idx="3348">
                  <c:v>3349</c:v>
                </c:pt>
                <c:pt idx="3349">
                  <c:v>3350</c:v>
                </c:pt>
                <c:pt idx="3350">
                  <c:v>3351</c:v>
                </c:pt>
                <c:pt idx="3351">
                  <c:v>3352</c:v>
                </c:pt>
                <c:pt idx="3352">
                  <c:v>3353</c:v>
                </c:pt>
                <c:pt idx="3353">
                  <c:v>3354</c:v>
                </c:pt>
                <c:pt idx="3354">
                  <c:v>3355</c:v>
                </c:pt>
                <c:pt idx="3355">
                  <c:v>3356</c:v>
                </c:pt>
                <c:pt idx="3356">
                  <c:v>3357</c:v>
                </c:pt>
                <c:pt idx="3357">
                  <c:v>3358</c:v>
                </c:pt>
                <c:pt idx="3358">
                  <c:v>3359</c:v>
                </c:pt>
                <c:pt idx="3359">
                  <c:v>3360</c:v>
                </c:pt>
                <c:pt idx="3360">
                  <c:v>3361</c:v>
                </c:pt>
                <c:pt idx="3361">
                  <c:v>3362</c:v>
                </c:pt>
                <c:pt idx="3362">
                  <c:v>3363</c:v>
                </c:pt>
                <c:pt idx="3363">
                  <c:v>3364</c:v>
                </c:pt>
                <c:pt idx="3364">
                  <c:v>3365</c:v>
                </c:pt>
                <c:pt idx="3365">
                  <c:v>3366</c:v>
                </c:pt>
                <c:pt idx="3366">
                  <c:v>3367</c:v>
                </c:pt>
                <c:pt idx="3367">
                  <c:v>3368</c:v>
                </c:pt>
                <c:pt idx="3368">
                  <c:v>3369</c:v>
                </c:pt>
                <c:pt idx="3369">
                  <c:v>3370</c:v>
                </c:pt>
                <c:pt idx="3370">
                  <c:v>3371</c:v>
                </c:pt>
                <c:pt idx="3371">
                  <c:v>3372</c:v>
                </c:pt>
                <c:pt idx="3372">
                  <c:v>3373</c:v>
                </c:pt>
                <c:pt idx="3373">
                  <c:v>3374</c:v>
                </c:pt>
                <c:pt idx="3374">
                  <c:v>3375</c:v>
                </c:pt>
                <c:pt idx="3375">
                  <c:v>3376</c:v>
                </c:pt>
                <c:pt idx="3376">
                  <c:v>3377</c:v>
                </c:pt>
                <c:pt idx="3377">
                  <c:v>3378</c:v>
                </c:pt>
                <c:pt idx="3378">
                  <c:v>3379</c:v>
                </c:pt>
                <c:pt idx="3379">
                  <c:v>3380</c:v>
                </c:pt>
                <c:pt idx="3380">
                  <c:v>3381</c:v>
                </c:pt>
                <c:pt idx="3381">
                  <c:v>3382</c:v>
                </c:pt>
                <c:pt idx="3382">
                  <c:v>3383</c:v>
                </c:pt>
                <c:pt idx="3383">
                  <c:v>3384</c:v>
                </c:pt>
                <c:pt idx="3384">
                  <c:v>3385</c:v>
                </c:pt>
                <c:pt idx="3385">
                  <c:v>3386</c:v>
                </c:pt>
                <c:pt idx="3386">
                  <c:v>3387</c:v>
                </c:pt>
                <c:pt idx="3387">
                  <c:v>3388</c:v>
                </c:pt>
                <c:pt idx="3388">
                  <c:v>3389</c:v>
                </c:pt>
                <c:pt idx="3389">
                  <c:v>3390</c:v>
                </c:pt>
                <c:pt idx="3390">
                  <c:v>3391</c:v>
                </c:pt>
                <c:pt idx="3391">
                  <c:v>3392</c:v>
                </c:pt>
                <c:pt idx="3392">
                  <c:v>3393</c:v>
                </c:pt>
                <c:pt idx="3393">
                  <c:v>3394</c:v>
                </c:pt>
                <c:pt idx="3394">
                  <c:v>3395</c:v>
                </c:pt>
                <c:pt idx="3395">
                  <c:v>3396</c:v>
                </c:pt>
                <c:pt idx="3396">
                  <c:v>3397</c:v>
                </c:pt>
                <c:pt idx="3397">
                  <c:v>3398</c:v>
                </c:pt>
                <c:pt idx="3398">
                  <c:v>3399</c:v>
                </c:pt>
                <c:pt idx="3399">
                  <c:v>3400</c:v>
                </c:pt>
                <c:pt idx="3400">
                  <c:v>3401</c:v>
                </c:pt>
                <c:pt idx="3401">
                  <c:v>3402</c:v>
                </c:pt>
                <c:pt idx="3402">
                  <c:v>3403</c:v>
                </c:pt>
                <c:pt idx="3403">
                  <c:v>3404</c:v>
                </c:pt>
                <c:pt idx="3404">
                  <c:v>3405</c:v>
                </c:pt>
                <c:pt idx="3405">
                  <c:v>3406</c:v>
                </c:pt>
                <c:pt idx="3406">
                  <c:v>3407</c:v>
                </c:pt>
                <c:pt idx="3407">
                  <c:v>3408</c:v>
                </c:pt>
                <c:pt idx="3408">
                  <c:v>3409</c:v>
                </c:pt>
                <c:pt idx="3409">
                  <c:v>3410</c:v>
                </c:pt>
                <c:pt idx="3410">
                  <c:v>3411</c:v>
                </c:pt>
                <c:pt idx="3411">
                  <c:v>3412</c:v>
                </c:pt>
                <c:pt idx="3412">
                  <c:v>3413</c:v>
                </c:pt>
                <c:pt idx="3413">
                  <c:v>3414</c:v>
                </c:pt>
                <c:pt idx="3414">
                  <c:v>3415</c:v>
                </c:pt>
                <c:pt idx="3415">
                  <c:v>3416</c:v>
                </c:pt>
                <c:pt idx="3416">
                  <c:v>3417</c:v>
                </c:pt>
                <c:pt idx="3417">
                  <c:v>3418</c:v>
                </c:pt>
                <c:pt idx="3418">
                  <c:v>3419</c:v>
                </c:pt>
                <c:pt idx="3419">
                  <c:v>3420</c:v>
                </c:pt>
                <c:pt idx="3420">
                  <c:v>3421</c:v>
                </c:pt>
                <c:pt idx="3421">
                  <c:v>3422</c:v>
                </c:pt>
                <c:pt idx="3422">
                  <c:v>3423</c:v>
                </c:pt>
                <c:pt idx="3423">
                  <c:v>3424</c:v>
                </c:pt>
                <c:pt idx="3424">
                  <c:v>3425</c:v>
                </c:pt>
                <c:pt idx="3425">
                  <c:v>3426</c:v>
                </c:pt>
                <c:pt idx="3426">
                  <c:v>3427</c:v>
                </c:pt>
                <c:pt idx="3427">
                  <c:v>3428</c:v>
                </c:pt>
                <c:pt idx="3428">
                  <c:v>3429</c:v>
                </c:pt>
                <c:pt idx="3429">
                  <c:v>3430</c:v>
                </c:pt>
                <c:pt idx="3430">
                  <c:v>3431</c:v>
                </c:pt>
                <c:pt idx="3431">
                  <c:v>3432</c:v>
                </c:pt>
                <c:pt idx="3432">
                  <c:v>3433</c:v>
                </c:pt>
                <c:pt idx="3433">
                  <c:v>3434</c:v>
                </c:pt>
                <c:pt idx="3434">
                  <c:v>3435</c:v>
                </c:pt>
                <c:pt idx="3435">
                  <c:v>3436</c:v>
                </c:pt>
                <c:pt idx="3436">
                  <c:v>3437</c:v>
                </c:pt>
                <c:pt idx="3437">
                  <c:v>3438</c:v>
                </c:pt>
                <c:pt idx="3438">
                  <c:v>3439</c:v>
                </c:pt>
                <c:pt idx="3439">
                  <c:v>3440</c:v>
                </c:pt>
                <c:pt idx="3440">
                  <c:v>3441</c:v>
                </c:pt>
                <c:pt idx="3441">
                  <c:v>3442</c:v>
                </c:pt>
                <c:pt idx="3442">
                  <c:v>3443</c:v>
                </c:pt>
                <c:pt idx="3443">
                  <c:v>3444</c:v>
                </c:pt>
                <c:pt idx="3444">
                  <c:v>3445</c:v>
                </c:pt>
                <c:pt idx="3445">
                  <c:v>3446</c:v>
                </c:pt>
                <c:pt idx="3446">
                  <c:v>3447</c:v>
                </c:pt>
                <c:pt idx="3447">
                  <c:v>3448</c:v>
                </c:pt>
                <c:pt idx="3448">
                  <c:v>3449</c:v>
                </c:pt>
                <c:pt idx="3449">
                  <c:v>3450</c:v>
                </c:pt>
                <c:pt idx="3450">
                  <c:v>3451</c:v>
                </c:pt>
                <c:pt idx="3451">
                  <c:v>3452</c:v>
                </c:pt>
                <c:pt idx="3452">
                  <c:v>3453</c:v>
                </c:pt>
                <c:pt idx="3453">
                  <c:v>3454</c:v>
                </c:pt>
                <c:pt idx="3454">
                  <c:v>3455</c:v>
                </c:pt>
                <c:pt idx="3455">
                  <c:v>3456</c:v>
                </c:pt>
                <c:pt idx="3456">
                  <c:v>3457</c:v>
                </c:pt>
                <c:pt idx="3457">
                  <c:v>3458</c:v>
                </c:pt>
                <c:pt idx="3458">
                  <c:v>3459</c:v>
                </c:pt>
                <c:pt idx="3459">
                  <c:v>3460</c:v>
                </c:pt>
                <c:pt idx="3460">
                  <c:v>3461</c:v>
                </c:pt>
                <c:pt idx="3461">
                  <c:v>3462</c:v>
                </c:pt>
                <c:pt idx="3462">
                  <c:v>3463</c:v>
                </c:pt>
                <c:pt idx="3463">
                  <c:v>3464</c:v>
                </c:pt>
                <c:pt idx="3464">
                  <c:v>3465</c:v>
                </c:pt>
                <c:pt idx="3465">
                  <c:v>3466</c:v>
                </c:pt>
                <c:pt idx="3466">
                  <c:v>3467</c:v>
                </c:pt>
                <c:pt idx="3467">
                  <c:v>3468</c:v>
                </c:pt>
                <c:pt idx="3468">
                  <c:v>3469</c:v>
                </c:pt>
                <c:pt idx="3469">
                  <c:v>3470</c:v>
                </c:pt>
                <c:pt idx="3470">
                  <c:v>3471</c:v>
                </c:pt>
                <c:pt idx="3471">
                  <c:v>3472</c:v>
                </c:pt>
                <c:pt idx="3472">
                  <c:v>3473</c:v>
                </c:pt>
                <c:pt idx="3473">
                  <c:v>3474</c:v>
                </c:pt>
                <c:pt idx="3474">
                  <c:v>3475</c:v>
                </c:pt>
                <c:pt idx="3475">
                  <c:v>3476</c:v>
                </c:pt>
                <c:pt idx="3476">
                  <c:v>3477</c:v>
                </c:pt>
                <c:pt idx="3477">
                  <c:v>3478</c:v>
                </c:pt>
                <c:pt idx="3478">
                  <c:v>3479</c:v>
                </c:pt>
                <c:pt idx="3479">
                  <c:v>3480</c:v>
                </c:pt>
                <c:pt idx="3480">
                  <c:v>3481</c:v>
                </c:pt>
                <c:pt idx="3481">
                  <c:v>3482</c:v>
                </c:pt>
                <c:pt idx="3482">
                  <c:v>3483</c:v>
                </c:pt>
                <c:pt idx="3483">
                  <c:v>3484</c:v>
                </c:pt>
                <c:pt idx="3484">
                  <c:v>3485</c:v>
                </c:pt>
                <c:pt idx="3485">
                  <c:v>3486</c:v>
                </c:pt>
                <c:pt idx="3486">
                  <c:v>3487</c:v>
                </c:pt>
                <c:pt idx="3487">
                  <c:v>3488</c:v>
                </c:pt>
                <c:pt idx="3488">
                  <c:v>3489</c:v>
                </c:pt>
                <c:pt idx="3489">
                  <c:v>3490</c:v>
                </c:pt>
                <c:pt idx="3490">
                  <c:v>3491</c:v>
                </c:pt>
                <c:pt idx="3491">
                  <c:v>3492</c:v>
                </c:pt>
                <c:pt idx="3492">
                  <c:v>3493</c:v>
                </c:pt>
                <c:pt idx="3493">
                  <c:v>3494</c:v>
                </c:pt>
                <c:pt idx="3494">
                  <c:v>3495</c:v>
                </c:pt>
                <c:pt idx="3495">
                  <c:v>3496</c:v>
                </c:pt>
                <c:pt idx="3496">
                  <c:v>3497</c:v>
                </c:pt>
                <c:pt idx="3497">
                  <c:v>3498</c:v>
                </c:pt>
                <c:pt idx="3498">
                  <c:v>3499</c:v>
                </c:pt>
                <c:pt idx="3499">
                  <c:v>3500</c:v>
                </c:pt>
                <c:pt idx="3500">
                  <c:v>3501</c:v>
                </c:pt>
                <c:pt idx="3501">
                  <c:v>3502</c:v>
                </c:pt>
                <c:pt idx="3502">
                  <c:v>3503</c:v>
                </c:pt>
                <c:pt idx="3503">
                  <c:v>3504</c:v>
                </c:pt>
                <c:pt idx="3504">
                  <c:v>3505</c:v>
                </c:pt>
                <c:pt idx="3505">
                  <c:v>3506</c:v>
                </c:pt>
                <c:pt idx="3506">
                  <c:v>3507</c:v>
                </c:pt>
                <c:pt idx="3507">
                  <c:v>3508</c:v>
                </c:pt>
                <c:pt idx="3508">
                  <c:v>3509</c:v>
                </c:pt>
                <c:pt idx="3509">
                  <c:v>3510</c:v>
                </c:pt>
                <c:pt idx="3510">
                  <c:v>3511</c:v>
                </c:pt>
                <c:pt idx="3511">
                  <c:v>3512</c:v>
                </c:pt>
                <c:pt idx="3512">
                  <c:v>3513</c:v>
                </c:pt>
                <c:pt idx="3513">
                  <c:v>3514</c:v>
                </c:pt>
                <c:pt idx="3514">
                  <c:v>3515</c:v>
                </c:pt>
                <c:pt idx="3515">
                  <c:v>3516</c:v>
                </c:pt>
                <c:pt idx="3516">
                  <c:v>3517</c:v>
                </c:pt>
                <c:pt idx="3517">
                  <c:v>3518</c:v>
                </c:pt>
                <c:pt idx="3518">
                  <c:v>3519</c:v>
                </c:pt>
                <c:pt idx="3519">
                  <c:v>3520</c:v>
                </c:pt>
                <c:pt idx="3520">
                  <c:v>3521</c:v>
                </c:pt>
                <c:pt idx="3521">
                  <c:v>3522</c:v>
                </c:pt>
                <c:pt idx="3522">
                  <c:v>3523</c:v>
                </c:pt>
                <c:pt idx="3523">
                  <c:v>3524</c:v>
                </c:pt>
                <c:pt idx="3524">
                  <c:v>3525</c:v>
                </c:pt>
                <c:pt idx="3525">
                  <c:v>3526</c:v>
                </c:pt>
                <c:pt idx="3526">
                  <c:v>3527</c:v>
                </c:pt>
                <c:pt idx="3527">
                  <c:v>3528</c:v>
                </c:pt>
                <c:pt idx="3528">
                  <c:v>3529</c:v>
                </c:pt>
                <c:pt idx="3529">
                  <c:v>3530</c:v>
                </c:pt>
                <c:pt idx="3530">
                  <c:v>3531</c:v>
                </c:pt>
                <c:pt idx="3531">
                  <c:v>3532</c:v>
                </c:pt>
                <c:pt idx="3532">
                  <c:v>3533</c:v>
                </c:pt>
                <c:pt idx="3533">
                  <c:v>3534</c:v>
                </c:pt>
                <c:pt idx="3534">
                  <c:v>3535</c:v>
                </c:pt>
                <c:pt idx="3535">
                  <c:v>3536</c:v>
                </c:pt>
                <c:pt idx="3536">
                  <c:v>3537</c:v>
                </c:pt>
                <c:pt idx="3537">
                  <c:v>3538</c:v>
                </c:pt>
                <c:pt idx="3538">
                  <c:v>3539</c:v>
                </c:pt>
                <c:pt idx="3539">
                  <c:v>3540</c:v>
                </c:pt>
                <c:pt idx="3540">
                  <c:v>3541</c:v>
                </c:pt>
                <c:pt idx="3541">
                  <c:v>3542</c:v>
                </c:pt>
                <c:pt idx="3542">
                  <c:v>3543</c:v>
                </c:pt>
                <c:pt idx="3543">
                  <c:v>3544</c:v>
                </c:pt>
                <c:pt idx="3544">
                  <c:v>3545</c:v>
                </c:pt>
                <c:pt idx="3545">
                  <c:v>3546</c:v>
                </c:pt>
                <c:pt idx="3546">
                  <c:v>3547</c:v>
                </c:pt>
                <c:pt idx="3547">
                  <c:v>3548</c:v>
                </c:pt>
                <c:pt idx="3548">
                  <c:v>3549</c:v>
                </c:pt>
                <c:pt idx="3549">
                  <c:v>3550</c:v>
                </c:pt>
                <c:pt idx="3550">
                  <c:v>3551</c:v>
                </c:pt>
                <c:pt idx="3551">
                  <c:v>3552</c:v>
                </c:pt>
                <c:pt idx="3552">
                  <c:v>3553</c:v>
                </c:pt>
                <c:pt idx="3553">
                  <c:v>3554</c:v>
                </c:pt>
                <c:pt idx="3554">
                  <c:v>3555</c:v>
                </c:pt>
                <c:pt idx="3555">
                  <c:v>3556</c:v>
                </c:pt>
                <c:pt idx="3556">
                  <c:v>3557</c:v>
                </c:pt>
                <c:pt idx="3557">
                  <c:v>3558</c:v>
                </c:pt>
                <c:pt idx="3558">
                  <c:v>3559</c:v>
                </c:pt>
                <c:pt idx="3559">
                  <c:v>3560</c:v>
                </c:pt>
                <c:pt idx="3560">
                  <c:v>3561</c:v>
                </c:pt>
                <c:pt idx="3561">
                  <c:v>3562</c:v>
                </c:pt>
                <c:pt idx="3562">
                  <c:v>3563</c:v>
                </c:pt>
                <c:pt idx="3563">
                  <c:v>3564</c:v>
                </c:pt>
                <c:pt idx="3564">
                  <c:v>3565</c:v>
                </c:pt>
                <c:pt idx="3565">
                  <c:v>3566</c:v>
                </c:pt>
                <c:pt idx="3566">
                  <c:v>3567</c:v>
                </c:pt>
                <c:pt idx="3567">
                  <c:v>3568</c:v>
                </c:pt>
                <c:pt idx="3568">
                  <c:v>3569</c:v>
                </c:pt>
                <c:pt idx="3569">
                  <c:v>3570</c:v>
                </c:pt>
                <c:pt idx="3570">
                  <c:v>3571</c:v>
                </c:pt>
                <c:pt idx="3571">
                  <c:v>3572</c:v>
                </c:pt>
                <c:pt idx="3572">
                  <c:v>3573</c:v>
                </c:pt>
                <c:pt idx="3573">
                  <c:v>3574</c:v>
                </c:pt>
                <c:pt idx="3574">
                  <c:v>3575</c:v>
                </c:pt>
                <c:pt idx="3575">
                  <c:v>3576</c:v>
                </c:pt>
                <c:pt idx="3576">
                  <c:v>3577</c:v>
                </c:pt>
                <c:pt idx="3577">
                  <c:v>3578</c:v>
                </c:pt>
                <c:pt idx="3578">
                  <c:v>3579</c:v>
                </c:pt>
                <c:pt idx="3579">
                  <c:v>3580</c:v>
                </c:pt>
                <c:pt idx="3580">
                  <c:v>3581</c:v>
                </c:pt>
                <c:pt idx="3581">
                  <c:v>3582</c:v>
                </c:pt>
                <c:pt idx="3582">
                  <c:v>3583</c:v>
                </c:pt>
                <c:pt idx="3583">
                  <c:v>3584</c:v>
                </c:pt>
                <c:pt idx="3584">
                  <c:v>3585</c:v>
                </c:pt>
                <c:pt idx="3585">
                  <c:v>3586</c:v>
                </c:pt>
                <c:pt idx="3586">
                  <c:v>3587</c:v>
                </c:pt>
                <c:pt idx="3587">
                  <c:v>3588</c:v>
                </c:pt>
                <c:pt idx="3588">
                  <c:v>3589</c:v>
                </c:pt>
                <c:pt idx="3589">
                  <c:v>3590</c:v>
                </c:pt>
                <c:pt idx="3590">
                  <c:v>3591</c:v>
                </c:pt>
                <c:pt idx="3591">
                  <c:v>3592</c:v>
                </c:pt>
                <c:pt idx="3592">
                  <c:v>3593</c:v>
                </c:pt>
                <c:pt idx="3593">
                  <c:v>3594</c:v>
                </c:pt>
                <c:pt idx="3594">
                  <c:v>3595</c:v>
                </c:pt>
                <c:pt idx="3595">
                  <c:v>3596</c:v>
                </c:pt>
                <c:pt idx="3596">
                  <c:v>3597</c:v>
                </c:pt>
                <c:pt idx="3597">
                  <c:v>3598</c:v>
                </c:pt>
                <c:pt idx="3598">
                  <c:v>3599</c:v>
                </c:pt>
                <c:pt idx="3599">
                  <c:v>3600</c:v>
                </c:pt>
                <c:pt idx="3600">
                  <c:v>3601</c:v>
                </c:pt>
                <c:pt idx="3601">
                  <c:v>3602</c:v>
                </c:pt>
                <c:pt idx="3602">
                  <c:v>3603</c:v>
                </c:pt>
                <c:pt idx="3603">
                  <c:v>3604</c:v>
                </c:pt>
                <c:pt idx="3604">
                  <c:v>3605</c:v>
                </c:pt>
                <c:pt idx="3605">
                  <c:v>3606</c:v>
                </c:pt>
                <c:pt idx="3606">
                  <c:v>3607</c:v>
                </c:pt>
                <c:pt idx="3607">
                  <c:v>3608</c:v>
                </c:pt>
                <c:pt idx="3608">
                  <c:v>3609</c:v>
                </c:pt>
                <c:pt idx="3609">
                  <c:v>3610</c:v>
                </c:pt>
                <c:pt idx="3610">
                  <c:v>3611</c:v>
                </c:pt>
                <c:pt idx="3611">
                  <c:v>3612</c:v>
                </c:pt>
                <c:pt idx="3612">
                  <c:v>3613</c:v>
                </c:pt>
                <c:pt idx="3613">
                  <c:v>3614</c:v>
                </c:pt>
                <c:pt idx="3614">
                  <c:v>3615</c:v>
                </c:pt>
                <c:pt idx="3615">
                  <c:v>3616</c:v>
                </c:pt>
                <c:pt idx="3616">
                  <c:v>3617</c:v>
                </c:pt>
                <c:pt idx="3617">
                  <c:v>3618</c:v>
                </c:pt>
                <c:pt idx="3618">
                  <c:v>3619</c:v>
                </c:pt>
                <c:pt idx="3619">
                  <c:v>3620</c:v>
                </c:pt>
                <c:pt idx="3620">
                  <c:v>3621</c:v>
                </c:pt>
                <c:pt idx="3621">
                  <c:v>3622</c:v>
                </c:pt>
                <c:pt idx="3622">
                  <c:v>3623</c:v>
                </c:pt>
                <c:pt idx="3623">
                  <c:v>3624</c:v>
                </c:pt>
                <c:pt idx="3624">
                  <c:v>3625</c:v>
                </c:pt>
                <c:pt idx="3625">
                  <c:v>3626</c:v>
                </c:pt>
                <c:pt idx="3626">
                  <c:v>3627</c:v>
                </c:pt>
                <c:pt idx="3627">
                  <c:v>3628</c:v>
                </c:pt>
                <c:pt idx="3628">
                  <c:v>3629</c:v>
                </c:pt>
                <c:pt idx="3629">
                  <c:v>3630</c:v>
                </c:pt>
                <c:pt idx="3630">
                  <c:v>3631</c:v>
                </c:pt>
                <c:pt idx="3631">
                  <c:v>3632</c:v>
                </c:pt>
                <c:pt idx="3632">
                  <c:v>3633</c:v>
                </c:pt>
                <c:pt idx="3633">
                  <c:v>3634</c:v>
                </c:pt>
                <c:pt idx="3634">
                  <c:v>3635</c:v>
                </c:pt>
                <c:pt idx="3635">
                  <c:v>3636</c:v>
                </c:pt>
                <c:pt idx="3636">
                  <c:v>3637</c:v>
                </c:pt>
                <c:pt idx="3637">
                  <c:v>3638</c:v>
                </c:pt>
                <c:pt idx="3638">
                  <c:v>3639</c:v>
                </c:pt>
                <c:pt idx="3639">
                  <c:v>3640</c:v>
                </c:pt>
                <c:pt idx="3640">
                  <c:v>3641</c:v>
                </c:pt>
                <c:pt idx="3641">
                  <c:v>3642</c:v>
                </c:pt>
                <c:pt idx="3642">
                  <c:v>3643</c:v>
                </c:pt>
                <c:pt idx="3643">
                  <c:v>3644</c:v>
                </c:pt>
                <c:pt idx="3644">
                  <c:v>3645</c:v>
                </c:pt>
                <c:pt idx="3645">
                  <c:v>3646</c:v>
                </c:pt>
                <c:pt idx="3646">
                  <c:v>3647</c:v>
                </c:pt>
                <c:pt idx="3647">
                  <c:v>3648</c:v>
                </c:pt>
                <c:pt idx="3648">
                  <c:v>3649</c:v>
                </c:pt>
                <c:pt idx="3649">
                  <c:v>3650</c:v>
                </c:pt>
                <c:pt idx="3650">
                  <c:v>3651</c:v>
                </c:pt>
                <c:pt idx="3651">
                  <c:v>3652</c:v>
                </c:pt>
                <c:pt idx="3652">
                  <c:v>3653</c:v>
                </c:pt>
                <c:pt idx="3653">
                  <c:v>3654</c:v>
                </c:pt>
                <c:pt idx="3654">
                  <c:v>3655</c:v>
                </c:pt>
                <c:pt idx="3655">
                  <c:v>3656</c:v>
                </c:pt>
                <c:pt idx="3656">
                  <c:v>3657</c:v>
                </c:pt>
                <c:pt idx="3657">
                  <c:v>3658</c:v>
                </c:pt>
                <c:pt idx="3658">
                  <c:v>3659</c:v>
                </c:pt>
                <c:pt idx="3659">
                  <c:v>3660</c:v>
                </c:pt>
                <c:pt idx="3660">
                  <c:v>3661</c:v>
                </c:pt>
                <c:pt idx="3661">
                  <c:v>3662</c:v>
                </c:pt>
                <c:pt idx="3662">
                  <c:v>3663</c:v>
                </c:pt>
                <c:pt idx="3663">
                  <c:v>3664</c:v>
                </c:pt>
                <c:pt idx="3664">
                  <c:v>3665</c:v>
                </c:pt>
                <c:pt idx="3665">
                  <c:v>3666</c:v>
                </c:pt>
                <c:pt idx="3666">
                  <c:v>3667</c:v>
                </c:pt>
                <c:pt idx="3667">
                  <c:v>3668</c:v>
                </c:pt>
                <c:pt idx="3668">
                  <c:v>3669</c:v>
                </c:pt>
                <c:pt idx="3669">
                  <c:v>3670</c:v>
                </c:pt>
                <c:pt idx="3670">
                  <c:v>3671</c:v>
                </c:pt>
                <c:pt idx="3671">
                  <c:v>3672</c:v>
                </c:pt>
                <c:pt idx="3672">
                  <c:v>3673</c:v>
                </c:pt>
                <c:pt idx="3673">
                  <c:v>3674</c:v>
                </c:pt>
                <c:pt idx="3674">
                  <c:v>3675</c:v>
                </c:pt>
                <c:pt idx="3675">
                  <c:v>3676</c:v>
                </c:pt>
                <c:pt idx="3676">
                  <c:v>3677</c:v>
                </c:pt>
                <c:pt idx="3677">
                  <c:v>3678</c:v>
                </c:pt>
                <c:pt idx="3678">
                  <c:v>3679</c:v>
                </c:pt>
                <c:pt idx="3679">
                  <c:v>3680</c:v>
                </c:pt>
                <c:pt idx="3680">
                  <c:v>3681</c:v>
                </c:pt>
                <c:pt idx="3681">
                  <c:v>3682</c:v>
                </c:pt>
                <c:pt idx="3682">
                  <c:v>3683</c:v>
                </c:pt>
                <c:pt idx="3683">
                  <c:v>3684</c:v>
                </c:pt>
                <c:pt idx="3684">
                  <c:v>3685</c:v>
                </c:pt>
                <c:pt idx="3685">
                  <c:v>3686</c:v>
                </c:pt>
                <c:pt idx="3686">
                  <c:v>3687</c:v>
                </c:pt>
                <c:pt idx="3687">
                  <c:v>3688</c:v>
                </c:pt>
                <c:pt idx="3688">
                  <c:v>3689</c:v>
                </c:pt>
                <c:pt idx="3689">
                  <c:v>3690</c:v>
                </c:pt>
                <c:pt idx="3690">
                  <c:v>3691</c:v>
                </c:pt>
                <c:pt idx="3691">
                  <c:v>3692</c:v>
                </c:pt>
                <c:pt idx="3692">
                  <c:v>3693</c:v>
                </c:pt>
                <c:pt idx="3693">
                  <c:v>3694</c:v>
                </c:pt>
                <c:pt idx="3694">
                  <c:v>3695</c:v>
                </c:pt>
                <c:pt idx="3695">
                  <c:v>3696</c:v>
                </c:pt>
                <c:pt idx="3696">
                  <c:v>3697</c:v>
                </c:pt>
                <c:pt idx="3697">
                  <c:v>3698</c:v>
                </c:pt>
                <c:pt idx="3698">
                  <c:v>3699</c:v>
                </c:pt>
                <c:pt idx="3699">
                  <c:v>3700</c:v>
                </c:pt>
                <c:pt idx="3700">
                  <c:v>3701</c:v>
                </c:pt>
                <c:pt idx="3701">
                  <c:v>3702</c:v>
                </c:pt>
                <c:pt idx="3702">
                  <c:v>3703</c:v>
                </c:pt>
                <c:pt idx="3703">
                  <c:v>3704</c:v>
                </c:pt>
                <c:pt idx="3704">
                  <c:v>3705</c:v>
                </c:pt>
                <c:pt idx="3705">
                  <c:v>3706</c:v>
                </c:pt>
                <c:pt idx="3706">
                  <c:v>3707</c:v>
                </c:pt>
                <c:pt idx="3707">
                  <c:v>3708</c:v>
                </c:pt>
                <c:pt idx="3708">
                  <c:v>3709</c:v>
                </c:pt>
                <c:pt idx="3709">
                  <c:v>3710</c:v>
                </c:pt>
                <c:pt idx="3710">
                  <c:v>3711</c:v>
                </c:pt>
                <c:pt idx="3711">
                  <c:v>3712</c:v>
                </c:pt>
                <c:pt idx="3712">
                  <c:v>3713</c:v>
                </c:pt>
                <c:pt idx="3713">
                  <c:v>3714</c:v>
                </c:pt>
                <c:pt idx="3714">
                  <c:v>3715</c:v>
                </c:pt>
                <c:pt idx="3715">
                  <c:v>3716</c:v>
                </c:pt>
                <c:pt idx="3716">
                  <c:v>3717</c:v>
                </c:pt>
                <c:pt idx="3717">
                  <c:v>3718</c:v>
                </c:pt>
                <c:pt idx="3718">
                  <c:v>3719</c:v>
                </c:pt>
                <c:pt idx="3719">
                  <c:v>3720</c:v>
                </c:pt>
                <c:pt idx="3720">
                  <c:v>3721</c:v>
                </c:pt>
                <c:pt idx="3721">
                  <c:v>3722</c:v>
                </c:pt>
                <c:pt idx="3722">
                  <c:v>3723</c:v>
                </c:pt>
                <c:pt idx="3723">
                  <c:v>3724</c:v>
                </c:pt>
                <c:pt idx="3724">
                  <c:v>3725</c:v>
                </c:pt>
                <c:pt idx="3725">
                  <c:v>3726</c:v>
                </c:pt>
                <c:pt idx="3726">
                  <c:v>3727</c:v>
                </c:pt>
                <c:pt idx="3727">
                  <c:v>3728</c:v>
                </c:pt>
                <c:pt idx="3728">
                  <c:v>3729</c:v>
                </c:pt>
                <c:pt idx="3729">
                  <c:v>3730</c:v>
                </c:pt>
                <c:pt idx="3730">
                  <c:v>3731</c:v>
                </c:pt>
                <c:pt idx="3731">
                  <c:v>3732</c:v>
                </c:pt>
                <c:pt idx="3732">
                  <c:v>3733</c:v>
                </c:pt>
                <c:pt idx="3733">
                  <c:v>3734</c:v>
                </c:pt>
                <c:pt idx="3734">
                  <c:v>3735</c:v>
                </c:pt>
                <c:pt idx="3735">
                  <c:v>3736</c:v>
                </c:pt>
                <c:pt idx="3736">
                  <c:v>3737</c:v>
                </c:pt>
                <c:pt idx="3737">
                  <c:v>3738</c:v>
                </c:pt>
                <c:pt idx="3738">
                  <c:v>3739</c:v>
                </c:pt>
                <c:pt idx="3739">
                  <c:v>3740</c:v>
                </c:pt>
                <c:pt idx="3740">
                  <c:v>3741</c:v>
                </c:pt>
                <c:pt idx="3741">
                  <c:v>3742</c:v>
                </c:pt>
                <c:pt idx="3742">
                  <c:v>3743</c:v>
                </c:pt>
                <c:pt idx="3743">
                  <c:v>3744</c:v>
                </c:pt>
                <c:pt idx="3744">
                  <c:v>3745</c:v>
                </c:pt>
                <c:pt idx="3745">
                  <c:v>3746</c:v>
                </c:pt>
                <c:pt idx="3746">
                  <c:v>3747</c:v>
                </c:pt>
                <c:pt idx="3747">
                  <c:v>3748</c:v>
                </c:pt>
                <c:pt idx="3748">
                  <c:v>3749</c:v>
                </c:pt>
                <c:pt idx="3749">
                  <c:v>3750</c:v>
                </c:pt>
                <c:pt idx="3750">
                  <c:v>3751</c:v>
                </c:pt>
                <c:pt idx="3751">
                  <c:v>3752</c:v>
                </c:pt>
                <c:pt idx="3752">
                  <c:v>3753</c:v>
                </c:pt>
                <c:pt idx="3753">
                  <c:v>3754</c:v>
                </c:pt>
                <c:pt idx="3754">
                  <c:v>3755</c:v>
                </c:pt>
                <c:pt idx="3755">
                  <c:v>3756</c:v>
                </c:pt>
                <c:pt idx="3756">
                  <c:v>3757</c:v>
                </c:pt>
                <c:pt idx="3757">
                  <c:v>3758</c:v>
                </c:pt>
                <c:pt idx="3758">
                  <c:v>3759</c:v>
                </c:pt>
                <c:pt idx="3759">
                  <c:v>3760</c:v>
                </c:pt>
                <c:pt idx="3760">
                  <c:v>3761</c:v>
                </c:pt>
                <c:pt idx="3761">
                  <c:v>3762</c:v>
                </c:pt>
                <c:pt idx="3762">
                  <c:v>3763</c:v>
                </c:pt>
                <c:pt idx="3763">
                  <c:v>3764</c:v>
                </c:pt>
                <c:pt idx="3764">
                  <c:v>3765</c:v>
                </c:pt>
                <c:pt idx="3765">
                  <c:v>3766</c:v>
                </c:pt>
                <c:pt idx="3766">
                  <c:v>3767</c:v>
                </c:pt>
                <c:pt idx="3767">
                  <c:v>3768</c:v>
                </c:pt>
                <c:pt idx="3768">
                  <c:v>3769</c:v>
                </c:pt>
                <c:pt idx="3769">
                  <c:v>3770</c:v>
                </c:pt>
                <c:pt idx="3770">
                  <c:v>3771</c:v>
                </c:pt>
                <c:pt idx="3771">
                  <c:v>3772</c:v>
                </c:pt>
                <c:pt idx="3772">
                  <c:v>3773</c:v>
                </c:pt>
                <c:pt idx="3773">
                  <c:v>3774</c:v>
                </c:pt>
                <c:pt idx="3774">
                  <c:v>3775</c:v>
                </c:pt>
                <c:pt idx="3775">
                  <c:v>3776</c:v>
                </c:pt>
                <c:pt idx="3776">
                  <c:v>3777</c:v>
                </c:pt>
                <c:pt idx="3777">
                  <c:v>3778</c:v>
                </c:pt>
                <c:pt idx="3778">
                  <c:v>3779</c:v>
                </c:pt>
                <c:pt idx="3779">
                  <c:v>3780</c:v>
                </c:pt>
                <c:pt idx="3780">
                  <c:v>3781</c:v>
                </c:pt>
                <c:pt idx="3781">
                  <c:v>3782</c:v>
                </c:pt>
                <c:pt idx="3782">
                  <c:v>3783</c:v>
                </c:pt>
                <c:pt idx="3783">
                  <c:v>3784</c:v>
                </c:pt>
                <c:pt idx="3784">
                  <c:v>3785</c:v>
                </c:pt>
                <c:pt idx="3785">
                  <c:v>3786</c:v>
                </c:pt>
                <c:pt idx="3786">
                  <c:v>3787</c:v>
                </c:pt>
                <c:pt idx="3787">
                  <c:v>3788</c:v>
                </c:pt>
                <c:pt idx="3788">
                  <c:v>3789</c:v>
                </c:pt>
                <c:pt idx="3789">
                  <c:v>3790</c:v>
                </c:pt>
                <c:pt idx="3790">
                  <c:v>3791</c:v>
                </c:pt>
                <c:pt idx="3791">
                  <c:v>3792</c:v>
                </c:pt>
                <c:pt idx="3792">
                  <c:v>3793</c:v>
                </c:pt>
                <c:pt idx="3793">
                  <c:v>3794</c:v>
                </c:pt>
                <c:pt idx="3794">
                  <c:v>3795</c:v>
                </c:pt>
                <c:pt idx="3795">
                  <c:v>3796</c:v>
                </c:pt>
                <c:pt idx="3796">
                  <c:v>3797</c:v>
                </c:pt>
                <c:pt idx="3797">
                  <c:v>3798</c:v>
                </c:pt>
                <c:pt idx="3798">
                  <c:v>3799</c:v>
                </c:pt>
                <c:pt idx="3799">
                  <c:v>3800</c:v>
                </c:pt>
                <c:pt idx="3800">
                  <c:v>3801</c:v>
                </c:pt>
                <c:pt idx="3801">
                  <c:v>3802</c:v>
                </c:pt>
                <c:pt idx="3802">
                  <c:v>3803</c:v>
                </c:pt>
                <c:pt idx="3803">
                  <c:v>3804</c:v>
                </c:pt>
                <c:pt idx="3804">
                  <c:v>3805</c:v>
                </c:pt>
                <c:pt idx="3805">
                  <c:v>3806</c:v>
                </c:pt>
                <c:pt idx="3806">
                  <c:v>3807</c:v>
                </c:pt>
                <c:pt idx="3807">
                  <c:v>3808</c:v>
                </c:pt>
                <c:pt idx="3808">
                  <c:v>3809</c:v>
                </c:pt>
                <c:pt idx="3809">
                  <c:v>3810</c:v>
                </c:pt>
                <c:pt idx="3810">
                  <c:v>3811</c:v>
                </c:pt>
                <c:pt idx="3811">
                  <c:v>3812</c:v>
                </c:pt>
                <c:pt idx="3812">
                  <c:v>3813</c:v>
                </c:pt>
                <c:pt idx="3813">
                  <c:v>3814</c:v>
                </c:pt>
                <c:pt idx="3814">
                  <c:v>3815</c:v>
                </c:pt>
                <c:pt idx="3815">
                  <c:v>3816</c:v>
                </c:pt>
                <c:pt idx="3816">
                  <c:v>3817</c:v>
                </c:pt>
                <c:pt idx="3817">
                  <c:v>3818</c:v>
                </c:pt>
                <c:pt idx="3818">
                  <c:v>3819</c:v>
                </c:pt>
                <c:pt idx="3819">
                  <c:v>3820</c:v>
                </c:pt>
                <c:pt idx="3820">
                  <c:v>3821</c:v>
                </c:pt>
                <c:pt idx="3821">
                  <c:v>3822</c:v>
                </c:pt>
                <c:pt idx="3822">
                  <c:v>3823</c:v>
                </c:pt>
                <c:pt idx="3823">
                  <c:v>3824</c:v>
                </c:pt>
                <c:pt idx="3824">
                  <c:v>3825</c:v>
                </c:pt>
                <c:pt idx="3825">
                  <c:v>3826</c:v>
                </c:pt>
                <c:pt idx="3826">
                  <c:v>3827</c:v>
                </c:pt>
                <c:pt idx="3827">
                  <c:v>3828</c:v>
                </c:pt>
                <c:pt idx="3828">
                  <c:v>3829</c:v>
                </c:pt>
                <c:pt idx="3829">
                  <c:v>3830</c:v>
                </c:pt>
                <c:pt idx="3830">
                  <c:v>3831</c:v>
                </c:pt>
                <c:pt idx="3831">
                  <c:v>3832</c:v>
                </c:pt>
                <c:pt idx="3832">
                  <c:v>3833</c:v>
                </c:pt>
                <c:pt idx="3833">
                  <c:v>3834</c:v>
                </c:pt>
                <c:pt idx="3834">
                  <c:v>3835</c:v>
                </c:pt>
                <c:pt idx="3835">
                  <c:v>3836</c:v>
                </c:pt>
                <c:pt idx="3836">
                  <c:v>3837</c:v>
                </c:pt>
                <c:pt idx="3837">
                  <c:v>3838</c:v>
                </c:pt>
                <c:pt idx="3838">
                  <c:v>3839</c:v>
                </c:pt>
                <c:pt idx="3839">
                  <c:v>3840</c:v>
                </c:pt>
                <c:pt idx="3840">
                  <c:v>3841</c:v>
                </c:pt>
                <c:pt idx="3841">
                  <c:v>3842</c:v>
                </c:pt>
                <c:pt idx="3842">
                  <c:v>3843</c:v>
                </c:pt>
                <c:pt idx="3843">
                  <c:v>3844</c:v>
                </c:pt>
                <c:pt idx="3844">
                  <c:v>3845</c:v>
                </c:pt>
                <c:pt idx="3845">
                  <c:v>3846</c:v>
                </c:pt>
                <c:pt idx="3846">
                  <c:v>3847</c:v>
                </c:pt>
                <c:pt idx="3847">
                  <c:v>3848</c:v>
                </c:pt>
                <c:pt idx="3848">
                  <c:v>3849</c:v>
                </c:pt>
                <c:pt idx="3849">
                  <c:v>3850</c:v>
                </c:pt>
                <c:pt idx="3850">
                  <c:v>3851</c:v>
                </c:pt>
                <c:pt idx="3851">
                  <c:v>3852</c:v>
                </c:pt>
                <c:pt idx="3852">
                  <c:v>3853</c:v>
                </c:pt>
                <c:pt idx="3853">
                  <c:v>3854</c:v>
                </c:pt>
                <c:pt idx="3854">
                  <c:v>3855</c:v>
                </c:pt>
                <c:pt idx="3855">
                  <c:v>3856</c:v>
                </c:pt>
                <c:pt idx="3856">
                  <c:v>3857</c:v>
                </c:pt>
                <c:pt idx="3857">
                  <c:v>3858</c:v>
                </c:pt>
                <c:pt idx="3858">
                  <c:v>3859</c:v>
                </c:pt>
                <c:pt idx="3859">
                  <c:v>3860</c:v>
                </c:pt>
                <c:pt idx="3860">
                  <c:v>3861</c:v>
                </c:pt>
                <c:pt idx="3861">
                  <c:v>3862</c:v>
                </c:pt>
                <c:pt idx="3862">
                  <c:v>3863</c:v>
                </c:pt>
                <c:pt idx="3863">
                  <c:v>3864</c:v>
                </c:pt>
                <c:pt idx="3864">
                  <c:v>3865</c:v>
                </c:pt>
                <c:pt idx="3865">
                  <c:v>3866</c:v>
                </c:pt>
                <c:pt idx="3866">
                  <c:v>3867</c:v>
                </c:pt>
                <c:pt idx="3867">
                  <c:v>3868</c:v>
                </c:pt>
                <c:pt idx="3868">
                  <c:v>3869</c:v>
                </c:pt>
                <c:pt idx="3869">
                  <c:v>3870</c:v>
                </c:pt>
                <c:pt idx="3870">
                  <c:v>3871</c:v>
                </c:pt>
                <c:pt idx="3871">
                  <c:v>3872</c:v>
                </c:pt>
                <c:pt idx="3872">
                  <c:v>3873</c:v>
                </c:pt>
                <c:pt idx="3873">
                  <c:v>3874</c:v>
                </c:pt>
                <c:pt idx="3874">
                  <c:v>3875</c:v>
                </c:pt>
                <c:pt idx="3875">
                  <c:v>3876</c:v>
                </c:pt>
                <c:pt idx="3876">
                  <c:v>3877</c:v>
                </c:pt>
                <c:pt idx="3877">
                  <c:v>3878</c:v>
                </c:pt>
                <c:pt idx="3878">
                  <c:v>3879</c:v>
                </c:pt>
                <c:pt idx="3879">
                  <c:v>3880</c:v>
                </c:pt>
                <c:pt idx="3880">
                  <c:v>3881</c:v>
                </c:pt>
                <c:pt idx="3881">
                  <c:v>3882</c:v>
                </c:pt>
                <c:pt idx="3882">
                  <c:v>3883</c:v>
                </c:pt>
                <c:pt idx="3883">
                  <c:v>3884</c:v>
                </c:pt>
                <c:pt idx="3884">
                  <c:v>3885</c:v>
                </c:pt>
                <c:pt idx="3885">
                  <c:v>3886</c:v>
                </c:pt>
                <c:pt idx="3886">
                  <c:v>3887</c:v>
                </c:pt>
                <c:pt idx="3887">
                  <c:v>3888</c:v>
                </c:pt>
                <c:pt idx="3888">
                  <c:v>3889</c:v>
                </c:pt>
                <c:pt idx="3889">
                  <c:v>3890</c:v>
                </c:pt>
                <c:pt idx="3890">
                  <c:v>3891</c:v>
                </c:pt>
                <c:pt idx="3891">
                  <c:v>3892</c:v>
                </c:pt>
                <c:pt idx="3892">
                  <c:v>3893</c:v>
                </c:pt>
                <c:pt idx="3893">
                  <c:v>3894</c:v>
                </c:pt>
                <c:pt idx="3894">
                  <c:v>3895</c:v>
                </c:pt>
                <c:pt idx="3895">
                  <c:v>3896</c:v>
                </c:pt>
                <c:pt idx="3896">
                  <c:v>3897</c:v>
                </c:pt>
                <c:pt idx="3897">
                  <c:v>3898</c:v>
                </c:pt>
                <c:pt idx="3898">
                  <c:v>3899</c:v>
                </c:pt>
                <c:pt idx="3899">
                  <c:v>3900</c:v>
                </c:pt>
                <c:pt idx="3900">
                  <c:v>3901</c:v>
                </c:pt>
                <c:pt idx="3901">
                  <c:v>3902</c:v>
                </c:pt>
                <c:pt idx="3902">
                  <c:v>3903</c:v>
                </c:pt>
                <c:pt idx="3903">
                  <c:v>3904</c:v>
                </c:pt>
                <c:pt idx="3904">
                  <c:v>3905</c:v>
                </c:pt>
                <c:pt idx="3905">
                  <c:v>3906</c:v>
                </c:pt>
                <c:pt idx="3906">
                  <c:v>3907</c:v>
                </c:pt>
                <c:pt idx="3907">
                  <c:v>3908</c:v>
                </c:pt>
                <c:pt idx="3908">
                  <c:v>3909</c:v>
                </c:pt>
                <c:pt idx="3909">
                  <c:v>3910</c:v>
                </c:pt>
                <c:pt idx="3910">
                  <c:v>3911</c:v>
                </c:pt>
                <c:pt idx="3911">
                  <c:v>3912</c:v>
                </c:pt>
                <c:pt idx="3912">
                  <c:v>3913</c:v>
                </c:pt>
                <c:pt idx="3913">
                  <c:v>3914</c:v>
                </c:pt>
                <c:pt idx="3914">
                  <c:v>3915</c:v>
                </c:pt>
                <c:pt idx="3915">
                  <c:v>3916</c:v>
                </c:pt>
                <c:pt idx="3916">
                  <c:v>3917</c:v>
                </c:pt>
                <c:pt idx="3917">
                  <c:v>3918</c:v>
                </c:pt>
                <c:pt idx="3918">
                  <c:v>3919</c:v>
                </c:pt>
                <c:pt idx="3919">
                  <c:v>3920</c:v>
                </c:pt>
                <c:pt idx="3920">
                  <c:v>3921</c:v>
                </c:pt>
                <c:pt idx="3921">
                  <c:v>3922</c:v>
                </c:pt>
                <c:pt idx="3922">
                  <c:v>3923</c:v>
                </c:pt>
                <c:pt idx="3923">
                  <c:v>3924</c:v>
                </c:pt>
                <c:pt idx="3924">
                  <c:v>3925</c:v>
                </c:pt>
                <c:pt idx="3925">
                  <c:v>3926</c:v>
                </c:pt>
                <c:pt idx="3926">
                  <c:v>3927</c:v>
                </c:pt>
                <c:pt idx="3927">
                  <c:v>3928</c:v>
                </c:pt>
                <c:pt idx="3928">
                  <c:v>3929</c:v>
                </c:pt>
                <c:pt idx="3929">
                  <c:v>3930</c:v>
                </c:pt>
                <c:pt idx="3930">
                  <c:v>3931</c:v>
                </c:pt>
                <c:pt idx="3931">
                  <c:v>3932</c:v>
                </c:pt>
                <c:pt idx="3932">
                  <c:v>3933</c:v>
                </c:pt>
                <c:pt idx="3933">
                  <c:v>3934</c:v>
                </c:pt>
                <c:pt idx="3934">
                  <c:v>3935</c:v>
                </c:pt>
                <c:pt idx="3935">
                  <c:v>3936</c:v>
                </c:pt>
                <c:pt idx="3936">
                  <c:v>3937</c:v>
                </c:pt>
                <c:pt idx="3937">
                  <c:v>3938</c:v>
                </c:pt>
                <c:pt idx="3938">
                  <c:v>3939</c:v>
                </c:pt>
                <c:pt idx="3939">
                  <c:v>3940</c:v>
                </c:pt>
                <c:pt idx="3940">
                  <c:v>3941</c:v>
                </c:pt>
                <c:pt idx="3941">
                  <c:v>3942</c:v>
                </c:pt>
                <c:pt idx="3942">
                  <c:v>3943</c:v>
                </c:pt>
                <c:pt idx="3943">
                  <c:v>3944</c:v>
                </c:pt>
                <c:pt idx="3944">
                  <c:v>3945</c:v>
                </c:pt>
                <c:pt idx="3945">
                  <c:v>3946</c:v>
                </c:pt>
                <c:pt idx="3946">
                  <c:v>3947</c:v>
                </c:pt>
                <c:pt idx="3947">
                  <c:v>3948</c:v>
                </c:pt>
                <c:pt idx="3948">
                  <c:v>3949</c:v>
                </c:pt>
                <c:pt idx="3949">
                  <c:v>3950</c:v>
                </c:pt>
                <c:pt idx="3950">
                  <c:v>3951</c:v>
                </c:pt>
                <c:pt idx="3951">
                  <c:v>3952</c:v>
                </c:pt>
                <c:pt idx="3952">
                  <c:v>3953</c:v>
                </c:pt>
                <c:pt idx="3953">
                  <c:v>3954</c:v>
                </c:pt>
                <c:pt idx="3954">
                  <c:v>3955</c:v>
                </c:pt>
                <c:pt idx="3955">
                  <c:v>3956</c:v>
                </c:pt>
                <c:pt idx="3956">
                  <c:v>3957</c:v>
                </c:pt>
                <c:pt idx="3957">
                  <c:v>3958</c:v>
                </c:pt>
                <c:pt idx="3958">
                  <c:v>3959</c:v>
                </c:pt>
                <c:pt idx="3959">
                  <c:v>3960</c:v>
                </c:pt>
                <c:pt idx="3960">
                  <c:v>3961</c:v>
                </c:pt>
                <c:pt idx="3961">
                  <c:v>3962</c:v>
                </c:pt>
                <c:pt idx="3962">
                  <c:v>3963</c:v>
                </c:pt>
                <c:pt idx="3963">
                  <c:v>3964</c:v>
                </c:pt>
                <c:pt idx="3964">
                  <c:v>3965</c:v>
                </c:pt>
                <c:pt idx="3965">
                  <c:v>3966</c:v>
                </c:pt>
                <c:pt idx="3966">
                  <c:v>3967</c:v>
                </c:pt>
                <c:pt idx="3967">
                  <c:v>3968</c:v>
                </c:pt>
                <c:pt idx="3968">
                  <c:v>3969</c:v>
                </c:pt>
                <c:pt idx="3969">
                  <c:v>3970</c:v>
                </c:pt>
                <c:pt idx="3970">
                  <c:v>3971</c:v>
                </c:pt>
                <c:pt idx="3971">
                  <c:v>3972</c:v>
                </c:pt>
                <c:pt idx="3972">
                  <c:v>3973</c:v>
                </c:pt>
                <c:pt idx="3973">
                  <c:v>3974</c:v>
                </c:pt>
                <c:pt idx="3974">
                  <c:v>3975</c:v>
                </c:pt>
                <c:pt idx="3975">
                  <c:v>3976</c:v>
                </c:pt>
                <c:pt idx="3976">
                  <c:v>3977</c:v>
                </c:pt>
                <c:pt idx="3977">
                  <c:v>3978</c:v>
                </c:pt>
                <c:pt idx="3978">
                  <c:v>3979</c:v>
                </c:pt>
                <c:pt idx="3979">
                  <c:v>3980</c:v>
                </c:pt>
                <c:pt idx="3980">
                  <c:v>3981</c:v>
                </c:pt>
                <c:pt idx="3981">
                  <c:v>3982</c:v>
                </c:pt>
                <c:pt idx="3982">
                  <c:v>3983</c:v>
                </c:pt>
                <c:pt idx="3983">
                  <c:v>3984</c:v>
                </c:pt>
                <c:pt idx="3984">
                  <c:v>3985</c:v>
                </c:pt>
                <c:pt idx="3985">
                  <c:v>3986</c:v>
                </c:pt>
                <c:pt idx="3986">
                  <c:v>3987</c:v>
                </c:pt>
                <c:pt idx="3987">
                  <c:v>3988</c:v>
                </c:pt>
                <c:pt idx="3988">
                  <c:v>3989</c:v>
                </c:pt>
                <c:pt idx="3989">
                  <c:v>3990</c:v>
                </c:pt>
                <c:pt idx="3990">
                  <c:v>3991</c:v>
                </c:pt>
                <c:pt idx="3991">
                  <c:v>3992</c:v>
                </c:pt>
                <c:pt idx="3992">
                  <c:v>3993</c:v>
                </c:pt>
                <c:pt idx="3993">
                  <c:v>3994</c:v>
                </c:pt>
                <c:pt idx="3994">
                  <c:v>3995</c:v>
                </c:pt>
                <c:pt idx="3995">
                  <c:v>3996</c:v>
                </c:pt>
                <c:pt idx="3996">
                  <c:v>3997</c:v>
                </c:pt>
                <c:pt idx="3997">
                  <c:v>3998</c:v>
                </c:pt>
                <c:pt idx="3998">
                  <c:v>3999</c:v>
                </c:pt>
                <c:pt idx="3999">
                  <c:v>4000</c:v>
                </c:pt>
                <c:pt idx="4000">
                  <c:v>4001</c:v>
                </c:pt>
                <c:pt idx="4001">
                  <c:v>4002</c:v>
                </c:pt>
                <c:pt idx="4002">
                  <c:v>4003</c:v>
                </c:pt>
                <c:pt idx="4003">
                  <c:v>4004</c:v>
                </c:pt>
                <c:pt idx="4004">
                  <c:v>4005</c:v>
                </c:pt>
                <c:pt idx="4005">
                  <c:v>4006</c:v>
                </c:pt>
                <c:pt idx="4006">
                  <c:v>4007</c:v>
                </c:pt>
                <c:pt idx="4007">
                  <c:v>4008</c:v>
                </c:pt>
                <c:pt idx="4008">
                  <c:v>4009</c:v>
                </c:pt>
                <c:pt idx="4009">
                  <c:v>4010</c:v>
                </c:pt>
                <c:pt idx="4010">
                  <c:v>4011</c:v>
                </c:pt>
                <c:pt idx="4011">
                  <c:v>4012</c:v>
                </c:pt>
                <c:pt idx="4012">
                  <c:v>4013</c:v>
                </c:pt>
                <c:pt idx="4013">
                  <c:v>4014</c:v>
                </c:pt>
                <c:pt idx="4014">
                  <c:v>4015</c:v>
                </c:pt>
                <c:pt idx="4015">
                  <c:v>4016</c:v>
                </c:pt>
                <c:pt idx="4016">
                  <c:v>4017</c:v>
                </c:pt>
                <c:pt idx="4017">
                  <c:v>4018</c:v>
                </c:pt>
                <c:pt idx="4018">
                  <c:v>4019</c:v>
                </c:pt>
                <c:pt idx="4019">
                  <c:v>4020</c:v>
                </c:pt>
                <c:pt idx="4020">
                  <c:v>4021</c:v>
                </c:pt>
                <c:pt idx="4021">
                  <c:v>4022</c:v>
                </c:pt>
                <c:pt idx="4022">
                  <c:v>4023</c:v>
                </c:pt>
                <c:pt idx="4023">
                  <c:v>4024</c:v>
                </c:pt>
                <c:pt idx="4024">
                  <c:v>4025</c:v>
                </c:pt>
                <c:pt idx="4025">
                  <c:v>4026</c:v>
                </c:pt>
                <c:pt idx="4026">
                  <c:v>4027</c:v>
                </c:pt>
                <c:pt idx="4027">
                  <c:v>4028</c:v>
                </c:pt>
                <c:pt idx="4028">
                  <c:v>4029</c:v>
                </c:pt>
                <c:pt idx="4029">
                  <c:v>4030</c:v>
                </c:pt>
                <c:pt idx="4030">
                  <c:v>4031</c:v>
                </c:pt>
                <c:pt idx="4031">
                  <c:v>4032</c:v>
                </c:pt>
                <c:pt idx="4032">
                  <c:v>4033</c:v>
                </c:pt>
                <c:pt idx="4033">
                  <c:v>4034</c:v>
                </c:pt>
                <c:pt idx="4034">
                  <c:v>4035</c:v>
                </c:pt>
                <c:pt idx="4035">
                  <c:v>4036</c:v>
                </c:pt>
                <c:pt idx="4036">
                  <c:v>4037</c:v>
                </c:pt>
                <c:pt idx="4037">
                  <c:v>4038</c:v>
                </c:pt>
                <c:pt idx="4038">
                  <c:v>4039</c:v>
                </c:pt>
                <c:pt idx="4039">
                  <c:v>4040</c:v>
                </c:pt>
                <c:pt idx="4040">
                  <c:v>4041</c:v>
                </c:pt>
                <c:pt idx="4041">
                  <c:v>4042</c:v>
                </c:pt>
                <c:pt idx="4042">
                  <c:v>4043</c:v>
                </c:pt>
                <c:pt idx="4043">
                  <c:v>4044</c:v>
                </c:pt>
                <c:pt idx="4044">
                  <c:v>4045</c:v>
                </c:pt>
                <c:pt idx="4045">
                  <c:v>4046</c:v>
                </c:pt>
                <c:pt idx="4046">
                  <c:v>4047</c:v>
                </c:pt>
                <c:pt idx="4047">
                  <c:v>4048</c:v>
                </c:pt>
                <c:pt idx="4048">
                  <c:v>4049</c:v>
                </c:pt>
                <c:pt idx="4049">
                  <c:v>4050</c:v>
                </c:pt>
                <c:pt idx="4050">
                  <c:v>4051</c:v>
                </c:pt>
                <c:pt idx="4051">
                  <c:v>4052</c:v>
                </c:pt>
                <c:pt idx="4052">
                  <c:v>4053</c:v>
                </c:pt>
                <c:pt idx="4053">
                  <c:v>4054</c:v>
                </c:pt>
                <c:pt idx="4054">
                  <c:v>4055</c:v>
                </c:pt>
                <c:pt idx="4055">
                  <c:v>4056</c:v>
                </c:pt>
                <c:pt idx="4056">
                  <c:v>4057</c:v>
                </c:pt>
                <c:pt idx="4057">
                  <c:v>4058</c:v>
                </c:pt>
                <c:pt idx="4058">
                  <c:v>4059</c:v>
                </c:pt>
                <c:pt idx="4059">
                  <c:v>4060</c:v>
                </c:pt>
                <c:pt idx="4060">
                  <c:v>4061</c:v>
                </c:pt>
                <c:pt idx="4061">
                  <c:v>4062</c:v>
                </c:pt>
                <c:pt idx="4062">
                  <c:v>4063</c:v>
                </c:pt>
                <c:pt idx="4063">
                  <c:v>4064</c:v>
                </c:pt>
                <c:pt idx="4064">
                  <c:v>4065</c:v>
                </c:pt>
                <c:pt idx="4065">
                  <c:v>4066</c:v>
                </c:pt>
                <c:pt idx="4066">
                  <c:v>4067</c:v>
                </c:pt>
                <c:pt idx="4067">
                  <c:v>4068</c:v>
                </c:pt>
                <c:pt idx="4068">
                  <c:v>4069</c:v>
                </c:pt>
                <c:pt idx="4069">
                  <c:v>4070</c:v>
                </c:pt>
                <c:pt idx="4070">
                  <c:v>4071</c:v>
                </c:pt>
                <c:pt idx="4071">
                  <c:v>4072</c:v>
                </c:pt>
                <c:pt idx="4072">
                  <c:v>4073</c:v>
                </c:pt>
                <c:pt idx="4073">
                  <c:v>4074</c:v>
                </c:pt>
                <c:pt idx="4074">
                  <c:v>4075</c:v>
                </c:pt>
                <c:pt idx="4075">
                  <c:v>4076</c:v>
                </c:pt>
                <c:pt idx="4076">
                  <c:v>4077</c:v>
                </c:pt>
                <c:pt idx="4077">
                  <c:v>4078</c:v>
                </c:pt>
                <c:pt idx="4078">
                  <c:v>4079</c:v>
                </c:pt>
                <c:pt idx="4079">
                  <c:v>4080</c:v>
                </c:pt>
                <c:pt idx="4080">
                  <c:v>4081</c:v>
                </c:pt>
                <c:pt idx="4081">
                  <c:v>4082</c:v>
                </c:pt>
                <c:pt idx="4082">
                  <c:v>4083</c:v>
                </c:pt>
                <c:pt idx="4083">
                  <c:v>4084</c:v>
                </c:pt>
                <c:pt idx="4084">
                  <c:v>4085</c:v>
                </c:pt>
                <c:pt idx="4085">
                  <c:v>4086</c:v>
                </c:pt>
                <c:pt idx="4086">
                  <c:v>4087</c:v>
                </c:pt>
                <c:pt idx="4087">
                  <c:v>4088</c:v>
                </c:pt>
                <c:pt idx="4088">
                  <c:v>4089</c:v>
                </c:pt>
                <c:pt idx="4089">
                  <c:v>4090</c:v>
                </c:pt>
                <c:pt idx="4090">
                  <c:v>4091</c:v>
                </c:pt>
                <c:pt idx="4091">
                  <c:v>4092</c:v>
                </c:pt>
                <c:pt idx="4092">
                  <c:v>4093</c:v>
                </c:pt>
                <c:pt idx="4093">
                  <c:v>4094</c:v>
                </c:pt>
                <c:pt idx="4094">
                  <c:v>4095</c:v>
                </c:pt>
                <c:pt idx="4095">
                  <c:v>4096</c:v>
                </c:pt>
                <c:pt idx="4096">
                  <c:v>4097</c:v>
                </c:pt>
                <c:pt idx="4097">
                  <c:v>4098</c:v>
                </c:pt>
                <c:pt idx="4098">
                  <c:v>4099</c:v>
                </c:pt>
                <c:pt idx="4099">
                  <c:v>4100</c:v>
                </c:pt>
                <c:pt idx="4100">
                  <c:v>4101</c:v>
                </c:pt>
                <c:pt idx="4101">
                  <c:v>4102</c:v>
                </c:pt>
                <c:pt idx="4102">
                  <c:v>4103</c:v>
                </c:pt>
                <c:pt idx="4103">
                  <c:v>4104</c:v>
                </c:pt>
                <c:pt idx="4104">
                  <c:v>4105</c:v>
                </c:pt>
                <c:pt idx="4105">
                  <c:v>4106</c:v>
                </c:pt>
                <c:pt idx="4106">
                  <c:v>4107</c:v>
                </c:pt>
                <c:pt idx="4107">
                  <c:v>4108</c:v>
                </c:pt>
                <c:pt idx="4108">
                  <c:v>4109</c:v>
                </c:pt>
                <c:pt idx="4109">
                  <c:v>4110</c:v>
                </c:pt>
                <c:pt idx="4110">
                  <c:v>4111</c:v>
                </c:pt>
                <c:pt idx="4111">
                  <c:v>4112</c:v>
                </c:pt>
                <c:pt idx="4112">
                  <c:v>4113</c:v>
                </c:pt>
                <c:pt idx="4113">
                  <c:v>4114</c:v>
                </c:pt>
                <c:pt idx="4114">
                  <c:v>4115</c:v>
                </c:pt>
                <c:pt idx="4115">
                  <c:v>4116</c:v>
                </c:pt>
                <c:pt idx="4116">
                  <c:v>4117</c:v>
                </c:pt>
                <c:pt idx="4117">
                  <c:v>4118</c:v>
                </c:pt>
                <c:pt idx="4118">
                  <c:v>4119</c:v>
                </c:pt>
                <c:pt idx="4119">
                  <c:v>4120</c:v>
                </c:pt>
                <c:pt idx="4120">
                  <c:v>4121</c:v>
                </c:pt>
                <c:pt idx="4121">
                  <c:v>4122</c:v>
                </c:pt>
                <c:pt idx="4122">
                  <c:v>4123</c:v>
                </c:pt>
                <c:pt idx="4123">
                  <c:v>4124</c:v>
                </c:pt>
                <c:pt idx="4124">
                  <c:v>4125</c:v>
                </c:pt>
                <c:pt idx="4125">
                  <c:v>4126</c:v>
                </c:pt>
                <c:pt idx="4126">
                  <c:v>4127</c:v>
                </c:pt>
                <c:pt idx="4127">
                  <c:v>4128</c:v>
                </c:pt>
                <c:pt idx="4128">
                  <c:v>4129</c:v>
                </c:pt>
                <c:pt idx="4129">
                  <c:v>4130</c:v>
                </c:pt>
                <c:pt idx="4130">
                  <c:v>4131</c:v>
                </c:pt>
                <c:pt idx="4131">
                  <c:v>4132</c:v>
                </c:pt>
                <c:pt idx="4132">
                  <c:v>4133</c:v>
                </c:pt>
                <c:pt idx="4133">
                  <c:v>4134</c:v>
                </c:pt>
                <c:pt idx="4134">
                  <c:v>4135</c:v>
                </c:pt>
                <c:pt idx="4135">
                  <c:v>4136</c:v>
                </c:pt>
                <c:pt idx="4136">
                  <c:v>4137</c:v>
                </c:pt>
                <c:pt idx="4137">
                  <c:v>4138</c:v>
                </c:pt>
                <c:pt idx="4138">
                  <c:v>4139</c:v>
                </c:pt>
                <c:pt idx="4139">
                  <c:v>4140</c:v>
                </c:pt>
                <c:pt idx="4140">
                  <c:v>4141</c:v>
                </c:pt>
                <c:pt idx="4141">
                  <c:v>4142</c:v>
                </c:pt>
                <c:pt idx="4142">
                  <c:v>4143</c:v>
                </c:pt>
                <c:pt idx="4143">
                  <c:v>4144</c:v>
                </c:pt>
                <c:pt idx="4144">
                  <c:v>4145</c:v>
                </c:pt>
                <c:pt idx="4145">
                  <c:v>4146</c:v>
                </c:pt>
                <c:pt idx="4146">
                  <c:v>4147</c:v>
                </c:pt>
                <c:pt idx="4147">
                  <c:v>4148</c:v>
                </c:pt>
                <c:pt idx="4148">
                  <c:v>4149</c:v>
                </c:pt>
                <c:pt idx="4149">
                  <c:v>4150</c:v>
                </c:pt>
                <c:pt idx="4150">
                  <c:v>4151</c:v>
                </c:pt>
                <c:pt idx="4151">
                  <c:v>4152</c:v>
                </c:pt>
                <c:pt idx="4152">
                  <c:v>4153</c:v>
                </c:pt>
                <c:pt idx="4153">
                  <c:v>4154</c:v>
                </c:pt>
                <c:pt idx="4154">
                  <c:v>4155</c:v>
                </c:pt>
                <c:pt idx="4155">
                  <c:v>4156</c:v>
                </c:pt>
                <c:pt idx="4156">
                  <c:v>4157</c:v>
                </c:pt>
                <c:pt idx="4157">
                  <c:v>4158</c:v>
                </c:pt>
                <c:pt idx="4158">
                  <c:v>4159</c:v>
                </c:pt>
                <c:pt idx="4159">
                  <c:v>4160</c:v>
                </c:pt>
                <c:pt idx="4160">
                  <c:v>4161</c:v>
                </c:pt>
                <c:pt idx="4161">
                  <c:v>4162</c:v>
                </c:pt>
                <c:pt idx="4162">
                  <c:v>4163</c:v>
                </c:pt>
                <c:pt idx="4163">
                  <c:v>4164</c:v>
                </c:pt>
                <c:pt idx="4164">
                  <c:v>4165</c:v>
                </c:pt>
                <c:pt idx="4165">
                  <c:v>4166</c:v>
                </c:pt>
                <c:pt idx="4166">
                  <c:v>4167</c:v>
                </c:pt>
                <c:pt idx="4167">
                  <c:v>4168</c:v>
                </c:pt>
                <c:pt idx="4168">
                  <c:v>4169</c:v>
                </c:pt>
                <c:pt idx="4169">
                  <c:v>4170</c:v>
                </c:pt>
                <c:pt idx="4170">
                  <c:v>4171</c:v>
                </c:pt>
                <c:pt idx="4171">
                  <c:v>4172</c:v>
                </c:pt>
                <c:pt idx="4172">
                  <c:v>4173</c:v>
                </c:pt>
                <c:pt idx="4173">
                  <c:v>4174</c:v>
                </c:pt>
                <c:pt idx="4174">
                  <c:v>4175</c:v>
                </c:pt>
                <c:pt idx="4175">
                  <c:v>4176</c:v>
                </c:pt>
                <c:pt idx="4176">
                  <c:v>4177</c:v>
                </c:pt>
                <c:pt idx="4177">
                  <c:v>4178</c:v>
                </c:pt>
                <c:pt idx="4178">
                  <c:v>4179</c:v>
                </c:pt>
                <c:pt idx="4179">
                  <c:v>4180</c:v>
                </c:pt>
                <c:pt idx="4180">
                  <c:v>4181</c:v>
                </c:pt>
                <c:pt idx="4181">
                  <c:v>4182</c:v>
                </c:pt>
                <c:pt idx="4182">
                  <c:v>4183</c:v>
                </c:pt>
                <c:pt idx="4183">
                  <c:v>4184</c:v>
                </c:pt>
                <c:pt idx="4184">
                  <c:v>4185</c:v>
                </c:pt>
                <c:pt idx="4185">
                  <c:v>4186</c:v>
                </c:pt>
                <c:pt idx="4186">
                  <c:v>4187</c:v>
                </c:pt>
                <c:pt idx="4187">
                  <c:v>4188</c:v>
                </c:pt>
                <c:pt idx="4188">
                  <c:v>4189</c:v>
                </c:pt>
                <c:pt idx="4189">
                  <c:v>4190</c:v>
                </c:pt>
                <c:pt idx="4190">
                  <c:v>4191</c:v>
                </c:pt>
                <c:pt idx="4191">
                  <c:v>4192</c:v>
                </c:pt>
                <c:pt idx="4192">
                  <c:v>4193</c:v>
                </c:pt>
                <c:pt idx="4193">
                  <c:v>4194</c:v>
                </c:pt>
                <c:pt idx="4194">
                  <c:v>4195</c:v>
                </c:pt>
                <c:pt idx="4195">
                  <c:v>4196</c:v>
                </c:pt>
                <c:pt idx="4196">
                  <c:v>4197</c:v>
                </c:pt>
                <c:pt idx="4197">
                  <c:v>4198</c:v>
                </c:pt>
                <c:pt idx="4198">
                  <c:v>4199</c:v>
                </c:pt>
                <c:pt idx="4199">
                  <c:v>4200</c:v>
                </c:pt>
                <c:pt idx="4200">
                  <c:v>4201</c:v>
                </c:pt>
                <c:pt idx="4201">
                  <c:v>4202</c:v>
                </c:pt>
                <c:pt idx="4202">
                  <c:v>4203</c:v>
                </c:pt>
                <c:pt idx="4203">
                  <c:v>4204</c:v>
                </c:pt>
                <c:pt idx="4204">
                  <c:v>4205</c:v>
                </c:pt>
                <c:pt idx="4205">
                  <c:v>4206</c:v>
                </c:pt>
                <c:pt idx="4206">
                  <c:v>4207</c:v>
                </c:pt>
                <c:pt idx="4207">
                  <c:v>4208</c:v>
                </c:pt>
                <c:pt idx="4208">
                  <c:v>4209</c:v>
                </c:pt>
                <c:pt idx="4209">
                  <c:v>4210</c:v>
                </c:pt>
                <c:pt idx="4210">
                  <c:v>4211</c:v>
                </c:pt>
                <c:pt idx="4211">
                  <c:v>4212</c:v>
                </c:pt>
                <c:pt idx="4212">
                  <c:v>4213</c:v>
                </c:pt>
                <c:pt idx="4213">
                  <c:v>4214</c:v>
                </c:pt>
                <c:pt idx="4214">
                  <c:v>4215</c:v>
                </c:pt>
                <c:pt idx="4215">
                  <c:v>4216</c:v>
                </c:pt>
                <c:pt idx="4216">
                  <c:v>4217</c:v>
                </c:pt>
                <c:pt idx="4217">
                  <c:v>4218</c:v>
                </c:pt>
                <c:pt idx="4218">
                  <c:v>4219</c:v>
                </c:pt>
                <c:pt idx="4219">
                  <c:v>4220</c:v>
                </c:pt>
                <c:pt idx="4220">
                  <c:v>4221</c:v>
                </c:pt>
                <c:pt idx="4221">
                  <c:v>4222</c:v>
                </c:pt>
                <c:pt idx="4222">
                  <c:v>4223</c:v>
                </c:pt>
                <c:pt idx="4223">
                  <c:v>4224</c:v>
                </c:pt>
                <c:pt idx="4224">
                  <c:v>4225</c:v>
                </c:pt>
                <c:pt idx="4225">
                  <c:v>4226</c:v>
                </c:pt>
                <c:pt idx="4226">
                  <c:v>4227</c:v>
                </c:pt>
                <c:pt idx="4227">
                  <c:v>4228</c:v>
                </c:pt>
                <c:pt idx="4228">
                  <c:v>4229</c:v>
                </c:pt>
                <c:pt idx="4229">
                  <c:v>4230</c:v>
                </c:pt>
                <c:pt idx="4230">
                  <c:v>4231</c:v>
                </c:pt>
                <c:pt idx="4231">
                  <c:v>4232</c:v>
                </c:pt>
                <c:pt idx="4232">
                  <c:v>4233</c:v>
                </c:pt>
                <c:pt idx="4233">
                  <c:v>4234</c:v>
                </c:pt>
                <c:pt idx="4234">
                  <c:v>4235</c:v>
                </c:pt>
                <c:pt idx="4235">
                  <c:v>4236</c:v>
                </c:pt>
                <c:pt idx="4236">
                  <c:v>4237</c:v>
                </c:pt>
                <c:pt idx="4237">
                  <c:v>4238</c:v>
                </c:pt>
                <c:pt idx="4238">
                  <c:v>4239</c:v>
                </c:pt>
                <c:pt idx="4239">
                  <c:v>4240</c:v>
                </c:pt>
                <c:pt idx="4240">
                  <c:v>4241</c:v>
                </c:pt>
                <c:pt idx="4241">
                  <c:v>4242</c:v>
                </c:pt>
                <c:pt idx="4242">
                  <c:v>4243</c:v>
                </c:pt>
                <c:pt idx="4243">
                  <c:v>4244</c:v>
                </c:pt>
                <c:pt idx="4244">
                  <c:v>4245</c:v>
                </c:pt>
                <c:pt idx="4245">
                  <c:v>4246</c:v>
                </c:pt>
                <c:pt idx="4246">
                  <c:v>4247</c:v>
                </c:pt>
                <c:pt idx="4247">
                  <c:v>4248</c:v>
                </c:pt>
                <c:pt idx="4248">
                  <c:v>4249</c:v>
                </c:pt>
                <c:pt idx="4249">
                  <c:v>4250</c:v>
                </c:pt>
                <c:pt idx="4250">
                  <c:v>4251</c:v>
                </c:pt>
                <c:pt idx="4251">
                  <c:v>4252</c:v>
                </c:pt>
                <c:pt idx="4252">
                  <c:v>4253</c:v>
                </c:pt>
                <c:pt idx="4253">
                  <c:v>4254</c:v>
                </c:pt>
                <c:pt idx="4254">
                  <c:v>4255</c:v>
                </c:pt>
                <c:pt idx="4255">
                  <c:v>4256</c:v>
                </c:pt>
                <c:pt idx="4256">
                  <c:v>4257</c:v>
                </c:pt>
                <c:pt idx="4257">
                  <c:v>4258</c:v>
                </c:pt>
                <c:pt idx="4258">
                  <c:v>4259</c:v>
                </c:pt>
                <c:pt idx="4259">
                  <c:v>4260</c:v>
                </c:pt>
                <c:pt idx="4260">
                  <c:v>4261</c:v>
                </c:pt>
                <c:pt idx="4261">
                  <c:v>4262</c:v>
                </c:pt>
                <c:pt idx="4262">
                  <c:v>4263</c:v>
                </c:pt>
                <c:pt idx="4263">
                  <c:v>4264</c:v>
                </c:pt>
                <c:pt idx="4264">
                  <c:v>4265</c:v>
                </c:pt>
                <c:pt idx="4265">
                  <c:v>4266</c:v>
                </c:pt>
                <c:pt idx="4266">
                  <c:v>4267</c:v>
                </c:pt>
                <c:pt idx="4267">
                  <c:v>4268</c:v>
                </c:pt>
                <c:pt idx="4268">
                  <c:v>4269</c:v>
                </c:pt>
                <c:pt idx="4269">
                  <c:v>4270</c:v>
                </c:pt>
                <c:pt idx="4270">
                  <c:v>4271</c:v>
                </c:pt>
                <c:pt idx="4271">
                  <c:v>4272</c:v>
                </c:pt>
                <c:pt idx="4272">
                  <c:v>4273</c:v>
                </c:pt>
                <c:pt idx="4273">
                  <c:v>4274</c:v>
                </c:pt>
                <c:pt idx="4274">
                  <c:v>4275</c:v>
                </c:pt>
                <c:pt idx="4275">
                  <c:v>4276</c:v>
                </c:pt>
                <c:pt idx="4276">
                  <c:v>4277</c:v>
                </c:pt>
                <c:pt idx="4277">
                  <c:v>4278</c:v>
                </c:pt>
                <c:pt idx="4278">
                  <c:v>4279</c:v>
                </c:pt>
                <c:pt idx="4279">
                  <c:v>4280</c:v>
                </c:pt>
                <c:pt idx="4280">
                  <c:v>4281</c:v>
                </c:pt>
                <c:pt idx="4281">
                  <c:v>4282</c:v>
                </c:pt>
                <c:pt idx="4282">
                  <c:v>4283</c:v>
                </c:pt>
                <c:pt idx="4283">
                  <c:v>4284</c:v>
                </c:pt>
                <c:pt idx="4284">
                  <c:v>4285</c:v>
                </c:pt>
                <c:pt idx="4285">
                  <c:v>4286</c:v>
                </c:pt>
                <c:pt idx="4286">
                  <c:v>4287</c:v>
                </c:pt>
                <c:pt idx="4287">
                  <c:v>4288</c:v>
                </c:pt>
                <c:pt idx="4288">
                  <c:v>4289</c:v>
                </c:pt>
                <c:pt idx="4289">
                  <c:v>4290</c:v>
                </c:pt>
                <c:pt idx="4290">
                  <c:v>4291</c:v>
                </c:pt>
                <c:pt idx="4291">
                  <c:v>4292</c:v>
                </c:pt>
                <c:pt idx="4292">
                  <c:v>4293</c:v>
                </c:pt>
                <c:pt idx="4293">
                  <c:v>4294</c:v>
                </c:pt>
                <c:pt idx="4294">
                  <c:v>4295</c:v>
                </c:pt>
                <c:pt idx="4295">
                  <c:v>4296</c:v>
                </c:pt>
                <c:pt idx="4296">
                  <c:v>4297</c:v>
                </c:pt>
                <c:pt idx="4297">
                  <c:v>4298</c:v>
                </c:pt>
                <c:pt idx="4298">
                  <c:v>4299</c:v>
                </c:pt>
                <c:pt idx="4299">
                  <c:v>4300</c:v>
                </c:pt>
                <c:pt idx="4300">
                  <c:v>4301</c:v>
                </c:pt>
                <c:pt idx="4301">
                  <c:v>4302</c:v>
                </c:pt>
                <c:pt idx="4302">
                  <c:v>4303</c:v>
                </c:pt>
                <c:pt idx="4303">
                  <c:v>4304</c:v>
                </c:pt>
                <c:pt idx="4304">
                  <c:v>4305</c:v>
                </c:pt>
                <c:pt idx="4305">
                  <c:v>4306</c:v>
                </c:pt>
                <c:pt idx="4306">
                  <c:v>4307</c:v>
                </c:pt>
                <c:pt idx="4307">
                  <c:v>4308</c:v>
                </c:pt>
                <c:pt idx="4308">
                  <c:v>4309</c:v>
                </c:pt>
                <c:pt idx="4309">
                  <c:v>4310</c:v>
                </c:pt>
                <c:pt idx="4310">
                  <c:v>4311</c:v>
                </c:pt>
                <c:pt idx="4311">
                  <c:v>4312</c:v>
                </c:pt>
                <c:pt idx="4312">
                  <c:v>4313</c:v>
                </c:pt>
                <c:pt idx="4313">
                  <c:v>4314</c:v>
                </c:pt>
                <c:pt idx="4314">
                  <c:v>4315</c:v>
                </c:pt>
                <c:pt idx="4315">
                  <c:v>4316</c:v>
                </c:pt>
                <c:pt idx="4316">
                  <c:v>4317</c:v>
                </c:pt>
                <c:pt idx="4317">
                  <c:v>4318</c:v>
                </c:pt>
                <c:pt idx="4318">
                  <c:v>4319</c:v>
                </c:pt>
                <c:pt idx="4319">
                  <c:v>4320</c:v>
                </c:pt>
                <c:pt idx="4320">
                  <c:v>4321</c:v>
                </c:pt>
                <c:pt idx="4321">
                  <c:v>4322</c:v>
                </c:pt>
                <c:pt idx="4322">
                  <c:v>4323</c:v>
                </c:pt>
                <c:pt idx="4323">
                  <c:v>4324</c:v>
                </c:pt>
                <c:pt idx="4324">
                  <c:v>4325</c:v>
                </c:pt>
                <c:pt idx="4325">
                  <c:v>4326</c:v>
                </c:pt>
                <c:pt idx="4326">
                  <c:v>4327</c:v>
                </c:pt>
                <c:pt idx="4327">
                  <c:v>4328</c:v>
                </c:pt>
                <c:pt idx="4328">
                  <c:v>4329</c:v>
                </c:pt>
                <c:pt idx="4329">
                  <c:v>4330</c:v>
                </c:pt>
                <c:pt idx="4330">
                  <c:v>4331</c:v>
                </c:pt>
                <c:pt idx="4331">
                  <c:v>4332</c:v>
                </c:pt>
                <c:pt idx="4332">
                  <c:v>4333</c:v>
                </c:pt>
                <c:pt idx="4333">
                  <c:v>4334</c:v>
                </c:pt>
                <c:pt idx="4334">
                  <c:v>4335</c:v>
                </c:pt>
                <c:pt idx="4335">
                  <c:v>4336</c:v>
                </c:pt>
                <c:pt idx="4336">
                  <c:v>4337</c:v>
                </c:pt>
                <c:pt idx="4337">
                  <c:v>4338</c:v>
                </c:pt>
                <c:pt idx="4338">
                  <c:v>4339</c:v>
                </c:pt>
                <c:pt idx="4339">
                  <c:v>4340</c:v>
                </c:pt>
                <c:pt idx="4340">
                  <c:v>4341</c:v>
                </c:pt>
                <c:pt idx="4341">
                  <c:v>4342</c:v>
                </c:pt>
                <c:pt idx="4342">
                  <c:v>4343</c:v>
                </c:pt>
                <c:pt idx="4343">
                  <c:v>4344</c:v>
                </c:pt>
                <c:pt idx="4344">
                  <c:v>4345</c:v>
                </c:pt>
                <c:pt idx="4345">
                  <c:v>4346</c:v>
                </c:pt>
                <c:pt idx="4346">
                  <c:v>4347</c:v>
                </c:pt>
                <c:pt idx="4347">
                  <c:v>4348</c:v>
                </c:pt>
                <c:pt idx="4348">
                  <c:v>4349</c:v>
                </c:pt>
                <c:pt idx="4349">
                  <c:v>4350</c:v>
                </c:pt>
                <c:pt idx="4350">
                  <c:v>4351</c:v>
                </c:pt>
                <c:pt idx="4351">
                  <c:v>4352</c:v>
                </c:pt>
                <c:pt idx="4352">
                  <c:v>4353</c:v>
                </c:pt>
                <c:pt idx="4353">
                  <c:v>4354</c:v>
                </c:pt>
                <c:pt idx="4354">
                  <c:v>4355</c:v>
                </c:pt>
                <c:pt idx="4355">
                  <c:v>4356</c:v>
                </c:pt>
                <c:pt idx="4356">
                  <c:v>4357</c:v>
                </c:pt>
                <c:pt idx="4357">
                  <c:v>4358</c:v>
                </c:pt>
                <c:pt idx="4358">
                  <c:v>4359</c:v>
                </c:pt>
                <c:pt idx="4359">
                  <c:v>4360</c:v>
                </c:pt>
                <c:pt idx="4360">
                  <c:v>4361</c:v>
                </c:pt>
                <c:pt idx="4361">
                  <c:v>4362</c:v>
                </c:pt>
                <c:pt idx="4362">
                  <c:v>4363</c:v>
                </c:pt>
                <c:pt idx="4363">
                  <c:v>4364</c:v>
                </c:pt>
                <c:pt idx="4364">
                  <c:v>4365</c:v>
                </c:pt>
                <c:pt idx="4365">
                  <c:v>4366</c:v>
                </c:pt>
                <c:pt idx="4366">
                  <c:v>4367</c:v>
                </c:pt>
                <c:pt idx="4367">
                  <c:v>4368</c:v>
                </c:pt>
                <c:pt idx="4368">
                  <c:v>4369</c:v>
                </c:pt>
                <c:pt idx="4369">
                  <c:v>4370</c:v>
                </c:pt>
                <c:pt idx="4370">
                  <c:v>4371</c:v>
                </c:pt>
                <c:pt idx="4371">
                  <c:v>4372</c:v>
                </c:pt>
                <c:pt idx="4372">
                  <c:v>4373</c:v>
                </c:pt>
                <c:pt idx="4373">
                  <c:v>4374</c:v>
                </c:pt>
                <c:pt idx="4374">
                  <c:v>4375</c:v>
                </c:pt>
                <c:pt idx="4375">
                  <c:v>4376</c:v>
                </c:pt>
                <c:pt idx="4376">
                  <c:v>4377</c:v>
                </c:pt>
                <c:pt idx="4377">
                  <c:v>4378</c:v>
                </c:pt>
                <c:pt idx="4378">
                  <c:v>4379</c:v>
                </c:pt>
                <c:pt idx="4379">
                  <c:v>4380</c:v>
                </c:pt>
                <c:pt idx="4380">
                  <c:v>4381</c:v>
                </c:pt>
                <c:pt idx="4381">
                  <c:v>4382</c:v>
                </c:pt>
                <c:pt idx="4382">
                  <c:v>4383</c:v>
                </c:pt>
                <c:pt idx="4383">
                  <c:v>4384</c:v>
                </c:pt>
                <c:pt idx="4384">
                  <c:v>4385</c:v>
                </c:pt>
                <c:pt idx="4385">
                  <c:v>4386</c:v>
                </c:pt>
                <c:pt idx="4386">
                  <c:v>4387</c:v>
                </c:pt>
                <c:pt idx="4387">
                  <c:v>4388</c:v>
                </c:pt>
                <c:pt idx="4388">
                  <c:v>4389</c:v>
                </c:pt>
                <c:pt idx="4389">
                  <c:v>4390</c:v>
                </c:pt>
                <c:pt idx="4390">
                  <c:v>4391</c:v>
                </c:pt>
                <c:pt idx="4391">
                  <c:v>4392</c:v>
                </c:pt>
                <c:pt idx="4392">
                  <c:v>4393</c:v>
                </c:pt>
                <c:pt idx="4393">
                  <c:v>4394</c:v>
                </c:pt>
                <c:pt idx="4394">
                  <c:v>4395</c:v>
                </c:pt>
                <c:pt idx="4395">
                  <c:v>4396</c:v>
                </c:pt>
                <c:pt idx="4396">
                  <c:v>4397</c:v>
                </c:pt>
                <c:pt idx="4397">
                  <c:v>4398</c:v>
                </c:pt>
                <c:pt idx="4398">
                  <c:v>4399</c:v>
                </c:pt>
                <c:pt idx="4399">
                  <c:v>4400</c:v>
                </c:pt>
                <c:pt idx="4400">
                  <c:v>4401</c:v>
                </c:pt>
                <c:pt idx="4401">
                  <c:v>4402</c:v>
                </c:pt>
                <c:pt idx="4402">
                  <c:v>4403</c:v>
                </c:pt>
                <c:pt idx="4403">
                  <c:v>4404</c:v>
                </c:pt>
                <c:pt idx="4404">
                  <c:v>4405</c:v>
                </c:pt>
                <c:pt idx="4405">
                  <c:v>4406</c:v>
                </c:pt>
                <c:pt idx="4406">
                  <c:v>4407</c:v>
                </c:pt>
                <c:pt idx="4407">
                  <c:v>4408</c:v>
                </c:pt>
                <c:pt idx="4408">
                  <c:v>4409</c:v>
                </c:pt>
                <c:pt idx="4409">
                  <c:v>4410</c:v>
                </c:pt>
                <c:pt idx="4410">
                  <c:v>4411</c:v>
                </c:pt>
                <c:pt idx="4411">
                  <c:v>4412</c:v>
                </c:pt>
                <c:pt idx="4412">
                  <c:v>4413</c:v>
                </c:pt>
                <c:pt idx="4413">
                  <c:v>4414</c:v>
                </c:pt>
                <c:pt idx="4414">
                  <c:v>4415</c:v>
                </c:pt>
                <c:pt idx="4415">
                  <c:v>4416</c:v>
                </c:pt>
                <c:pt idx="4416">
                  <c:v>4417</c:v>
                </c:pt>
                <c:pt idx="4417">
                  <c:v>4418</c:v>
                </c:pt>
                <c:pt idx="4418">
                  <c:v>4419</c:v>
                </c:pt>
                <c:pt idx="4419">
                  <c:v>4420</c:v>
                </c:pt>
                <c:pt idx="4420">
                  <c:v>4421</c:v>
                </c:pt>
                <c:pt idx="4421">
                  <c:v>4422</c:v>
                </c:pt>
                <c:pt idx="4422">
                  <c:v>4423</c:v>
                </c:pt>
                <c:pt idx="4423">
                  <c:v>4424</c:v>
                </c:pt>
                <c:pt idx="4424">
                  <c:v>4425</c:v>
                </c:pt>
                <c:pt idx="4425">
                  <c:v>4426</c:v>
                </c:pt>
                <c:pt idx="4426">
                  <c:v>4427</c:v>
                </c:pt>
                <c:pt idx="4427">
                  <c:v>4428</c:v>
                </c:pt>
                <c:pt idx="4428">
                  <c:v>4429</c:v>
                </c:pt>
                <c:pt idx="4429">
                  <c:v>4430</c:v>
                </c:pt>
                <c:pt idx="4430">
                  <c:v>4431</c:v>
                </c:pt>
                <c:pt idx="4431">
                  <c:v>4432</c:v>
                </c:pt>
                <c:pt idx="4432">
                  <c:v>4433</c:v>
                </c:pt>
                <c:pt idx="4433">
                  <c:v>4434</c:v>
                </c:pt>
                <c:pt idx="4434">
                  <c:v>4435</c:v>
                </c:pt>
                <c:pt idx="4435">
                  <c:v>4436</c:v>
                </c:pt>
                <c:pt idx="4436">
                  <c:v>4437</c:v>
                </c:pt>
                <c:pt idx="4437">
                  <c:v>4438</c:v>
                </c:pt>
                <c:pt idx="4438">
                  <c:v>4439</c:v>
                </c:pt>
                <c:pt idx="4439">
                  <c:v>4440</c:v>
                </c:pt>
                <c:pt idx="4440">
                  <c:v>4441</c:v>
                </c:pt>
                <c:pt idx="4441">
                  <c:v>4442</c:v>
                </c:pt>
                <c:pt idx="4442">
                  <c:v>4443</c:v>
                </c:pt>
                <c:pt idx="4443">
                  <c:v>4444</c:v>
                </c:pt>
                <c:pt idx="4444">
                  <c:v>4445</c:v>
                </c:pt>
                <c:pt idx="4445">
                  <c:v>4446</c:v>
                </c:pt>
                <c:pt idx="4446">
                  <c:v>4447</c:v>
                </c:pt>
                <c:pt idx="4447">
                  <c:v>4448</c:v>
                </c:pt>
                <c:pt idx="4448">
                  <c:v>4449</c:v>
                </c:pt>
                <c:pt idx="4449">
                  <c:v>4450</c:v>
                </c:pt>
                <c:pt idx="4450">
                  <c:v>4451</c:v>
                </c:pt>
                <c:pt idx="4451">
                  <c:v>4452</c:v>
                </c:pt>
                <c:pt idx="4452">
                  <c:v>4453</c:v>
                </c:pt>
                <c:pt idx="4453">
                  <c:v>4454</c:v>
                </c:pt>
                <c:pt idx="4454">
                  <c:v>4455</c:v>
                </c:pt>
                <c:pt idx="4455">
                  <c:v>4456</c:v>
                </c:pt>
                <c:pt idx="4456">
                  <c:v>4457</c:v>
                </c:pt>
                <c:pt idx="4457">
                  <c:v>4458</c:v>
                </c:pt>
                <c:pt idx="4458">
                  <c:v>4459</c:v>
                </c:pt>
                <c:pt idx="4459">
                  <c:v>4460</c:v>
                </c:pt>
                <c:pt idx="4460">
                  <c:v>4461</c:v>
                </c:pt>
                <c:pt idx="4461">
                  <c:v>4462</c:v>
                </c:pt>
                <c:pt idx="4462">
                  <c:v>4463</c:v>
                </c:pt>
                <c:pt idx="4463">
                  <c:v>4464</c:v>
                </c:pt>
                <c:pt idx="4464">
                  <c:v>4465</c:v>
                </c:pt>
                <c:pt idx="4465">
                  <c:v>4466</c:v>
                </c:pt>
                <c:pt idx="4466">
                  <c:v>4467</c:v>
                </c:pt>
                <c:pt idx="4467">
                  <c:v>4468</c:v>
                </c:pt>
                <c:pt idx="4468">
                  <c:v>4469</c:v>
                </c:pt>
                <c:pt idx="4469">
                  <c:v>4470</c:v>
                </c:pt>
                <c:pt idx="4470">
                  <c:v>4471</c:v>
                </c:pt>
                <c:pt idx="4471">
                  <c:v>4472</c:v>
                </c:pt>
                <c:pt idx="4472">
                  <c:v>4473</c:v>
                </c:pt>
                <c:pt idx="4473">
                  <c:v>4474</c:v>
                </c:pt>
                <c:pt idx="4474">
                  <c:v>4475</c:v>
                </c:pt>
                <c:pt idx="4475">
                  <c:v>4476</c:v>
                </c:pt>
                <c:pt idx="4476">
                  <c:v>4477</c:v>
                </c:pt>
                <c:pt idx="4477">
                  <c:v>4478</c:v>
                </c:pt>
                <c:pt idx="4478">
                  <c:v>4479</c:v>
                </c:pt>
                <c:pt idx="4479">
                  <c:v>4480</c:v>
                </c:pt>
                <c:pt idx="4480">
                  <c:v>4481</c:v>
                </c:pt>
                <c:pt idx="4481">
                  <c:v>4482</c:v>
                </c:pt>
                <c:pt idx="4482">
                  <c:v>4483</c:v>
                </c:pt>
                <c:pt idx="4483">
                  <c:v>4484</c:v>
                </c:pt>
                <c:pt idx="4484">
                  <c:v>4485</c:v>
                </c:pt>
                <c:pt idx="4485">
                  <c:v>4486</c:v>
                </c:pt>
                <c:pt idx="4486">
                  <c:v>4487</c:v>
                </c:pt>
                <c:pt idx="4487">
                  <c:v>4488</c:v>
                </c:pt>
                <c:pt idx="4488">
                  <c:v>4489</c:v>
                </c:pt>
                <c:pt idx="4489">
                  <c:v>4490</c:v>
                </c:pt>
                <c:pt idx="4490">
                  <c:v>4491</c:v>
                </c:pt>
                <c:pt idx="4491">
                  <c:v>4492</c:v>
                </c:pt>
                <c:pt idx="4492">
                  <c:v>4493</c:v>
                </c:pt>
                <c:pt idx="4493">
                  <c:v>4494</c:v>
                </c:pt>
                <c:pt idx="4494">
                  <c:v>4495</c:v>
                </c:pt>
                <c:pt idx="4495">
                  <c:v>4496</c:v>
                </c:pt>
                <c:pt idx="4496">
                  <c:v>4497</c:v>
                </c:pt>
                <c:pt idx="4497">
                  <c:v>4498</c:v>
                </c:pt>
                <c:pt idx="4498">
                  <c:v>4499</c:v>
                </c:pt>
                <c:pt idx="4499">
                  <c:v>4500</c:v>
                </c:pt>
                <c:pt idx="4500">
                  <c:v>4501</c:v>
                </c:pt>
                <c:pt idx="4501">
                  <c:v>4502</c:v>
                </c:pt>
                <c:pt idx="4502">
                  <c:v>4503</c:v>
                </c:pt>
                <c:pt idx="4503">
                  <c:v>4504</c:v>
                </c:pt>
                <c:pt idx="4504">
                  <c:v>4505</c:v>
                </c:pt>
                <c:pt idx="4505">
                  <c:v>4506</c:v>
                </c:pt>
                <c:pt idx="4506">
                  <c:v>4507</c:v>
                </c:pt>
                <c:pt idx="4507">
                  <c:v>4508</c:v>
                </c:pt>
                <c:pt idx="4508">
                  <c:v>4509</c:v>
                </c:pt>
                <c:pt idx="4509">
                  <c:v>4510</c:v>
                </c:pt>
                <c:pt idx="4510">
                  <c:v>4511</c:v>
                </c:pt>
                <c:pt idx="4511">
                  <c:v>4512</c:v>
                </c:pt>
                <c:pt idx="4512">
                  <c:v>4513</c:v>
                </c:pt>
                <c:pt idx="4513">
                  <c:v>4514</c:v>
                </c:pt>
                <c:pt idx="4514">
                  <c:v>4515</c:v>
                </c:pt>
                <c:pt idx="4515">
                  <c:v>4516</c:v>
                </c:pt>
                <c:pt idx="4516">
                  <c:v>4517</c:v>
                </c:pt>
                <c:pt idx="4517">
                  <c:v>4518</c:v>
                </c:pt>
                <c:pt idx="4518">
                  <c:v>4519</c:v>
                </c:pt>
                <c:pt idx="4519">
                  <c:v>4520</c:v>
                </c:pt>
                <c:pt idx="4520">
                  <c:v>4521</c:v>
                </c:pt>
                <c:pt idx="4521">
                  <c:v>4522</c:v>
                </c:pt>
                <c:pt idx="4522">
                  <c:v>4523</c:v>
                </c:pt>
                <c:pt idx="4523">
                  <c:v>4524</c:v>
                </c:pt>
                <c:pt idx="4524">
                  <c:v>4525</c:v>
                </c:pt>
                <c:pt idx="4525">
                  <c:v>4526</c:v>
                </c:pt>
                <c:pt idx="4526">
                  <c:v>4527</c:v>
                </c:pt>
                <c:pt idx="4527">
                  <c:v>4528</c:v>
                </c:pt>
                <c:pt idx="4528">
                  <c:v>4529</c:v>
                </c:pt>
                <c:pt idx="4529">
                  <c:v>4530</c:v>
                </c:pt>
                <c:pt idx="4530">
                  <c:v>4531</c:v>
                </c:pt>
                <c:pt idx="4531">
                  <c:v>4532</c:v>
                </c:pt>
                <c:pt idx="4532">
                  <c:v>4533</c:v>
                </c:pt>
                <c:pt idx="4533">
                  <c:v>4534</c:v>
                </c:pt>
                <c:pt idx="4534">
                  <c:v>4535</c:v>
                </c:pt>
                <c:pt idx="4535">
                  <c:v>4536</c:v>
                </c:pt>
                <c:pt idx="4536">
                  <c:v>4537</c:v>
                </c:pt>
                <c:pt idx="4537">
                  <c:v>4538</c:v>
                </c:pt>
                <c:pt idx="4538">
                  <c:v>4539</c:v>
                </c:pt>
                <c:pt idx="4539">
                  <c:v>4540</c:v>
                </c:pt>
                <c:pt idx="4540">
                  <c:v>4541</c:v>
                </c:pt>
                <c:pt idx="4541">
                  <c:v>4542</c:v>
                </c:pt>
                <c:pt idx="4542">
                  <c:v>4543</c:v>
                </c:pt>
                <c:pt idx="4543">
                  <c:v>4544</c:v>
                </c:pt>
                <c:pt idx="4544">
                  <c:v>4545</c:v>
                </c:pt>
                <c:pt idx="4545">
                  <c:v>4546</c:v>
                </c:pt>
                <c:pt idx="4546">
                  <c:v>4547</c:v>
                </c:pt>
                <c:pt idx="4547">
                  <c:v>4548</c:v>
                </c:pt>
                <c:pt idx="4548">
                  <c:v>4549</c:v>
                </c:pt>
                <c:pt idx="4549">
                  <c:v>4550</c:v>
                </c:pt>
                <c:pt idx="4550">
                  <c:v>4551</c:v>
                </c:pt>
                <c:pt idx="4551">
                  <c:v>4552</c:v>
                </c:pt>
                <c:pt idx="4552">
                  <c:v>4553</c:v>
                </c:pt>
                <c:pt idx="4553">
                  <c:v>4554</c:v>
                </c:pt>
                <c:pt idx="4554">
                  <c:v>4555</c:v>
                </c:pt>
                <c:pt idx="4555">
                  <c:v>4556</c:v>
                </c:pt>
                <c:pt idx="4556">
                  <c:v>4557</c:v>
                </c:pt>
                <c:pt idx="4557">
                  <c:v>4558</c:v>
                </c:pt>
                <c:pt idx="4558">
                  <c:v>4559</c:v>
                </c:pt>
                <c:pt idx="4559">
                  <c:v>4560</c:v>
                </c:pt>
                <c:pt idx="4560">
                  <c:v>4561</c:v>
                </c:pt>
                <c:pt idx="4561">
                  <c:v>4562</c:v>
                </c:pt>
                <c:pt idx="4562">
                  <c:v>4563</c:v>
                </c:pt>
                <c:pt idx="4563">
                  <c:v>4564</c:v>
                </c:pt>
                <c:pt idx="4564">
                  <c:v>4565</c:v>
                </c:pt>
                <c:pt idx="4565">
                  <c:v>4566</c:v>
                </c:pt>
                <c:pt idx="4566">
                  <c:v>4567</c:v>
                </c:pt>
                <c:pt idx="4567">
                  <c:v>4568</c:v>
                </c:pt>
                <c:pt idx="4568">
                  <c:v>4569</c:v>
                </c:pt>
                <c:pt idx="4569">
                  <c:v>4570</c:v>
                </c:pt>
                <c:pt idx="4570">
                  <c:v>4571</c:v>
                </c:pt>
                <c:pt idx="4571">
                  <c:v>4572</c:v>
                </c:pt>
                <c:pt idx="4572">
                  <c:v>4573</c:v>
                </c:pt>
                <c:pt idx="4573">
                  <c:v>4574</c:v>
                </c:pt>
                <c:pt idx="4574">
                  <c:v>4575</c:v>
                </c:pt>
                <c:pt idx="4575">
                  <c:v>4576</c:v>
                </c:pt>
                <c:pt idx="4576">
                  <c:v>4577</c:v>
                </c:pt>
                <c:pt idx="4577">
                  <c:v>4578</c:v>
                </c:pt>
                <c:pt idx="4578">
                  <c:v>4579</c:v>
                </c:pt>
                <c:pt idx="4579">
                  <c:v>4580</c:v>
                </c:pt>
                <c:pt idx="4580">
                  <c:v>4581</c:v>
                </c:pt>
                <c:pt idx="4581">
                  <c:v>4582</c:v>
                </c:pt>
                <c:pt idx="4582">
                  <c:v>4583</c:v>
                </c:pt>
                <c:pt idx="4583">
                  <c:v>4584</c:v>
                </c:pt>
                <c:pt idx="4584">
                  <c:v>4585</c:v>
                </c:pt>
                <c:pt idx="4585">
                  <c:v>4586</c:v>
                </c:pt>
                <c:pt idx="4586">
                  <c:v>4587</c:v>
                </c:pt>
                <c:pt idx="4587">
                  <c:v>4588</c:v>
                </c:pt>
                <c:pt idx="4588">
                  <c:v>4589</c:v>
                </c:pt>
                <c:pt idx="4589">
                  <c:v>4590</c:v>
                </c:pt>
                <c:pt idx="4590">
                  <c:v>4591</c:v>
                </c:pt>
                <c:pt idx="4591">
                  <c:v>4592</c:v>
                </c:pt>
                <c:pt idx="4592">
                  <c:v>4593</c:v>
                </c:pt>
                <c:pt idx="4593">
                  <c:v>4594</c:v>
                </c:pt>
                <c:pt idx="4594">
                  <c:v>4595</c:v>
                </c:pt>
                <c:pt idx="4595">
                  <c:v>4596</c:v>
                </c:pt>
                <c:pt idx="4596">
                  <c:v>4597</c:v>
                </c:pt>
                <c:pt idx="4597">
                  <c:v>4598</c:v>
                </c:pt>
                <c:pt idx="4598">
                  <c:v>4599</c:v>
                </c:pt>
                <c:pt idx="4599">
                  <c:v>4600</c:v>
                </c:pt>
                <c:pt idx="4600">
                  <c:v>4601</c:v>
                </c:pt>
                <c:pt idx="4601">
                  <c:v>4602</c:v>
                </c:pt>
                <c:pt idx="4602">
                  <c:v>4603</c:v>
                </c:pt>
                <c:pt idx="4603">
                  <c:v>4604</c:v>
                </c:pt>
                <c:pt idx="4604">
                  <c:v>4605</c:v>
                </c:pt>
                <c:pt idx="4605">
                  <c:v>4606</c:v>
                </c:pt>
                <c:pt idx="4606">
                  <c:v>4607</c:v>
                </c:pt>
                <c:pt idx="4607">
                  <c:v>4608</c:v>
                </c:pt>
                <c:pt idx="4608">
                  <c:v>4609</c:v>
                </c:pt>
                <c:pt idx="4609">
                  <c:v>4610</c:v>
                </c:pt>
                <c:pt idx="4610">
                  <c:v>4611</c:v>
                </c:pt>
                <c:pt idx="4611">
                  <c:v>4612</c:v>
                </c:pt>
                <c:pt idx="4612">
                  <c:v>4613</c:v>
                </c:pt>
                <c:pt idx="4613">
                  <c:v>4614</c:v>
                </c:pt>
                <c:pt idx="4614">
                  <c:v>4615</c:v>
                </c:pt>
                <c:pt idx="4615">
                  <c:v>4616</c:v>
                </c:pt>
                <c:pt idx="4616">
                  <c:v>4617</c:v>
                </c:pt>
                <c:pt idx="4617">
                  <c:v>4618</c:v>
                </c:pt>
                <c:pt idx="4618">
                  <c:v>4619</c:v>
                </c:pt>
                <c:pt idx="4619">
                  <c:v>4620</c:v>
                </c:pt>
                <c:pt idx="4620">
                  <c:v>4621</c:v>
                </c:pt>
                <c:pt idx="4621">
                  <c:v>4622</c:v>
                </c:pt>
                <c:pt idx="4622">
                  <c:v>4623</c:v>
                </c:pt>
                <c:pt idx="4623">
                  <c:v>4624</c:v>
                </c:pt>
                <c:pt idx="4624">
                  <c:v>4625</c:v>
                </c:pt>
                <c:pt idx="4625">
                  <c:v>4626</c:v>
                </c:pt>
                <c:pt idx="4626">
                  <c:v>4627</c:v>
                </c:pt>
                <c:pt idx="4627">
                  <c:v>4628</c:v>
                </c:pt>
                <c:pt idx="4628">
                  <c:v>4629</c:v>
                </c:pt>
                <c:pt idx="4629">
                  <c:v>4630</c:v>
                </c:pt>
                <c:pt idx="4630">
                  <c:v>4631</c:v>
                </c:pt>
                <c:pt idx="4631">
                  <c:v>4632</c:v>
                </c:pt>
                <c:pt idx="4632">
                  <c:v>4633</c:v>
                </c:pt>
                <c:pt idx="4633">
                  <c:v>4634</c:v>
                </c:pt>
                <c:pt idx="4634">
                  <c:v>4635</c:v>
                </c:pt>
                <c:pt idx="4635">
                  <c:v>4636</c:v>
                </c:pt>
                <c:pt idx="4636">
                  <c:v>4637</c:v>
                </c:pt>
                <c:pt idx="4637">
                  <c:v>4638</c:v>
                </c:pt>
                <c:pt idx="4638">
                  <c:v>4639</c:v>
                </c:pt>
                <c:pt idx="4639">
                  <c:v>4640</c:v>
                </c:pt>
                <c:pt idx="4640">
                  <c:v>4641</c:v>
                </c:pt>
                <c:pt idx="4641">
                  <c:v>4642</c:v>
                </c:pt>
                <c:pt idx="4642">
                  <c:v>4643</c:v>
                </c:pt>
                <c:pt idx="4643">
                  <c:v>4644</c:v>
                </c:pt>
                <c:pt idx="4644">
                  <c:v>4645</c:v>
                </c:pt>
                <c:pt idx="4645">
                  <c:v>4646</c:v>
                </c:pt>
                <c:pt idx="4646">
                  <c:v>4647</c:v>
                </c:pt>
                <c:pt idx="4647">
                  <c:v>4648</c:v>
                </c:pt>
                <c:pt idx="4648">
                  <c:v>4649</c:v>
                </c:pt>
                <c:pt idx="4649">
                  <c:v>4650</c:v>
                </c:pt>
                <c:pt idx="4650">
                  <c:v>4651</c:v>
                </c:pt>
                <c:pt idx="4651">
                  <c:v>4652</c:v>
                </c:pt>
                <c:pt idx="4652">
                  <c:v>4653</c:v>
                </c:pt>
                <c:pt idx="4653">
                  <c:v>4654</c:v>
                </c:pt>
                <c:pt idx="4654">
                  <c:v>4655</c:v>
                </c:pt>
                <c:pt idx="4655">
                  <c:v>4656</c:v>
                </c:pt>
                <c:pt idx="4656">
                  <c:v>4657</c:v>
                </c:pt>
                <c:pt idx="4657">
                  <c:v>4658</c:v>
                </c:pt>
                <c:pt idx="4658">
                  <c:v>4659</c:v>
                </c:pt>
                <c:pt idx="4659">
                  <c:v>4660</c:v>
                </c:pt>
                <c:pt idx="4660">
                  <c:v>4661</c:v>
                </c:pt>
                <c:pt idx="4661">
                  <c:v>4662</c:v>
                </c:pt>
                <c:pt idx="4662">
                  <c:v>4663</c:v>
                </c:pt>
                <c:pt idx="4663">
                  <c:v>4664</c:v>
                </c:pt>
                <c:pt idx="4664">
                  <c:v>4665</c:v>
                </c:pt>
                <c:pt idx="4665">
                  <c:v>4666</c:v>
                </c:pt>
                <c:pt idx="4666">
                  <c:v>4667</c:v>
                </c:pt>
                <c:pt idx="4667">
                  <c:v>4668</c:v>
                </c:pt>
                <c:pt idx="4668">
                  <c:v>4669</c:v>
                </c:pt>
                <c:pt idx="4669">
                  <c:v>4670</c:v>
                </c:pt>
                <c:pt idx="4670">
                  <c:v>4671</c:v>
                </c:pt>
                <c:pt idx="4671">
                  <c:v>4672</c:v>
                </c:pt>
                <c:pt idx="4672">
                  <c:v>4673</c:v>
                </c:pt>
                <c:pt idx="4673">
                  <c:v>4674</c:v>
                </c:pt>
                <c:pt idx="4674">
                  <c:v>4675</c:v>
                </c:pt>
                <c:pt idx="4675">
                  <c:v>4676</c:v>
                </c:pt>
                <c:pt idx="4676">
                  <c:v>4677</c:v>
                </c:pt>
                <c:pt idx="4677">
                  <c:v>4678</c:v>
                </c:pt>
                <c:pt idx="4678">
                  <c:v>4679</c:v>
                </c:pt>
                <c:pt idx="4679">
                  <c:v>4680</c:v>
                </c:pt>
                <c:pt idx="4680">
                  <c:v>4681</c:v>
                </c:pt>
                <c:pt idx="4681">
                  <c:v>4682</c:v>
                </c:pt>
                <c:pt idx="4682">
                  <c:v>4683</c:v>
                </c:pt>
                <c:pt idx="4683">
                  <c:v>4684</c:v>
                </c:pt>
                <c:pt idx="4684">
                  <c:v>4685</c:v>
                </c:pt>
                <c:pt idx="4685">
                  <c:v>4686</c:v>
                </c:pt>
                <c:pt idx="4686">
                  <c:v>4687</c:v>
                </c:pt>
                <c:pt idx="4687">
                  <c:v>4688</c:v>
                </c:pt>
                <c:pt idx="4688">
                  <c:v>4689</c:v>
                </c:pt>
                <c:pt idx="4689">
                  <c:v>4690</c:v>
                </c:pt>
                <c:pt idx="4690">
                  <c:v>4691</c:v>
                </c:pt>
                <c:pt idx="4691">
                  <c:v>4692</c:v>
                </c:pt>
                <c:pt idx="4692">
                  <c:v>4693</c:v>
                </c:pt>
                <c:pt idx="4693">
                  <c:v>4694</c:v>
                </c:pt>
                <c:pt idx="4694">
                  <c:v>4695</c:v>
                </c:pt>
                <c:pt idx="4695">
                  <c:v>4696</c:v>
                </c:pt>
                <c:pt idx="4696">
                  <c:v>4697</c:v>
                </c:pt>
                <c:pt idx="4697">
                  <c:v>4698</c:v>
                </c:pt>
                <c:pt idx="4698">
                  <c:v>4699</c:v>
                </c:pt>
                <c:pt idx="4699">
                  <c:v>4700</c:v>
                </c:pt>
                <c:pt idx="4700">
                  <c:v>4701</c:v>
                </c:pt>
                <c:pt idx="4701">
                  <c:v>4702</c:v>
                </c:pt>
                <c:pt idx="4702">
                  <c:v>4703</c:v>
                </c:pt>
                <c:pt idx="4703">
                  <c:v>4704</c:v>
                </c:pt>
                <c:pt idx="4704">
                  <c:v>4705</c:v>
                </c:pt>
                <c:pt idx="4705">
                  <c:v>4706</c:v>
                </c:pt>
                <c:pt idx="4706">
                  <c:v>4707</c:v>
                </c:pt>
                <c:pt idx="4707">
                  <c:v>4708</c:v>
                </c:pt>
                <c:pt idx="4708">
                  <c:v>4709</c:v>
                </c:pt>
                <c:pt idx="4709">
                  <c:v>4710</c:v>
                </c:pt>
                <c:pt idx="4710">
                  <c:v>4711</c:v>
                </c:pt>
                <c:pt idx="4711">
                  <c:v>4712</c:v>
                </c:pt>
                <c:pt idx="4712">
                  <c:v>4713</c:v>
                </c:pt>
                <c:pt idx="4713">
                  <c:v>4714</c:v>
                </c:pt>
                <c:pt idx="4714">
                  <c:v>4715</c:v>
                </c:pt>
                <c:pt idx="4715">
                  <c:v>4716</c:v>
                </c:pt>
                <c:pt idx="4716">
                  <c:v>4717</c:v>
                </c:pt>
                <c:pt idx="4717">
                  <c:v>4718</c:v>
                </c:pt>
                <c:pt idx="4718">
                  <c:v>4719</c:v>
                </c:pt>
                <c:pt idx="4719">
                  <c:v>4720</c:v>
                </c:pt>
                <c:pt idx="4720">
                  <c:v>4721</c:v>
                </c:pt>
                <c:pt idx="4721">
                  <c:v>4722</c:v>
                </c:pt>
                <c:pt idx="4722">
                  <c:v>4723</c:v>
                </c:pt>
                <c:pt idx="4723">
                  <c:v>4724</c:v>
                </c:pt>
                <c:pt idx="4724">
                  <c:v>4725</c:v>
                </c:pt>
                <c:pt idx="4725">
                  <c:v>4726</c:v>
                </c:pt>
                <c:pt idx="4726">
                  <c:v>4727</c:v>
                </c:pt>
                <c:pt idx="4727">
                  <c:v>4728</c:v>
                </c:pt>
                <c:pt idx="4728">
                  <c:v>4729</c:v>
                </c:pt>
                <c:pt idx="4729">
                  <c:v>4730</c:v>
                </c:pt>
                <c:pt idx="4730">
                  <c:v>4731</c:v>
                </c:pt>
                <c:pt idx="4731">
                  <c:v>4732</c:v>
                </c:pt>
                <c:pt idx="4732">
                  <c:v>4733</c:v>
                </c:pt>
                <c:pt idx="4733">
                  <c:v>4734</c:v>
                </c:pt>
                <c:pt idx="4734">
                  <c:v>4735</c:v>
                </c:pt>
                <c:pt idx="4735">
                  <c:v>4736</c:v>
                </c:pt>
                <c:pt idx="4736">
                  <c:v>4737</c:v>
                </c:pt>
                <c:pt idx="4737">
                  <c:v>4738</c:v>
                </c:pt>
                <c:pt idx="4738">
                  <c:v>4739</c:v>
                </c:pt>
                <c:pt idx="4739">
                  <c:v>4740</c:v>
                </c:pt>
                <c:pt idx="4740">
                  <c:v>4741</c:v>
                </c:pt>
                <c:pt idx="4741">
                  <c:v>4742</c:v>
                </c:pt>
                <c:pt idx="4742">
                  <c:v>4743</c:v>
                </c:pt>
                <c:pt idx="4743">
                  <c:v>4744</c:v>
                </c:pt>
                <c:pt idx="4744">
                  <c:v>4745</c:v>
                </c:pt>
                <c:pt idx="4745">
                  <c:v>4746</c:v>
                </c:pt>
                <c:pt idx="4746">
                  <c:v>4747</c:v>
                </c:pt>
                <c:pt idx="4747">
                  <c:v>4748</c:v>
                </c:pt>
                <c:pt idx="4748">
                  <c:v>4749</c:v>
                </c:pt>
                <c:pt idx="4749">
                  <c:v>4750</c:v>
                </c:pt>
                <c:pt idx="4750">
                  <c:v>4751</c:v>
                </c:pt>
                <c:pt idx="4751">
                  <c:v>4752</c:v>
                </c:pt>
                <c:pt idx="4752">
                  <c:v>4753</c:v>
                </c:pt>
                <c:pt idx="4753">
                  <c:v>4754</c:v>
                </c:pt>
                <c:pt idx="4754">
                  <c:v>4755</c:v>
                </c:pt>
                <c:pt idx="4755">
                  <c:v>4756</c:v>
                </c:pt>
                <c:pt idx="4756">
                  <c:v>4757</c:v>
                </c:pt>
                <c:pt idx="4757">
                  <c:v>4758</c:v>
                </c:pt>
                <c:pt idx="4758">
                  <c:v>4759</c:v>
                </c:pt>
                <c:pt idx="4759">
                  <c:v>4760</c:v>
                </c:pt>
                <c:pt idx="4760">
                  <c:v>4761</c:v>
                </c:pt>
                <c:pt idx="4761">
                  <c:v>4762</c:v>
                </c:pt>
                <c:pt idx="4762">
                  <c:v>4763</c:v>
                </c:pt>
                <c:pt idx="4763">
                  <c:v>4764</c:v>
                </c:pt>
                <c:pt idx="4764">
                  <c:v>4765</c:v>
                </c:pt>
                <c:pt idx="4765">
                  <c:v>4766</c:v>
                </c:pt>
                <c:pt idx="4766">
                  <c:v>4767</c:v>
                </c:pt>
                <c:pt idx="4767">
                  <c:v>4768</c:v>
                </c:pt>
                <c:pt idx="4768">
                  <c:v>4769</c:v>
                </c:pt>
                <c:pt idx="4769">
                  <c:v>4770</c:v>
                </c:pt>
                <c:pt idx="4770">
                  <c:v>4771</c:v>
                </c:pt>
                <c:pt idx="4771">
                  <c:v>4772</c:v>
                </c:pt>
                <c:pt idx="4772">
                  <c:v>4773</c:v>
                </c:pt>
                <c:pt idx="4773">
                  <c:v>4774</c:v>
                </c:pt>
                <c:pt idx="4774">
                  <c:v>4775</c:v>
                </c:pt>
                <c:pt idx="4775">
                  <c:v>4776</c:v>
                </c:pt>
                <c:pt idx="4776">
                  <c:v>4777</c:v>
                </c:pt>
                <c:pt idx="4777">
                  <c:v>4778</c:v>
                </c:pt>
                <c:pt idx="4778">
                  <c:v>4779</c:v>
                </c:pt>
                <c:pt idx="4779">
                  <c:v>4780</c:v>
                </c:pt>
                <c:pt idx="4780">
                  <c:v>4781</c:v>
                </c:pt>
                <c:pt idx="4781">
                  <c:v>4782</c:v>
                </c:pt>
                <c:pt idx="4782">
                  <c:v>4783</c:v>
                </c:pt>
                <c:pt idx="4783">
                  <c:v>4784</c:v>
                </c:pt>
                <c:pt idx="4784">
                  <c:v>4785</c:v>
                </c:pt>
                <c:pt idx="4785">
                  <c:v>4786</c:v>
                </c:pt>
                <c:pt idx="4786">
                  <c:v>4787</c:v>
                </c:pt>
                <c:pt idx="4787">
                  <c:v>4788</c:v>
                </c:pt>
                <c:pt idx="4788">
                  <c:v>4789</c:v>
                </c:pt>
                <c:pt idx="4789">
                  <c:v>4790</c:v>
                </c:pt>
                <c:pt idx="4790">
                  <c:v>4791</c:v>
                </c:pt>
                <c:pt idx="4791">
                  <c:v>4792</c:v>
                </c:pt>
                <c:pt idx="4792">
                  <c:v>4793</c:v>
                </c:pt>
                <c:pt idx="4793">
                  <c:v>4794</c:v>
                </c:pt>
                <c:pt idx="4794">
                  <c:v>4795</c:v>
                </c:pt>
                <c:pt idx="4795">
                  <c:v>4796</c:v>
                </c:pt>
                <c:pt idx="4796">
                  <c:v>4797</c:v>
                </c:pt>
                <c:pt idx="4797">
                  <c:v>4798</c:v>
                </c:pt>
                <c:pt idx="4798">
                  <c:v>4799</c:v>
                </c:pt>
                <c:pt idx="4799">
                  <c:v>4800</c:v>
                </c:pt>
                <c:pt idx="4800">
                  <c:v>4801</c:v>
                </c:pt>
                <c:pt idx="4801">
                  <c:v>4802</c:v>
                </c:pt>
                <c:pt idx="4802">
                  <c:v>4803</c:v>
                </c:pt>
                <c:pt idx="4803">
                  <c:v>4804</c:v>
                </c:pt>
                <c:pt idx="4804">
                  <c:v>4805</c:v>
                </c:pt>
                <c:pt idx="4805">
                  <c:v>4806</c:v>
                </c:pt>
                <c:pt idx="4806">
                  <c:v>4807</c:v>
                </c:pt>
                <c:pt idx="4807">
                  <c:v>4808</c:v>
                </c:pt>
                <c:pt idx="4808">
                  <c:v>4809</c:v>
                </c:pt>
                <c:pt idx="4809">
                  <c:v>4810</c:v>
                </c:pt>
                <c:pt idx="4810">
                  <c:v>4811</c:v>
                </c:pt>
                <c:pt idx="4811">
                  <c:v>4812</c:v>
                </c:pt>
                <c:pt idx="4812">
                  <c:v>4813</c:v>
                </c:pt>
                <c:pt idx="4813">
                  <c:v>4814</c:v>
                </c:pt>
                <c:pt idx="4814">
                  <c:v>4815</c:v>
                </c:pt>
                <c:pt idx="4815">
                  <c:v>4816</c:v>
                </c:pt>
                <c:pt idx="4816">
                  <c:v>4817</c:v>
                </c:pt>
                <c:pt idx="4817">
                  <c:v>4818</c:v>
                </c:pt>
                <c:pt idx="4818">
                  <c:v>4819</c:v>
                </c:pt>
                <c:pt idx="4819">
                  <c:v>4820</c:v>
                </c:pt>
                <c:pt idx="4820">
                  <c:v>4821</c:v>
                </c:pt>
                <c:pt idx="4821">
                  <c:v>4822</c:v>
                </c:pt>
                <c:pt idx="4822">
                  <c:v>4823</c:v>
                </c:pt>
                <c:pt idx="4823">
                  <c:v>4824</c:v>
                </c:pt>
                <c:pt idx="4824">
                  <c:v>4825</c:v>
                </c:pt>
                <c:pt idx="4825">
                  <c:v>4826</c:v>
                </c:pt>
                <c:pt idx="4826">
                  <c:v>4827</c:v>
                </c:pt>
                <c:pt idx="4827">
                  <c:v>4828</c:v>
                </c:pt>
                <c:pt idx="4828">
                  <c:v>4829</c:v>
                </c:pt>
                <c:pt idx="4829">
                  <c:v>4830</c:v>
                </c:pt>
                <c:pt idx="4830">
                  <c:v>4831</c:v>
                </c:pt>
                <c:pt idx="4831">
                  <c:v>4832</c:v>
                </c:pt>
                <c:pt idx="4832">
                  <c:v>4833</c:v>
                </c:pt>
                <c:pt idx="4833">
                  <c:v>4834</c:v>
                </c:pt>
                <c:pt idx="4834">
                  <c:v>4835</c:v>
                </c:pt>
                <c:pt idx="4835">
                  <c:v>4836</c:v>
                </c:pt>
                <c:pt idx="4836">
                  <c:v>4837</c:v>
                </c:pt>
                <c:pt idx="4837">
                  <c:v>4838</c:v>
                </c:pt>
                <c:pt idx="4838">
                  <c:v>4839</c:v>
                </c:pt>
                <c:pt idx="4839">
                  <c:v>4840</c:v>
                </c:pt>
                <c:pt idx="4840">
                  <c:v>4841</c:v>
                </c:pt>
                <c:pt idx="4841">
                  <c:v>4842</c:v>
                </c:pt>
                <c:pt idx="4842">
                  <c:v>4843</c:v>
                </c:pt>
                <c:pt idx="4843">
                  <c:v>4844</c:v>
                </c:pt>
                <c:pt idx="4844">
                  <c:v>4845</c:v>
                </c:pt>
                <c:pt idx="4845">
                  <c:v>4846</c:v>
                </c:pt>
                <c:pt idx="4846">
                  <c:v>4847</c:v>
                </c:pt>
                <c:pt idx="4847">
                  <c:v>4848</c:v>
                </c:pt>
                <c:pt idx="4848">
                  <c:v>4849</c:v>
                </c:pt>
                <c:pt idx="4849">
                  <c:v>4850</c:v>
                </c:pt>
                <c:pt idx="4850">
                  <c:v>4851</c:v>
                </c:pt>
                <c:pt idx="4851">
                  <c:v>4852</c:v>
                </c:pt>
                <c:pt idx="4852">
                  <c:v>4853</c:v>
                </c:pt>
                <c:pt idx="4853">
                  <c:v>4854</c:v>
                </c:pt>
                <c:pt idx="4854">
                  <c:v>4855</c:v>
                </c:pt>
                <c:pt idx="4855">
                  <c:v>4856</c:v>
                </c:pt>
                <c:pt idx="4856">
                  <c:v>4857</c:v>
                </c:pt>
                <c:pt idx="4857">
                  <c:v>4858</c:v>
                </c:pt>
                <c:pt idx="4858">
                  <c:v>4859</c:v>
                </c:pt>
                <c:pt idx="4859">
                  <c:v>4860</c:v>
                </c:pt>
                <c:pt idx="4860">
                  <c:v>4861</c:v>
                </c:pt>
                <c:pt idx="4861">
                  <c:v>4862</c:v>
                </c:pt>
                <c:pt idx="4862">
                  <c:v>4863</c:v>
                </c:pt>
                <c:pt idx="4863">
                  <c:v>4864</c:v>
                </c:pt>
                <c:pt idx="4864">
                  <c:v>4865</c:v>
                </c:pt>
                <c:pt idx="4865">
                  <c:v>4866</c:v>
                </c:pt>
                <c:pt idx="4866">
                  <c:v>4867</c:v>
                </c:pt>
                <c:pt idx="4867">
                  <c:v>4868</c:v>
                </c:pt>
                <c:pt idx="4868">
                  <c:v>4869</c:v>
                </c:pt>
                <c:pt idx="4869">
                  <c:v>4870</c:v>
                </c:pt>
                <c:pt idx="4870">
                  <c:v>4871</c:v>
                </c:pt>
                <c:pt idx="4871">
                  <c:v>4872</c:v>
                </c:pt>
                <c:pt idx="4872">
                  <c:v>4873</c:v>
                </c:pt>
                <c:pt idx="4873">
                  <c:v>4874</c:v>
                </c:pt>
                <c:pt idx="4874">
                  <c:v>4875</c:v>
                </c:pt>
                <c:pt idx="4875">
                  <c:v>4876</c:v>
                </c:pt>
                <c:pt idx="4876">
                  <c:v>4877</c:v>
                </c:pt>
                <c:pt idx="4877">
                  <c:v>4878</c:v>
                </c:pt>
                <c:pt idx="4878">
                  <c:v>4879</c:v>
                </c:pt>
                <c:pt idx="4879">
                  <c:v>4880</c:v>
                </c:pt>
                <c:pt idx="4880">
                  <c:v>4881</c:v>
                </c:pt>
                <c:pt idx="4881">
                  <c:v>4882</c:v>
                </c:pt>
                <c:pt idx="4882">
                  <c:v>4883</c:v>
                </c:pt>
                <c:pt idx="4883">
                  <c:v>4884</c:v>
                </c:pt>
                <c:pt idx="4884">
                  <c:v>4885</c:v>
                </c:pt>
                <c:pt idx="4885">
                  <c:v>4886</c:v>
                </c:pt>
                <c:pt idx="4886">
                  <c:v>4887</c:v>
                </c:pt>
                <c:pt idx="4887">
                  <c:v>4888</c:v>
                </c:pt>
                <c:pt idx="4888">
                  <c:v>4889</c:v>
                </c:pt>
                <c:pt idx="4889">
                  <c:v>4890</c:v>
                </c:pt>
                <c:pt idx="4890">
                  <c:v>4891</c:v>
                </c:pt>
                <c:pt idx="4891">
                  <c:v>4892</c:v>
                </c:pt>
                <c:pt idx="4892">
                  <c:v>4893</c:v>
                </c:pt>
                <c:pt idx="4893">
                  <c:v>4894</c:v>
                </c:pt>
                <c:pt idx="4894">
                  <c:v>4895</c:v>
                </c:pt>
                <c:pt idx="4895">
                  <c:v>4896</c:v>
                </c:pt>
                <c:pt idx="4896">
                  <c:v>4897</c:v>
                </c:pt>
                <c:pt idx="4897">
                  <c:v>4898</c:v>
                </c:pt>
                <c:pt idx="4898">
                  <c:v>4899</c:v>
                </c:pt>
                <c:pt idx="4899">
                  <c:v>4900</c:v>
                </c:pt>
                <c:pt idx="4900">
                  <c:v>4901</c:v>
                </c:pt>
                <c:pt idx="4901">
                  <c:v>4902</c:v>
                </c:pt>
                <c:pt idx="4902">
                  <c:v>4903</c:v>
                </c:pt>
                <c:pt idx="4903">
                  <c:v>4904</c:v>
                </c:pt>
                <c:pt idx="4904">
                  <c:v>4905</c:v>
                </c:pt>
                <c:pt idx="4905">
                  <c:v>4906</c:v>
                </c:pt>
                <c:pt idx="4906">
                  <c:v>4907</c:v>
                </c:pt>
                <c:pt idx="4907">
                  <c:v>4908</c:v>
                </c:pt>
                <c:pt idx="4908">
                  <c:v>4909</c:v>
                </c:pt>
                <c:pt idx="4909">
                  <c:v>4910</c:v>
                </c:pt>
                <c:pt idx="4910">
                  <c:v>4911</c:v>
                </c:pt>
                <c:pt idx="4911">
                  <c:v>4912</c:v>
                </c:pt>
                <c:pt idx="4912">
                  <c:v>4913</c:v>
                </c:pt>
                <c:pt idx="4913">
                  <c:v>4914</c:v>
                </c:pt>
                <c:pt idx="4914">
                  <c:v>4915</c:v>
                </c:pt>
                <c:pt idx="4915">
                  <c:v>4916</c:v>
                </c:pt>
                <c:pt idx="4916">
                  <c:v>4917</c:v>
                </c:pt>
                <c:pt idx="4917">
                  <c:v>4918</c:v>
                </c:pt>
                <c:pt idx="4918">
                  <c:v>4919</c:v>
                </c:pt>
                <c:pt idx="4919">
                  <c:v>4920</c:v>
                </c:pt>
                <c:pt idx="4920">
                  <c:v>4921</c:v>
                </c:pt>
                <c:pt idx="4921">
                  <c:v>4922</c:v>
                </c:pt>
                <c:pt idx="4922">
                  <c:v>4923</c:v>
                </c:pt>
                <c:pt idx="4923">
                  <c:v>4924</c:v>
                </c:pt>
                <c:pt idx="4924">
                  <c:v>4925</c:v>
                </c:pt>
                <c:pt idx="4925">
                  <c:v>4926</c:v>
                </c:pt>
                <c:pt idx="4926">
                  <c:v>4927</c:v>
                </c:pt>
                <c:pt idx="4927">
                  <c:v>4928</c:v>
                </c:pt>
                <c:pt idx="4928">
                  <c:v>4929</c:v>
                </c:pt>
                <c:pt idx="4929">
                  <c:v>4930</c:v>
                </c:pt>
                <c:pt idx="4930">
                  <c:v>4931</c:v>
                </c:pt>
                <c:pt idx="4931">
                  <c:v>4932</c:v>
                </c:pt>
                <c:pt idx="4932">
                  <c:v>4933</c:v>
                </c:pt>
                <c:pt idx="4933">
                  <c:v>4934</c:v>
                </c:pt>
                <c:pt idx="4934">
                  <c:v>4935</c:v>
                </c:pt>
                <c:pt idx="4935">
                  <c:v>4936</c:v>
                </c:pt>
                <c:pt idx="4936">
                  <c:v>4937</c:v>
                </c:pt>
                <c:pt idx="4937">
                  <c:v>4938</c:v>
                </c:pt>
                <c:pt idx="4938">
                  <c:v>4939</c:v>
                </c:pt>
                <c:pt idx="4939">
                  <c:v>4940</c:v>
                </c:pt>
                <c:pt idx="4940">
                  <c:v>4941</c:v>
                </c:pt>
                <c:pt idx="4941">
                  <c:v>4942</c:v>
                </c:pt>
                <c:pt idx="4942">
                  <c:v>4943</c:v>
                </c:pt>
                <c:pt idx="4943">
                  <c:v>4944</c:v>
                </c:pt>
                <c:pt idx="4944">
                  <c:v>4945</c:v>
                </c:pt>
                <c:pt idx="4945">
                  <c:v>4946</c:v>
                </c:pt>
                <c:pt idx="4946">
                  <c:v>4947</c:v>
                </c:pt>
                <c:pt idx="4947">
                  <c:v>4948</c:v>
                </c:pt>
                <c:pt idx="4948">
                  <c:v>4949</c:v>
                </c:pt>
                <c:pt idx="4949">
                  <c:v>4950</c:v>
                </c:pt>
                <c:pt idx="4950">
                  <c:v>4951</c:v>
                </c:pt>
                <c:pt idx="4951">
                  <c:v>4952</c:v>
                </c:pt>
                <c:pt idx="4952">
                  <c:v>4953</c:v>
                </c:pt>
                <c:pt idx="4953">
                  <c:v>4954</c:v>
                </c:pt>
                <c:pt idx="4954">
                  <c:v>4955</c:v>
                </c:pt>
                <c:pt idx="4955">
                  <c:v>4956</c:v>
                </c:pt>
                <c:pt idx="4956">
                  <c:v>4957</c:v>
                </c:pt>
                <c:pt idx="4957">
                  <c:v>4958</c:v>
                </c:pt>
                <c:pt idx="4958">
                  <c:v>4959</c:v>
                </c:pt>
                <c:pt idx="4959">
                  <c:v>4960</c:v>
                </c:pt>
                <c:pt idx="4960">
                  <c:v>4961</c:v>
                </c:pt>
                <c:pt idx="4961">
                  <c:v>4962</c:v>
                </c:pt>
                <c:pt idx="4962">
                  <c:v>4963</c:v>
                </c:pt>
                <c:pt idx="4963">
                  <c:v>4964</c:v>
                </c:pt>
                <c:pt idx="4964">
                  <c:v>4965</c:v>
                </c:pt>
                <c:pt idx="4965">
                  <c:v>4966</c:v>
                </c:pt>
                <c:pt idx="4966">
                  <c:v>4967</c:v>
                </c:pt>
                <c:pt idx="4967">
                  <c:v>4968</c:v>
                </c:pt>
                <c:pt idx="4968">
                  <c:v>4969</c:v>
                </c:pt>
                <c:pt idx="4969">
                  <c:v>4970</c:v>
                </c:pt>
                <c:pt idx="4970">
                  <c:v>4971</c:v>
                </c:pt>
                <c:pt idx="4971">
                  <c:v>4972</c:v>
                </c:pt>
                <c:pt idx="4972">
                  <c:v>4973</c:v>
                </c:pt>
                <c:pt idx="4973">
                  <c:v>4974</c:v>
                </c:pt>
                <c:pt idx="4974">
                  <c:v>4975</c:v>
                </c:pt>
                <c:pt idx="4975">
                  <c:v>4976</c:v>
                </c:pt>
                <c:pt idx="4976">
                  <c:v>4977</c:v>
                </c:pt>
                <c:pt idx="4977">
                  <c:v>4978</c:v>
                </c:pt>
                <c:pt idx="4978">
                  <c:v>4979</c:v>
                </c:pt>
                <c:pt idx="4979">
                  <c:v>4980</c:v>
                </c:pt>
                <c:pt idx="4980">
                  <c:v>4981</c:v>
                </c:pt>
                <c:pt idx="4981">
                  <c:v>4982</c:v>
                </c:pt>
                <c:pt idx="4982">
                  <c:v>4983</c:v>
                </c:pt>
                <c:pt idx="4983">
                  <c:v>4984</c:v>
                </c:pt>
                <c:pt idx="4984">
                  <c:v>4985</c:v>
                </c:pt>
                <c:pt idx="4985">
                  <c:v>4986</c:v>
                </c:pt>
                <c:pt idx="4986">
                  <c:v>4987</c:v>
                </c:pt>
                <c:pt idx="4987">
                  <c:v>4988</c:v>
                </c:pt>
                <c:pt idx="4988">
                  <c:v>4989</c:v>
                </c:pt>
                <c:pt idx="4989">
                  <c:v>4990</c:v>
                </c:pt>
                <c:pt idx="4990">
                  <c:v>4991</c:v>
                </c:pt>
                <c:pt idx="4991">
                  <c:v>4992</c:v>
                </c:pt>
                <c:pt idx="4992">
                  <c:v>4993</c:v>
                </c:pt>
                <c:pt idx="4993">
                  <c:v>4994</c:v>
                </c:pt>
                <c:pt idx="4994">
                  <c:v>4995</c:v>
                </c:pt>
                <c:pt idx="4995">
                  <c:v>4996</c:v>
                </c:pt>
                <c:pt idx="4996">
                  <c:v>4997</c:v>
                </c:pt>
                <c:pt idx="4997">
                  <c:v>4998</c:v>
                </c:pt>
                <c:pt idx="4998">
                  <c:v>4999</c:v>
                </c:pt>
                <c:pt idx="4999">
                  <c:v>5000</c:v>
                </c:pt>
                <c:pt idx="5000">
                  <c:v>5001</c:v>
                </c:pt>
                <c:pt idx="5001">
                  <c:v>5002</c:v>
                </c:pt>
                <c:pt idx="5002">
                  <c:v>5003</c:v>
                </c:pt>
                <c:pt idx="5003">
                  <c:v>5004</c:v>
                </c:pt>
                <c:pt idx="5004">
                  <c:v>5005</c:v>
                </c:pt>
                <c:pt idx="5005">
                  <c:v>5006</c:v>
                </c:pt>
                <c:pt idx="5006">
                  <c:v>5007</c:v>
                </c:pt>
                <c:pt idx="5007">
                  <c:v>5008</c:v>
                </c:pt>
                <c:pt idx="5008">
                  <c:v>5009</c:v>
                </c:pt>
                <c:pt idx="5009">
                  <c:v>5010</c:v>
                </c:pt>
                <c:pt idx="5010">
                  <c:v>5011</c:v>
                </c:pt>
                <c:pt idx="5011">
                  <c:v>5012</c:v>
                </c:pt>
                <c:pt idx="5012">
                  <c:v>5013</c:v>
                </c:pt>
                <c:pt idx="5013">
                  <c:v>5014</c:v>
                </c:pt>
                <c:pt idx="5014">
                  <c:v>5015</c:v>
                </c:pt>
                <c:pt idx="5015">
                  <c:v>5016</c:v>
                </c:pt>
                <c:pt idx="5016">
                  <c:v>5017</c:v>
                </c:pt>
                <c:pt idx="5017">
                  <c:v>5018</c:v>
                </c:pt>
                <c:pt idx="5018">
                  <c:v>5019</c:v>
                </c:pt>
                <c:pt idx="5019">
                  <c:v>5020</c:v>
                </c:pt>
                <c:pt idx="5020">
                  <c:v>5021</c:v>
                </c:pt>
                <c:pt idx="5021">
                  <c:v>5022</c:v>
                </c:pt>
                <c:pt idx="5022">
                  <c:v>5023</c:v>
                </c:pt>
                <c:pt idx="5023">
                  <c:v>5024</c:v>
                </c:pt>
                <c:pt idx="5024">
                  <c:v>5025</c:v>
                </c:pt>
                <c:pt idx="5025">
                  <c:v>5026</c:v>
                </c:pt>
                <c:pt idx="5026">
                  <c:v>5027</c:v>
                </c:pt>
                <c:pt idx="5027">
                  <c:v>5028</c:v>
                </c:pt>
                <c:pt idx="5028">
                  <c:v>5029</c:v>
                </c:pt>
                <c:pt idx="5029">
                  <c:v>5030</c:v>
                </c:pt>
                <c:pt idx="5030">
                  <c:v>5031</c:v>
                </c:pt>
                <c:pt idx="5031">
                  <c:v>5032</c:v>
                </c:pt>
                <c:pt idx="5032">
                  <c:v>5033</c:v>
                </c:pt>
                <c:pt idx="5033">
                  <c:v>5034</c:v>
                </c:pt>
                <c:pt idx="5034">
                  <c:v>5035</c:v>
                </c:pt>
                <c:pt idx="5035">
                  <c:v>5036</c:v>
                </c:pt>
                <c:pt idx="5036">
                  <c:v>5037</c:v>
                </c:pt>
                <c:pt idx="5037">
                  <c:v>5038</c:v>
                </c:pt>
                <c:pt idx="5038">
                  <c:v>5039</c:v>
                </c:pt>
                <c:pt idx="5039">
                  <c:v>5040</c:v>
                </c:pt>
                <c:pt idx="5040">
                  <c:v>5041</c:v>
                </c:pt>
                <c:pt idx="5041">
                  <c:v>5042</c:v>
                </c:pt>
                <c:pt idx="5042">
                  <c:v>5043</c:v>
                </c:pt>
                <c:pt idx="5043">
                  <c:v>5044</c:v>
                </c:pt>
                <c:pt idx="5044">
                  <c:v>5045</c:v>
                </c:pt>
                <c:pt idx="5045">
                  <c:v>5046</c:v>
                </c:pt>
                <c:pt idx="5046">
                  <c:v>5047</c:v>
                </c:pt>
                <c:pt idx="5047">
                  <c:v>5048</c:v>
                </c:pt>
                <c:pt idx="5048">
                  <c:v>5049</c:v>
                </c:pt>
                <c:pt idx="5049">
                  <c:v>5050</c:v>
                </c:pt>
                <c:pt idx="5050">
                  <c:v>5051</c:v>
                </c:pt>
                <c:pt idx="5051">
                  <c:v>5052</c:v>
                </c:pt>
                <c:pt idx="5052">
                  <c:v>5053</c:v>
                </c:pt>
                <c:pt idx="5053">
                  <c:v>5054</c:v>
                </c:pt>
                <c:pt idx="5054">
                  <c:v>5055</c:v>
                </c:pt>
                <c:pt idx="5055">
                  <c:v>5056</c:v>
                </c:pt>
                <c:pt idx="5056">
                  <c:v>5057</c:v>
                </c:pt>
                <c:pt idx="5057">
                  <c:v>5058</c:v>
                </c:pt>
                <c:pt idx="5058">
                  <c:v>5059</c:v>
                </c:pt>
                <c:pt idx="5059">
                  <c:v>5060</c:v>
                </c:pt>
                <c:pt idx="5060">
                  <c:v>5061</c:v>
                </c:pt>
                <c:pt idx="5061">
                  <c:v>5062</c:v>
                </c:pt>
                <c:pt idx="5062">
                  <c:v>5063</c:v>
                </c:pt>
                <c:pt idx="5063">
                  <c:v>5064</c:v>
                </c:pt>
                <c:pt idx="5064">
                  <c:v>5065</c:v>
                </c:pt>
                <c:pt idx="5065">
                  <c:v>5066</c:v>
                </c:pt>
                <c:pt idx="5066">
                  <c:v>5067</c:v>
                </c:pt>
                <c:pt idx="5067">
                  <c:v>5068</c:v>
                </c:pt>
                <c:pt idx="5068">
                  <c:v>5069</c:v>
                </c:pt>
                <c:pt idx="5069">
                  <c:v>5070</c:v>
                </c:pt>
                <c:pt idx="5070">
                  <c:v>5071</c:v>
                </c:pt>
                <c:pt idx="5071">
                  <c:v>5072</c:v>
                </c:pt>
                <c:pt idx="5072">
                  <c:v>5073</c:v>
                </c:pt>
                <c:pt idx="5073">
                  <c:v>5074</c:v>
                </c:pt>
                <c:pt idx="5074">
                  <c:v>5075</c:v>
                </c:pt>
                <c:pt idx="5075">
                  <c:v>5076</c:v>
                </c:pt>
                <c:pt idx="5076">
                  <c:v>5077</c:v>
                </c:pt>
                <c:pt idx="5077">
                  <c:v>5078</c:v>
                </c:pt>
                <c:pt idx="5078">
                  <c:v>5079</c:v>
                </c:pt>
                <c:pt idx="5079">
                  <c:v>5080</c:v>
                </c:pt>
                <c:pt idx="5080">
                  <c:v>5081</c:v>
                </c:pt>
                <c:pt idx="5081">
                  <c:v>5082</c:v>
                </c:pt>
                <c:pt idx="5082">
                  <c:v>5083</c:v>
                </c:pt>
                <c:pt idx="5083">
                  <c:v>5084</c:v>
                </c:pt>
                <c:pt idx="5084">
                  <c:v>5085</c:v>
                </c:pt>
                <c:pt idx="5085">
                  <c:v>5086</c:v>
                </c:pt>
                <c:pt idx="5086">
                  <c:v>5087</c:v>
                </c:pt>
                <c:pt idx="5087">
                  <c:v>5088</c:v>
                </c:pt>
                <c:pt idx="5088">
                  <c:v>5089</c:v>
                </c:pt>
                <c:pt idx="5089">
                  <c:v>5090</c:v>
                </c:pt>
                <c:pt idx="5090">
                  <c:v>5091</c:v>
                </c:pt>
                <c:pt idx="5091">
                  <c:v>5092</c:v>
                </c:pt>
                <c:pt idx="5092">
                  <c:v>5093</c:v>
                </c:pt>
                <c:pt idx="5093">
                  <c:v>5094</c:v>
                </c:pt>
                <c:pt idx="5094">
                  <c:v>5095</c:v>
                </c:pt>
                <c:pt idx="5095">
                  <c:v>5096</c:v>
                </c:pt>
                <c:pt idx="5096">
                  <c:v>5097</c:v>
                </c:pt>
                <c:pt idx="5097">
                  <c:v>5098</c:v>
                </c:pt>
                <c:pt idx="5098">
                  <c:v>5099</c:v>
                </c:pt>
                <c:pt idx="5099">
                  <c:v>5100</c:v>
                </c:pt>
                <c:pt idx="5100">
                  <c:v>5101</c:v>
                </c:pt>
                <c:pt idx="5101">
                  <c:v>5102</c:v>
                </c:pt>
                <c:pt idx="5102">
                  <c:v>5103</c:v>
                </c:pt>
                <c:pt idx="5103">
                  <c:v>5104</c:v>
                </c:pt>
                <c:pt idx="5104">
                  <c:v>5105</c:v>
                </c:pt>
                <c:pt idx="5105">
                  <c:v>5106</c:v>
                </c:pt>
                <c:pt idx="5106">
                  <c:v>5107</c:v>
                </c:pt>
                <c:pt idx="5107">
                  <c:v>5108</c:v>
                </c:pt>
                <c:pt idx="5108">
                  <c:v>5109</c:v>
                </c:pt>
                <c:pt idx="5109">
                  <c:v>5110</c:v>
                </c:pt>
                <c:pt idx="5110">
                  <c:v>5111</c:v>
                </c:pt>
                <c:pt idx="5111">
                  <c:v>5112</c:v>
                </c:pt>
                <c:pt idx="5112">
                  <c:v>5113</c:v>
                </c:pt>
                <c:pt idx="5113">
                  <c:v>5114</c:v>
                </c:pt>
                <c:pt idx="5114">
                  <c:v>5115</c:v>
                </c:pt>
                <c:pt idx="5115">
                  <c:v>5116</c:v>
                </c:pt>
                <c:pt idx="5116">
                  <c:v>5117</c:v>
                </c:pt>
                <c:pt idx="5117">
                  <c:v>5118</c:v>
                </c:pt>
                <c:pt idx="5118">
                  <c:v>5119</c:v>
                </c:pt>
                <c:pt idx="5119">
                  <c:v>5120</c:v>
                </c:pt>
                <c:pt idx="5120">
                  <c:v>5121</c:v>
                </c:pt>
                <c:pt idx="5121">
                  <c:v>5122</c:v>
                </c:pt>
                <c:pt idx="5122">
                  <c:v>5123</c:v>
                </c:pt>
                <c:pt idx="5123">
                  <c:v>5124</c:v>
                </c:pt>
                <c:pt idx="5124">
                  <c:v>5125</c:v>
                </c:pt>
                <c:pt idx="5125">
                  <c:v>5126</c:v>
                </c:pt>
                <c:pt idx="5126">
                  <c:v>5127</c:v>
                </c:pt>
                <c:pt idx="5127">
                  <c:v>5128</c:v>
                </c:pt>
                <c:pt idx="5128">
                  <c:v>5129</c:v>
                </c:pt>
                <c:pt idx="5129">
                  <c:v>5130</c:v>
                </c:pt>
                <c:pt idx="5130">
                  <c:v>5131</c:v>
                </c:pt>
                <c:pt idx="5131">
                  <c:v>5132</c:v>
                </c:pt>
                <c:pt idx="5132">
                  <c:v>5133</c:v>
                </c:pt>
                <c:pt idx="5133">
                  <c:v>5134</c:v>
                </c:pt>
                <c:pt idx="5134">
                  <c:v>5135</c:v>
                </c:pt>
                <c:pt idx="5135">
                  <c:v>5136</c:v>
                </c:pt>
                <c:pt idx="5136">
                  <c:v>5137</c:v>
                </c:pt>
                <c:pt idx="5137">
                  <c:v>5138</c:v>
                </c:pt>
                <c:pt idx="5138">
                  <c:v>5139</c:v>
                </c:pt>
                <c:pt idx="5139">
                  <c:v>5140</c:v>
                </c:pt>
                <c:pt idx="5140">
                  <c:v>5141</c:v>
                </c:pt>
                <c:pt idx="5141">
                  <c:v>5142</c:v>
                </c:pt>
                <c:pt idx="5142">
                  <c:v>5143</c:v>
                </c:pt>
                <c:pt idx="5143">
                  <c:v>5144</c:v>
                </c:pt>
                <c:pt idx="5144">
                  <c:v>5145</c:v>
                </c:pt>
                <c:pt idx="5145">
                  <c:v>5146</c:v>
                </c:pt>
                <c:pt idx="5146">
                  <c:v>5147</c:v>
                </c:pt>
                <c:pt idx="5147">
                  <c:v>5148</c:v>
                </c:pt>
                <c:pt idx="5148">
                  <c:v>5149</c:v>
                </c:pt>
                <c:pt idx="5149">
                  <c:v>5150</c:v>
                </c:pt>
                <c:pt idx="5150">
                  <c:v>5151</c:v>
                </c:pt>
                <c:pt idx="5151">
                  <c:v>5152</c:v>
                </c:pt>
                <c:pt idx="5152">
                  <c:v>5153</c:v>
                </c:pt>
                <c:pt idx="5153">
                  <c:v>5154</c:v>
                </c:pt>
                <c:pt idx="5154">
                  <c:v>5155</c:v>
                </c:pt>
                <c:pt idx="5155">
                  <c:v>5156</c:v>
                </c:pt>
                <c:pt idx="5156">
                  <c:v>5157</c:v>
                </c:pt>
                <c:pt idx="5157">
                  <c:v>5158</c:v>
                </c:pt>
                <c:pt idx="5158">
                  <c:v>5159</c:v>
                </c:pt>
                <c:pt idx="5159">
                  <c:v>5160</c:v>
                </c:pt>
                <c:pt idx="5160">
                  <c:v>5161</c:v>
                </c:pt>
                <c:pt idx="5161">
                  <c:v>5162</c:v>
                </c:pt>
                <c:pt idx="5162">
                  <c:v>5163</c:v>
                </c:pt>
                <c:pt idx="5163">
                  <c:v>5164</c:v>
                </c:pt>
                <c:pt idx="5164">
                  <c:v>5165</c:v>
                </c:pt>
                <c:pt idx="5165">
                  <c:v>5166</c:v>
                </c:pt>
                <c:pt idx="5166">
                  <c:v>5167</c:v>
                </c:pt>
                <c:pt idx="5167">
                  <c:v>5168</c:v>
                </c:pt>
                <c:pt idx="5168">
                  <c:v>5169</c:v>
                </c:pt>
                <c:pt idx="5169">
                  <c:v>5170</c:v>
                </c:pt>
                <c:pt idx="5170">
                  <c:v>5171</c:v>
                </c:pt>
                <c:pt idx="5171">
                  <c:v>5172</c:v>
                </c:pt>
                <c:pt idx="5172">
                  <c:v>5173</c:v>
                </c:pt>
                <c:pt idx="5173">
                  <c:v>5174</c:v>
                </c:pt>
                <c:pt idx="5174">
                  <c:v>5175</c:v>
                </c:pt>
                <c:pt idx="5175">
                  <c:v>5176</c:v>
                </c:pt>
                <c:pt idx="5176">
                  <c:v>5177</c:v>
                </c:pt>
                <c:pt idx="5177">
                  <c:v>5178</c:v>
                </c:pt>
                <c:pt idx="5178">
                  <c:v>5179</c:v>
                </c:pt>
                <c:pt idx="5179">
                  <c:v>5180</c:v>
                </c:pt>
                <c:pt idx="5180">
                  <c:v>5181</c:v>
                </c:pt>
                <c:pt idx="5181">
                  <c:v>5182</c:v>
                </c:pt>
                <c:pt idx="5182">
                  <c:v>5183</c:v>
                </c:pt>
                <c:pt idx="5183">
                  <c:v>5184</c:v>
                </c:pt>
                <c:pt idx="5184">
                  <c:v>5185</c:v>
                </c:pt>
                <c:pt idx="5185">
                  <c:v>5186</c:v>
                </c:pt>
                <c:pt idx="5186">
                  <c:v>5187</c:v>
                </c:pt>
                <c:pt idx="5187">
                  <c:v>5188</c:v>
                </c:pt>
                <c:pt idx="5188">
                  <c:v>5189</c:v>
                </c:pt>
                <c:pt idx="5189">
                  <c:v>5190</c:v>
                </c:pt>
                <c:pt idx="5190">
                  <c:v>5191</c:v>
                </c:pt>
                <c:pt idx="5191">
                  <c:v>5192</c:v>
                </c:pt>
                <c:pt idx="5192">
                  <c:v>5193</c:v>
                </c:pt>
                <c:pt idx="5193">
                  <c:v>5194</c:v>
                </c:pt>
                <c:pt idx="5194">
                  <c:v>5195</c:v>
                </c:pt>
                <c:pt idx="5195">
                  <c:v>5196</c:v>
                </c:pt>
                <c:pt idx="5196">
                  <c:v>5197</c:v>
                </c:pt>
                <c:pt idx="5197">
                  <c:v>5198</c:v>
                </c:pt>
                <c:pt idx="5198">
                  <c:v>5199</c:v>
                </c:pt>
                <c:pt idx="5199">
                  <c:v>5200</c:v>
                </c:pt>
                <c:pt idx="5200">
                  <c:v>5201</c:v>
                </c:pt>
                <c:pt idx="5201">
                  <c:v>5202</c:v>
                </c:pt>
                <c:pt idx="5202">
                  <c:v>5203</c:v>
                </c:pt>
                <c:pt idx="5203">
                  <c:v>5204</c:v>
                </c:pt>
                <c:pt idx="5204">
                  <c:v>5205</c:v>
                </c:pt>
                <c:pt idx="5205">
                  <c:v>5206</c:v>
                </c:pt>
                <c:pt idx="5206">
                  <c:v>5207</c:v>
                </c:pt>
                <c:pt idx="5207">
                  <c:v>5208</c:v>
                </c:pt>
                <c:pt idx="5208">
                  <c:v>5209</c:v>
                </c:pt>
                <c:pt idx="5209">
                  <c:v>5210</c:v>
                </c:pt>
                <c:pt idx="5210">
                  <c:v>5211</c:v>
                </c:pt>
                <c:pt idx="5211">
                  <c:v>5212</c:v>
                </c:pt>
                <c:pt idx="5212">
                  <c:v>5213</c:v>
                </c:pt>
                <c:pt idx="5213">
                  <c:v>5214</c:v>
                </c:pt>
                <c:pt idx="5214">
                  <c:v>5215</c:v>
                </c:pt>
                <c:pt idx="5215">
                  <c:v>5216</c:v>
                </c:pt>
                <c:pt idx="5216">
                  <c:v>5217</c:v>
                </c:pt>
                <c:pt idx="5217">
                  <c:v>5218</c:v>
                </c:pt>
                <c:pt idx="5218">
                  <c:v>5219</c:v>
                </c:pt>
                <c:pt idx="5219">
                  <c:v>5220</c:v>
                </c:pt>
                <c:pt idx="5220">
                  <c:v>5221</c:v>
                </c:pt>
                <c:pt idx="5221">
                  <c:v>5222</c:v>
                </c:pt>
                <c:pt idx="5222">
                  <c:v>5223</c:v>
                </c:pt>
                <c:pt idx="5223">
                  <c:v>5224</c:v>
                </c:pt>
                <c:pt idx="5224">
                  <c:v>5225</c:v>
                </c:pt>
                <c:pt idx="5225">
                  <c:v>5226</c:v>
                </c:pt>
                <c:pt idx="5226">
                  <c:v>5227</c:v>
                </c:pt>
                <c:pt idx="5227">
                  <c:v>5228</c:v>
                </c:pt>
                <c:pt idx="5228">
                  <c:v>5229</c:v>
                </c:pt>
                <c:pt idx="5229">
                  <c:v>5230</c:v>
                </c:pt>
                <c:pt idx="5230">
                  <c:v>5231</c:v>
                </c:pt>
                <c:pt idx="5231">
                  <c:v>5232</c:v>
                </c:pt>
                <c:pt idx="5232">
                  <c:v>5233</c:v>
                </c:pt>
                <c:pt idx="5233">
                  <c:v>5234</c:v>
                </c:pt>
                <c:pt idx="5234">
                  <c:v>5235</c:v>
                </c:pt>
                <c:pt idx="5235">
                  <c:v>5236</c:v>
                </c:pt>
                <c:pt idx="5236">
                  <c:v>5237</c:v>
                </c:pt>
                <c:pt idx="5237">
                  <c:v>5238</c:v>
                </c:pt>
                <c:pt idx="5238">
                  <c:v>5239</c:v>
                </c:pt>
                <c:pt idx="5239">
                  <c:v>5240</c:v>
                </c:pt>
                <c:pt idx="5240">
                  <c:v>5241</c:v>
                </c:pt>
                <c:pt idx="5241">
                  <c:v>5242</c:v>
                </c:pt>
                <c:pt idx="5242">
                  <c:v>5243</c:v>
                </c:pt>
                <c:pt idx="5243">
                  <c:v>5244</c:v>
                </c:pt>
                <c:pt idx="5244">
                  <c:v>5245</c:v>
                </c:pt>
                <c:pt idx="5245">
                  <c:v>5246</c:v>
                </c:pt>
                <c:pt idx="5246">
                  <c:v>5247</c:v>
                </c:pt>
                <c:pt idx="5247">
                  <c:v>5248</c:v>
                </c:pt>
                <c:pt idx="5248">
                  <c:v>5249</c:v>
                </c:pt>
                <c:pt idx="5249">
                  <c:v>5250</c:v>
                </c:pt>
                <c:pt idx="5250">
                  <c:v>5251</c:v>
                </c:pt>
                <c:pt idx="5251">
                  <c:v>5252</c:v>
                </c:pt>
                <c:pt idx="5252">
                  <c:v>5253</c:v>
                </c:pt>
                <c:pt idx="5253">
                  <c:v>5254</c:v>
                </c:pt>
                <c:pt idx="5254">
                  <c:v>5255</c:v>
                </c:pt>
                <c:pt idx="5255">
                  <c:v>5256</c:v>
                </c:pt>
                <c:pt idx="5256">
                  <c:v>5257</c:v>
                </c:pt>
                <c:pt idx="5257">
                  <c:v>5258</c:v>
                </c:pt>
                <c:pt idx="5258">
                  <c:v>5259</c:v>
                </c:pt>
                <c:pt idx="5259">
                  <c:v>5260</c:v>
                </c:pt>
                <c:pt idx="5260">
                  <c:v>5261</c:v>
                </c:pt>
                <c:pt idx="5261">
                  <c:v>5262</c:v>
                </c:pt>
                <c:pt idx="5262">
                  <c:v>5263</c:v>
                </c:pt>
                <c:pt idx="5263">
                  <c:v>5264</c:v>
                </c:pt>
                <c:pt idx="5264">
                  <c:v>5265</c:v>
                </c:pt>
                <c:pt idx="5265">
                  <c:v>5266</c:v>
                </c:pt>
                <c:pt idx="5266">
                  <c:v>5267</c:v>
                </c:pt>
                <c:pt idx="5267">
                  <c:v>5268</c:v>
                </c:pt>
                <c:pt idx="5268">
                  <c:v>5269</c:v>
                </c:pt>
                <c:pt idx="5269">
                  <c:v>5270</c:v>
                </c:pt>
                <c:pt idx="5270">
                  <c:v>5271</c:v>
                </c:pt>
                <c:pt idx="5271">
                  <c:v>5272</c:v>
                </c:pt>
                <c:pt idx="5272">
                  <c:v>5273</c:v>
                </c:pt>
                <c:pt idx="5273">
                  <c:v>5274</c:v>
                </c:pt>
                <c:pt idx="5274">
                  <c:v>5275</c:v>
                </c:pt>
                <c:pt idx="5275">
                  <c:v>5276</c:v>
                </c:pt>
                <c:pt idx="5276">
                  <c:v>5277</c:v>
                </c:pt>
                <c:pt idx="5277">
                  <c:v>5278</c:v>
                </c:pt>
                <c:pt idx="5278">
                  <c:v>5279</c:v>
                </c:pt>
                <c:pt idx="5279">
                  <c:v>5280</c:v>
                </c:pt>
                <c:pt idx="5280">
                  <c:v>5281</c:v>
                </c:pt>
                <c:pt idx="5281">
                  <c:v>5282</c:v>
                </c:pt>
                <c:pt idx="5282">
                  <c:v>5283</c:v>
                </c:pt>
                <c:pt idx="5283">
                  <c:v>5284</c:v>
                </c:pt>
                <c:pt idx="5284">
                  <c:v>5285</c:v>
                </c:pt>
                <c:pt idx="5285">
                  <c:v>5286</c:v>
                </c:pt>
                <c:pt idx="5286">
                  <c:v>5287</c:v>
                </c:pt>
                <c:pt idx="5287">
                  <c:v>5288</c:v>
                </c:pt>
                <c:pt idx="5288">
                  <c:v>5289</c:v>
                </c:pt>
                <c:pt idx="5289">
                  <c:v>5290</c:v>
                </c:pt>
                <c:pt idx="5290">
                  <c:v>5291</c:v>
                </c:pt>
                <c:pt idx="5291">
                  <c:v>5292</c:v>
                </c:pt>
                <c:pt idx="5292">
                  <c:v>5293</c:v>
                </c:pt>
                <c:pt idx="5293">
                  <c:v>5294</c:v>
                </c:pt>
                <c:pt idx="5294">
                  <c:v>5295</c:v>
                </c:pt>
                <c:pt idx="5295">
                  <c:v>5296</c:v>
                </c:pt>
                <c:pt idx="5296">
                  <c:v>5297</c:v>
                </c:pt>
                <c:pt idx="5297">
                  <c:v>5298</c:v>
                </c:pt>
                <c:pt idx="5298">
                  <c:v>5299</c:v>
                </c:pt>
                <c:pt idx="5299">
                  <c:v>5300</c:v>
                </c:pt>
                <c:pt idx="5300">
                  <c:v>5301</c:v>
                </c:pt>
                <c:pt idx="5301">
                  <c:v>5302</c:v>
                </c:pt>
                <c:pt idx="5302">
                  <c:v>5303</c:v>
                </c:pt>
                <c:pt idx="5303">
                  <c:v>5304</c:v>
                </c:pt>
                <c:pt idx="5304">
                  <c:v>5305</c:v>
                </c:pt>
                <c:pt idx="5305">
                  <c:v>5306</c:v>
                </c:pt>
                <c:pt idx="5306">
                  <c:v>5307</c:v>
                </c:pt>
                <c:pt idx="5307">
                  <c:v>5308</c:v>
                </c:pt>
                <c:pt idx="5308">
                  <c:v>5309</c:v>
                </c:pt>
                <c:pt idx="5309">
                  <c:v>5310</c:v>
                </c:pt>
                <c:pt idx="5310">
                  <c:v>5311</c:v>
                </c:pt>
                <c:pt idx="5311">
                  <c:v>5312</c:v>
                </c:pt>
                <c:pt idx="5312">
                  <c:v>5313</c:v>
                </c:pt>
                <c:pt idx="5313">
                  <c:v>5314</c:v>
                </c:pt>
                <c:pt idx="5314">
                  <c:v>5315</c:v>
                </c:pt>
                <c:pt idx="5315">
                  <c:v>5316</c:v>
                </c:pt>
                <c:pt idx="5316">
                  <c:v>5317</c:v>
                </c:pt>
                <c:pt idx="5317">
                  <c:v>5318</c:v>
                </c:pt>
                <c:pt idx="5318">
                  <c:v>5319</c:v>
                </c:pt>
                <c:pt idx="5319">
                  <c:v>5320</c:v>
                </c:pt>
                <c:pt idx="5320">
                  <c:v>5321</c:v>
                </c:pt>
                <c:pt idx="5321">
                  <c:v>5322</c:v>
                </c:pt>
                <c:pt idx="5322">
                  <c:v>5323</c:v>
                </c:pt>
                <c:pt idx="5323">
                  <c:v>5324</c:v>
                </c:pt>
                <c:pt idx="5324">
                  <c:v>5325</c:v>
                </c:pt>
                <c:pt idx="5325">
                  <c:v>5326</c:v>
                </c:pt>
                <c:pt idx="5326">
                  <c:v>5327</c:v>
                </c:pt>
                <c:pt idx="5327">
                  <c:v>5328</c:v>
                </c:pt>
                <c:pt idx="5328">
                  <c:v>5329</c:v>
                </c:pt>
                <c:pt idx="5329">
                  <c:v>5330</c:v>
                </c:pt>
                <c:pt idx="5330">
                  <c:v>5331</c:v>
                </c:pt>
                <c:pt idx="5331">
                  <c:v>5332</c:v>
                </c:pt>
                <c:pt idx="5332">
                  <c:v>5333</c:v>
                </c:pt>
                <c:pt idx="5333">
                  <c:v>5334</c:v>
                </c:pt>
                <c:pt idx="5334">
                  <c:v>5335</c:v>
                </c:pt>
                <c:pt idx="5335">
                  <c:v>5336</c:v>
                </c:pt>
                <c:pt idx="5336">
                  <c:v>5337</c:v>
                </c:pt>
                <c:pt idx="5337">
                  <c:v>5338</c:v>
                </c:pt>
                <c:pt idx="5338">
                  <c:v>5339</c:v>
                </c:pt>
                <c:pt idx="5339">
                  <c:v>5340</c:v>
                </c:pt>
                <c:pt idx="5340">
                  <c:v>5341</c:v>
                </c:pt>
                <c:pt idx="5341">
                  <c:v>5342</c:v>
                </c:pt>
                <c:pt idx="5342">
                  <c:v>5343</c:v>
                </c:pt>
                <c:pt idx="5343">
                  <c:v>5344</c:v>
                </c:pt>
                <c:pt idx="5344">
                  <c:v>5345</c:v>
                </c:pt>
                <c:pt idx="5345">
                  <c:v>5346</c:v>
                </c:pt>
                <c:pt idx="5346">
                  <c:v>5347</c:v>
                </c:pt>
                <c:pt idx="5347">
                  <c:v>5348</c:v>
                </c:pt>
                <c:pt idx="5348">
                  <c:v>5349</c:v>
                </c:pt>
                <c:pt idx="5349">
                  <c:v>5350</c:v>
                </c:pt>
                <c:pt idx="5350">
                  <c:v>5351</c:v>
                </c:pt>
                <c:pt idx="5351">
                  <c:v>5352</c:v>
                </c:pt>
                <c:pt idx="5352">
                  <c:v>5353</c:v>
                </c:pt>
                <c:pt idx="5353">
                  <c:v>5354</c:v>
                </c:pt>
                <c:pt idx="5354">
                  <c:v>5355</c:v>
                </c:pt>
                <c:pt idx="5355">
                  <c:v>5356</c:v>
                </c:pt>
                <c:pt idx="5356">
                  <c:v>5357</c:v>
                </c:pt>
                <c:pt idx="5357">
                  <c:v>5358</c:v>
                </c:pt>
                <c:pt idx="5358">
                  <c:v>5359</c:v>
                </c:pt>
                <c:pt idx="5359">
                  <c:v>5360</c:v>
                </c:pt>
                <c:pt idx="5360">
                  <c:v>5361</c:v>
                </c:pt>
                <c:pt idx="5361">
                  <c:v>5362</c:v>
                </c:pt>
                <c:pt idx="5362">
                  <c:v>5363</c:v>
                </c:pt>
                <c:pt idx="5363">
                  <c:v>5364</c:v>
                </c:pt>
                <c:pt idx="5364">
                  <c:v>5365</c:v>
                </c:pt>
                <c:pt idx="5365">
                  <c:v>5366</c:v>
                </c:pt>
                <c:pt idx="5366">
                  <c:v>5367</c:v>
                </c:pt>
                <c:pt idx="5367">
                  <c:v>5368</c:v>
                </c:pt>
                <c:pt idx="5368">
                  <c:v>5369</c:v>
                </c:pt>
                <c:pt idx="5369">
                  <c:v>5370</c:v>
                </c:pt>
                <c:pt idx="5370">
                  <c:v>5371</c:v>
                </c:pt>
                <c:pt idx="5371">
                  <c:v>5372</c:v>
                </c:pt>
                <c:pt idx="5372">
                  <c:v>5373</c:v>
                </c:pt>
                <c:pt idx="5373">
                  <c:v>5374</c:v>
                </c:pt>
                <c:pt idx="5374">
                  <c:v>5375</c:v>
                </c:pt>
                <c:pt idx="5375">
                  <c:v>5376</c:v>
                </c:pt>
                <c:pt idx="5376">
                  <c:v>5377</c:v>
                </c:pt>
                <c:pt idx="5377">
                  <c:v>5378</c:v>
                </c:pt>
                <c:pt idx="5378">
                  <c:v>5379</c:v>
                </c:pt>
                <c:pt idx="5379">
                  <c:v>5380</c:v>
                </c:pt>
                <c:pt idx="5380">
                  <c:v>5381</c:v>
                </c:pt>
                <c:pt idx="5381">
                  <c:v>5382</c:v>
                </c:pt>
                <c:pt idx="5382">
                  <c:v>5383</c:v>
                </c:pt>
                <c:pt idx="5383">
                  <c:v>5384</c:v>
                </c:pt>
                <c:pt idx="5384">
                  <c:v>5385</c:v>
                </c:pt>
                <c:pt idx="5385">
                  <c:v>5386</c:v>
                </c:pt>
                <c:pt idx="5386">
                  <c:v>5387</c:v>
                </c:pt>
                <c:pt idx="5387">
                  <c:v>5388</c:v>
                </c:pt>
                <c:pt idx="5388">
                  <c:v>5389</c:v>
                </c:pt>
                <c:pt idx="5389">
                  <c:v>5390</c:v>
                </c:pt>
                <c:pt idx="5390">
                  <c:v>5391</c:v>
                </c:pt>
                <c:pt idx="5391">
                  <c:v>5392</c:v>
                </c:pt>
                <c:pt idx="5392">
                  <c:v>5393</c:v>
                </c:pt>
                <c:pt idx="5393">
                  <c:v>5394</c:v>
                </c:pt>
                <c:pt idx="5394">
                  <c:v>5395</c:v>
                </c:pt>
                <c:pt idx="5395">
                  <c:v>5396</c:v>
                </c:pt>
                <c:pt idx="5396">
                  <c:v>5397</c:v>
                </c:pt>
                <c:pt idx="5397">
                  <c:v>5398</c:v>
                </c:pt>
                <c:pt idx="5398">
                  <c:v>5399</c:v>
                </c:pt>
                <c:pt idx="5399">
                  <c:v>5400</c:v>
                </c:pt>
                <c:pt idx="5400">
                  <c:v>5401</c:v>
                </c:pt>
                <c:pt idx="5401">
                  <c:v>5402</c:v>
                </c:pt>
                <c:pt idx="5402">
                  <c:v>5403</c:v>
                </c:pt>
                <c:pt idx="5403">
                  <c:v>5404</c:v>
                </c:pt>
                <c:pt idx="5404">
                  <c:v>5405</c:v>
                </c:pt>
                <c:pt idx="5405">
                  <c:v>5406</c:v>
                </c:pt>
                <c:pt idx="5406">
                  <c:v>5407</c:v>
                </c:pt>
                <c:pt idx="5407">
                  <c:v>5408</c:v>
                </c:pt>
                <c:pt idx="5408">
                  <c:v>5409</c:v>
                </c:pt>
                <c:pt idx="5409">
                  <c:v>5410</c:v>
                </c:pt>
                <c:pt idx="5410">
                  <c:v>5411</c:v>
                </c:pt>
                <c:pt idx="5411">
                  <c:v>5412</c:v>
                </c:pt>
                <c:pt idx="5412">
                  <c:v>5413</c:v>
                </c:pt>
                <c:pt idx="5413">
                  <c:v>5414</c:v>
                </c:pt>
                <c:pt idx="5414">
                  <c:v>5415</c:v>
                </c:pt>
                <c:pt idx="5415">
                  <c:v>5416</c:v>
                </c:pt>
                <c:pt idx="5416">
                  <c:v>5417</c:v>
                </c:pt>
                <c:pt idx="5417">
                  <c:v>5418</c:v>
                </c:pt>
                <c:pt idx="5418">
                  <c:v>5419</c:v>
                </c:pt>
                <c:pt idx="5419">
                  <c:v>5420</c:v>
                </c:pt>
                <c:pt idx="5420">
                  <c:v>5421</c:v>
                </c:pt>
                <c:pt idx="5421">
                  <c:v>5422</c:v>
                </c:pt>
                <c:pt idx="5422">
                  <c:v>5423</c:v>
                </c:pt>
                <c:pt idx="5423">
                  <c:v>5424</c:v>
                </c:pt>
                <c:pt idx="5424">
                  <c:v>5425</c:v>
                </c:pt>
                <c:pt idx="5425">
                  <c:v>5426</c:v>
                </c:pt>
                <c:pt idx="5426">
                  <c:v>5427</c:v>
                </c:pt>
                <c:pt idx="5427">
                  <c:v>5428</c:v>
                </c:pt>
                <c:pt idx="5428">
                  <c:v>5429</c:v>
                </c:pt>
                <c:pt idx="5429">
                  <c:v>5430</c:v>
                </c:pt>
                <c:pt idx="5430">
                  <c:v>5431</c:v>
                </c:pt>
                <c:pt idx="5431">
                  <c:v>5432</c:v>
                </c:pt>
                <c:pt idx="5432">
                  <c:v>5433</c:v>
                </c:pt>
                <c:pt idx="5433">
                  <c:v>5434</c:v>
                </c:pt>
                <c:pt idx="5434">
                  <c:v>5435</c:v>
                </c:pt>
                <c:pt idx="5435">
                  <c:v>5436</c:v>
                </c:pt>
                <c:pt idx="5436">
                  <c:v>5437</c:v>
                </c:pt>
                <c:pt idx="5437">
                  <c:v>5438</c:v>
                </c:pt>
                <c:pt idx="5438">
                  <c:v>5439</c:v>
                </c:pt>
                <c:pt idx="5439">
                  <c:v>5440</c:v>
                </c:pt>
                <c:pt idx="5440">
                  <c:v>5441</c:v>
                </c:pt>
                <c:pt idx="5441">
                  <c:v>5442</c:v>
                </c:pt>
                <c:pt idx="5442">
                  <c:v>5443</c:v>
                </c:pt>
                <c:pt idx="5443">
                  <c:v>5444</c:v>
                </c:pt>
                <c:pt idx="5444">
                  <c:v>5445</c:v>
                </c:pt>
                <c:pt idx="5445">
                  <c:v>5446</c:v>
                </c:pt>
                <c:pt idx="5446">
                  <c:v>5447</c:v>
                </c:pt>
                <c:pt idx="5447">
                  <c:v>5448</c:v>
                </c:pt>
                <c:pt idx="5448">
                  <c:v>5449</c:v>
                </c:pt>
                <c:pt idx="5449">
                  <c:v>5450</c:v>
                </c:pt>
                <c:pt idx="5450">
                  <c:v>5451</c:v>
                </c:pt>
                <c:pt idx="5451">
                  <c:v>5452</c:v>
                </c:pt>
                <c:pt idx="5452">
                  <c:v>5453</c:v>
                </c:pt>
                <c:pt idx="5453">
                  <c:v>5454</c:v>
                </c:pt>
                <c:pt idx="5454">
                  <c:v>5455</c:v>
                </c:pt>
                <c:pt idx="5455">
                  <c:v>5456</c:v>
                </c:pt>
                <c:pt idx="5456">
                  <c:v>5457</c:v>
                </c:pt>
                <c:pt idx="5457">
                  <c:v>5458</c:v>
                </c:pt>
                <c:pt idx="5458">
                  <c:v>5459</c:v>
                </c:pt>
                <c:pt idx="5459">
                  <c:v>5460</c:v>
                </c:pt>
                <c:pt idx="5460">
                  <c:v>5461</c:v>
                </c:pt>
                <c:pt idx="5461">
                  <c:v>5462</c:v>
                </c:pt>
                <c:pt idx="5462">
                  <c:v>5463</c:v>
                </c:pt>
                <c:pt idx="5463">
                  <c:v>5464</c:v>
                </c:pt>
                <c:pt idx="5464">
                  <c:v>5465</c:v>
                </c:pt>
                <c:pt idx="5465">
                  <c:v>5466</c:v>
                </c:pt>
                <c:pt idx="5466">
                  <c:v>5467</c:v>
                </c:pt>
                <c:pt idx="5467">
                  <c:v>5468</c:v>
                </c:pt>
                <c:pt idx="5468">
                  <c:v>5469</c:v>
                </c:pt>
                <c:pt idx="5469">
                  <c:v>5470</c:v>
                </c:pt>
                <c:pt idx="5470">
                  <c:v>5471</c:v>
                </c:pt>
                <c:pt idx="5471">
                  <c:v>5472</c:v>
                </c:pt>
                <c:pt idx="5472">
                  <c:v>5473</c:v>
                </c:pt>
                <c:pt idx="5473">
                  <c:v>5474</c:v>
                </c:pt>
                <c:pt idx="5474">
                  <c:v>5475</c:v>
                </c:pt>
                <c:pt idx="5475">
                  <c:v>5476</c:v>
                </c:pt>
                <c:pt idx="5476">
                  <c:v>5477</c:v>
                </c:pt>
                <c:pt idx="5477">
                  <c:v>5478</c:v>
                </c:pt>
                <c:pt idx="5478">
                  <c:v>5479</c:v>
                </c:pt>
                <c:pt idx="5479">
                  <c:v>5480</c:v>
                </c:pt>
                <c:pt idx="5480">
                  <c:v>5481</c:v>
                </c:pt>
                <c:pt idx="5481">
                  <c:v>5482</c:v>
                </c:pt>
                <c:pt idx="5482">
                  <c:v>5483</c:v>
                </c:pt>
                <c:pt idx="5483">
                  <c:v>5484</c:v>
                </c:pt>
                <c:pt idx="5484">
                  <c:v>5485</c:v>
                </c:pt>
                <c:pt idx="5485">
                  <c:v>5486</c:v>
                </c:pt>
                <c:pt idx="5486">
                  <c:v>5487</c:v>
                </c:pt>
                <c:pt idx="5487">
                  <c:v>5488</c:v>
                </c:pt>
                <c:pt idx="5488">
                  <c:v>5489</c:v>
                </c:pt>
                <c:pt idx="5489">
                  <c:v>5490</c:v>
                </c:pt>
                <c:pt idx="5490">
                  <c:v>5491</c:v>
                </c:pt>
                <c:pt idx="5491">
                  <c:v>5492</c:v>
                </c:pt>
                <c:pt idx="5492">
                  <c:v>5493</c:v>
                </c:pt>
                <c:pt idx="5493">
                  <c:v>5494</c:v>
                </c:pt>
                <c:pt idx="5494">
                  <c:v>5495</c:v>
                </c:pt>
                <c:pt idx="5495">
                  <c:v>5496</c:v>
                </c:pt>
                <c:pt idx="5496">
                  <c:v>5497</c:v>
                </c:pt>
                <c:pt idx="5497">
                  <c:v>5498</c:v>
                </c:pt>
                <c:pt idx="5498">
                  <c:v>5499</c:v>
                </c:pt>
                <c:pt idx="5499">
                  <c:v>5500</c:v>
                </c:pt>
                <c:pt idx="5500">
                  <c:v>5501</c:v>
                </c:pt>
                <c:pt idx="5501">
                  <c:v>5502</c:v>
                </c:pt>
                <c:pt idx="5502">
                  <c:v>5503</c:v>
                </c:pt>
                <c:pt idx="5503">
                  <c:v>5504</c:v>
                </c:pt>
                <c:pt idx="5504">
                  <c:v>5505</c:v>
                </c:pt>
                <c:pt idx="5505">
                  <c:v>5506</c:v>
                </c:pt>
                <c:pt idx="5506">
                  <c:v>5507</c:v>
                </c:pt>
                <c:pt idx="5507">
                  <c:v>5508</c:v>
                </c:pt>
                <c:pt idx="5508">
                  <c:v>5509</c:v>
                </c:pt>
                <c:pt idx="5509">
                  <c:v>5510</c:v>
                </c:pt>
                <c:pt idx="5510">
                  <c:v>5511</c:v>
                </c:pt>
                <c:pt idx="5511">
                  <c:v>5512</c:v>
                </c:pt>
                <c:pt idx="5512">
                  <c:v>5513</c:v>
                </c:pt>
                <c:pt idx="5513">
                  <c:v>5514</c:v>
                </c:pt>
                <c:pt idx="5514">
                  <c:v>5515</c:v>
                </c:pt>
                <c:pt idx="5515">
                  <c:v>5516</c:v>
                </c:pt>
                <c:pt idx="5516">
                  <c:v>5517</c:v>
                </c:pt>
                <c:pt idx="5517">
                  <c:v>5518</c:v>
                </c:pt>
                <c:pt idx="5518">
                  <c:v>5519</c:v>
                </c:pt>
                <c:pt idx="5519">
                  <c:v>5520</c:v>
                </c:pt>
                <c:pt idx="5520">
                  <c:v>5521</c:v>
                </c:pt>
                <c:pt idx="5521">
                  <c:v>5522</c:v>
                </c:pt>
                <c:pt idx="5522">
                  <c:v>5523</c:v>
                </c:pt>
                <c:pt idx="5523">
                  <c:v>5524</c:v>
                </c:pt>
                <c:pt idx="5524">
                  <c:v>5525</c:v>
                </c:pt>
                <c:pt idx="5525">
                  <c:v>5526</c:v>
                </c:pt>
                <c:pt idx="5526">
                  <c:v>5527</c:v>
                </c:pt>
                <c:pt idx="5527">
                  <c:v>5528</c:v>
                </c:pt>
                <c:pt idx="5528">
                  <c:v>5529</c:v>
                </c:pt>
                <c:pt idx="5529">
                  <c:v>5530</c:v>
                </c:pt>
                <c:pt idx="5530">
                  <c:v>5531</c:v>
                </c:pt>
                <c:pt idx="5531">
                  <c:v>5532</c:v>
                </c:pt>
                <c:pt idx="5532">
                  <c:v>5533</c:v>
                </c:pt>
                <c:pt idx="5533">
                  <c:v>5534</c:v>
                </c:pt>
                <c:pt idx="5534">
                  <c:v>5535</c:v>
                </c:pt>
                <c:pt idx="5535">
                  <c:v>5536</c:v>
                </c:pt>
                <c:pt idx="5536">
                  <c:v>5537</c:v>
                </c:pt>
                <c:pt idx="5537">
                  <c:v>5538</c:v>
                </c:pt>
                <c:pt idx="5538">
                  <c:v>5539</c:v>
                </c:pt>
                <c:pt idx="5539">
                  <c:v>5540</c:v>
                </c:pt>
                <c:pt idx="5540">
                  <c:v>5541</c:v>
                </c:pt>
                <c:pt idx="5541">
                  <c:v>5542</c:v>
                </c:pt>
                <c:pt idx="5542">
                  <c:v>5543</c:v>
                </c:pt>
                <c:pt idx="5543">
                  <c:v>5544</c:v>
                </c:pt>
                <c:pt idx="5544">
                  <c:v>5545</c:v>
                </c:pt>
                <c:pt idx="5545">
                  <c:v>5546</c:v>
                </c:pt>
                <c:pt idx="5546">
                  <c:v>5547</c:v>
                </c:pt>
                <c:pt idx="5547">
                  <c:v>5548</c:v>
                </c:pt>
                <c:pt idx="5548">
                  <c:v>5549</c:v>
                </c:pt>
                <c:pt idx="5549">
                  <c:v>5550</c:v>
                </c:pt>
                <c:pt idx="5550">
                  <c:v>5551</c:v>
                </c:pt>
                <c:pt idx="5551">
                  <c:v>5552</c:v>
                </c:pt>
                <c:pt idx="5552">
                  <c:v>5553</c:v>
                </c:pt>
                <c:pt idx="5553">
                  <c:v>5554</c:v>
                </c:pt>
                <c:pt idx="5554">
                  <c:v>5555</c:v>
                </c:pt>
                <c:pt idx="5555">
                  <c:v>5556</c:v>
                </c:pt>
                <c:pt idx="5556">
                  <c:v>5557</c:v>
                </c:pt>
                <c:pt idx="5557">
                  <c:v>5558</c:v>
                </c:pt>
                <c:pt idx="5558">
                  <c:v>5559</c:v>
                </c:pt>
                <c:pt idx="5559">
                  <c:v>5560</c:v>
                </c:pt>
                <c:pt idx="5560">
                  <c:v>5561</c:v>
                </c:pt>
                <c:pt idx="5561">
                  <c:v>5562</c:v>
                </c:pt>
                <c:pt idx="5562">
                  <c:v>5563</c:v>
                </c:pt>
                <c:pt idx="5563">
                  <c:v>5564</c:v>
                </c:pt>
                <c:pt idx="5564">
                  <c:v>5565</c:v>
                </c:pt>
                <c:pt idx="5565">
                  <c:v>5566</c:v>
                </c:pt>
                <c:pt idx="5566">
                  <c:v>5567</c:v>
                </c:pt>
                <c:pt idx="5567">
                  <c:v>5568</c:v>
                </c:pt>
                <c:pt idx="5568">
                  <c:v>5569</c:v>
                </c:pt>
                <c:pt idx="5569">
                  <c:v>5570</c:v>
                </c:pt>
                <c:pt idx="5570">
                  <c:v>5571</c:v>
                </c:pt>
                <c:pt idx="5571">
                  <c:v>5572</c:v>
                </c:pt>
                <c:pt idx="5572">
                  <c:v>5573</c:v>
                </c:pt>
                <c:pt idx="5573">
                  <c:v>5574</c:v>
                </c:pt>
                <c:pt idx="5574">
                  <c:v>5575</c:v>
                </c:pt>
                <c:pt idx="5575">
                  <c:v>5576</c:v>
                </c:pt>
                <c:pt idx="5576">
                  <c:v>5577</c:v>
                </c:pt>
                <c:pt idx="5577">
                  <c:v>5578</c:v>
                </c:pt>
                <c:pt idx="5578">
                  <c:v>5579</c:v>
                </c:pt>
                <c:pt idx="5579">
                  <c:v>5580</c:v>
                </c:pt>
                <c:pt idx="5580">
                  <c:v>5581</c:v>
                </c:pt>
                <c:pt idx="5581">
                  <c:v>5582</c:v>
                </c:pt>
                <c:pt idx="5582">
                  <c:v>5583</c:v>
                </c:pt>
                <c:pt idx="5583">
                  <c:v>5584</c:v>
                </c:pt>
                <c:pt idx="5584">
                  <c:v>5585</c:v>
                </c:pt>
                <c:pt idx="5585">
                  <c:v>5586</c:v>
                </c:pt>
                <c:pt idx="5586">
                  <c:v>5587</c:v>
                </c:pt>
                <c:pt idx="5587">
                  <c:v>5588</c:v>
                </c:pt>
                <c:pt idx="5588">
                  <c:v>5589</c:v>
                </c:pt>
                <c:pt idx="5589">
                  <c:v>5590</c:v>
                </c:pt>
                <c:pt idx="5590">
                  <c:v>5591</c:v>
                </c:pt>
                <c:pt idx="5591">
                  <c:v>5592</c:v>
                </c:pt>
                <c:pt idx="5592">
                  <c:v>5593</c:v>
                </c:pt>
                <c:pt idx="5593">
                  <c:v>5594</c:v>
                </c:pt>
                <c:pt idx="5594">
                  <c:v>5595</c:v>
                </c:pt>
                <c:pt idx="5595">
                  <c:v>5596</c:v>
                </c:pt>
                <c:pt idx="5596">
                  <c:v>5597</c:v>
                </c:pt>
                <c:pt idx="5597">
                  <c:v>5598</c:v>
                </c:pt>
                <c:pt idx="5598">
                  <c:v>5599</c:v>
                </c:pt>
                <c:pt idx="5599">
                  <c:v>5600</c:v>
                </c:pt>
                <c:pt idx="5600">
                  <c:v>5601</c:v>
                </c:pt>
                <c:pt idx="5601">
                  <c:v>5602</c:v>
                </c:pt>
                <c:pt idx="5602">
                  <c:v>5603</c:v>
                </c:pt>
                <c:pt idx="5603">
                  <c:v>5604</c:v>
                </c:pt>
                <c:pt idx="5604">
                  <c:v>5605</c:v>
                </c:pt>
                <c:pt idx="5605">
                  <c:v>5606</c:v>
                </c:pt>
                <c:pt idx="5606">
                  <c:v>5607</c:v>
                </c:pt>
                <c:pt idx="5607">
                  <c:v>5608</c:v>
                </c:pt>
                <c:pt idx="5608">
                  <c:v>5609</c:v>
                </c:pt>
                <c:pt idx="5609">
                  <c:v>5610</c:v>
                </c:pt>
                <c:pt idx="5610">
                  <c:v>5611</c:v>
                </c:pt>
                <c:pt idx="5611">
                  <c:v>5612</c:v>
                </c:pt>
                <c:pt idx="5612">
                  <c:v>5613</c:v>
                </c:pt>
                <c:pt idx="5613">
                  <c:v>5614</c:v>
                </c:pt>
                <c:pt idx="5614">
                  <c:v>5615</c:v>
                </c:pt>
                <c:pt idx="5615">
                  <c:v>5616</c:v>
                </c:pt>
                <c:pt idx="5616">
                  <c:v>5617</c:v>
                </c:pt>
                <c:pt idx="5617">
                  <c:v>5618</c:v>
                </c:pt>
                <c:pt idx="5618">
                  <c:v>5619</c:v>
                </c:pt>
                <c:pt idx="5619">
                  <c:v>5620</c:v>
                </c:pt>
                <c:pt idx="5620">
                  <c:v>5621</c:v>
                </c:pt>
                <c:pt idx="5621">
                  <c:v>5622</c:v>
                </c:pt>
                <c:pt idx="5622">
                  <c:v>5623</c:v>
                </c:pt>
                <c:pt idx="5623">
                  <c:v>5624</c:v>
                </c:pt>
                <c:pt idx="5624">
                  <c:v>5625</c:v>
                </c:pt>
                <c:pt idx="5625">
                  <c:v>5626</c:v>
                </c:pt>
                <c:pt idx="5626">
                  <c:v>5627</c:v>
                </c:pt>
                <c:pt idx="5627">
                  <c:v>5628</c:v>
                </c:pt>
                <c:pt idx="5628">
                  <c:v>5629</c:v>
                </c:pt>
                <c:pt idx="5629">
                  <c:v>5630</c:v>
                </c:pt>
                <c:pt idx="5630">
                  <c:v>5631</c:v>
                </c:pt>
                <c:pt idx="5631">
                  <c:v>5632</c:v>
                </c:pt>
                <c:pt idx="5632">
                  <c:v>5633</c:v>
                </c:pt>
                <c:pt idx="5633">
                  <c:v>5634</c:v>
                </c:pt>
                <c:pt idx="5634">
                  <c:v>5635</c:v>
                </c:pt>
                <c:pt idx="5635">
                  <c:v>5636</c:v>
                </c:pt>
                <c:pt idx="5636">
                  <c:v>5637</c:v>
                </c:pt>
                <c:pt idx="5637">
                  <c:v>5638</c:v>
                </c:pt>
                <c:pt idx="5638">
                  <c:v>5639</c:v>
                </c:pt>
                <c:pt idx="5639">
                  <c:v>5640</c:v>
                </c:pt>
                <c:pt idx="5640">
                  <c:v>5641</c:v>
                </c:pt>
                <c:pt idx="5641">
                  <c:v>5642</c:v>
                </c:pt>
                <c:pt idx="5642">
                  <c:v>5643</c:v>
                </c:pt>
                <c:pt idx="5643">
                  <c:v>5644</c:v>
                </c:pt>
                <c:pt idx="5644">
                  <c:v>5645</c:v>
                </c:pt>
                <c:pt idx="5645">
                  <c:v>5646</c:v>
                </c:pt>
                <c:pt idx="5646">
                  <c:v>5647</c:v>
                </c:pt>
                <c:pt idx="5647">
                  <c:v>5648</c:v>
                </c:pt>
                <c:pt idx="5648">
                  <c:v>5649</c:v>
                </c:pt>
                <c:pt idx="5649">
                  <c:v>5650</c:v>
                </c:pt>
                <c:pt idx="5650">
                  <c:v>5651</c:v>
                </c:pt>
                <c:pt idx="5651">
                  <c:v>5652</c:v>
                </c:pt>
                <c:pt idx="5652">
                  <c:v>5653</c:v>
                </c:pt>
                <c:pt idx="5653">
                  <c:v>5654</c:v>
                </c:pt>
                <c:pt idx="5654">
                  <c:v>5655</c:v>
                </c:pt>
                <c:pt idx="5655">
                  <c:v>5656</c:v>
                </c:pt>
                <c:pt idx="5656">
                  <c:v>5657</c:v>
                </c:pt>
                <c:pt idx="5657">
                  <c:v>5658</c:v>
                </c:pt>
                <c:pt idx="5658">
                  <c:v>5659</c:v>
                </c:pt>
                <c:pt idx="5659">
                  <c:v>5660</c:v>
                </c:pt>
                <c:pt idx="5660">
                  <c:v>5661</c:v>
                </c:pt>
                <c:pt idx="5661">
                  <c:v>5662</c:v>
                </c:pt>
                <c:pt idx="5662">
                  <c:v>5663</c:v>
                </c:pt>
                <c:pt idx="5663">
                  <c:v>5664</c:v>
                </c:pt>
                <c:pt idx="5664">
                  <c:v>5665</c:v>
                </c:pt>
                <c:pt idx="5665">
                  <c:v>5666</c:v>
                </c:pt>
                <c:pt idx="5666">
                  <c:v>5667</c:v>
                </c:pt>
                <c:pt idx="5667">
                  <c:v>5668</c:v>
                </c:pt>
                <c:pt idx="5668">
                  <c:v>5669</c:v>
                </c:pt>
                <c:pt idx="5669">
                  <c:v>5670</c:v>
                </c:pt>
                <c:pt idx="5670">
                  <c:v>5671</c:v>
                </c:pt>
                <c:pt idx="5671">
                  <c:v>5672</c:v>
                </c:pt>
                <c:pt idx="5672">
                  <c:v>5673</c:v>
                </c:pt>
                <c:pt idx="5673">
                  <c:v>5674</c:v>
                </c:pt>
                <c:pt idx="5674">
                  <c:v>5675</c:v>
                </c:pt>
                <c:pt idx="5675">
                  <c:v>5676</c:v>
                </c:pt>
                <c:pt idx="5676">
                  <c:v>5677</c:v>
                </c:pt>
                <c:pt idx="5677">
                  <c:v>5678</c:v>
                </c:pt>
                <c:pt idx="5678">
                  <c:v>5679</c:v>
                </c:pt>
                <c:pt idx="5679">
                  <c:v>5680</c:v>
                </c:pt>
                <c:pt idx="5680">
                  <c:v>5681</c:v>
                </c:pt>
                <c:pt idx="5681">
                  <c:v>5682</c:v>
                </c:pt>
                <c:pt idx="5682">
                  <c:v>5683</c:v>
                </c:pt>
                <c:pt idx="5683">
                  <c:v>5684</c:v>
                </c:pt>
                <c:pt idx="5684">
                  <c:v>5685</c:v>
                </c:pt>
                <c:pt idx="5685">
                  <c:v>5686</c:v>
                </c:pt>
                <c:pt idx="5686">
                  <c:v>5687</c:v>
                </c:pt>
                <c:pt idx="5687">
                  <c:v>5688</c:v>
                </c:pt>
                <c:pt idx="5688">
                  <c:v>5689</c:v>
                </c:pt>
                <c:pt idx="5689">
                  <c:v>5690</c:v>
                </c:pt>
                <c:pt idx="5690">
                  <c:v>5691</c:v>
                </c:pt>
                <c:pt idx="5691">
                  <c:v>5692</c:v>
                </c:pt>
                <c:pt idx="5692">
                  <c:v>5693</c:v>
                </c:pt>
                <c:pt idx="5693">
                  <c:v>5694</c:v>
                </c:pt>
                <c:pt idx="5694">
                  <c:v>5695</c:v>
                </c:pt>
                <c:pt idx="5695">
                  <c:v>5696</c:v>
                </c:pt>
                <c:pt idx="5696">
                  <c:v>5697</c:v>
                </c:pt>
                <c:pt idx="5697">
                  <c:v>5698</c:v>
                </c:pt>
                <c:pt idx="5698">
                  <c:v>5699</c:v>
                </c:pt>
                <c:pt idx="5699">
                  <c:v>5700</c:v>
                </c:pt>
                <c:pt idx="5700">
                  <c:v>5701</c:v>
                </c:pt>
                <c:pt idx="5701">
                  <c:v>5702</c:v>
                </c:pt>
                <c:pt idx="5702">
                  <c:v>5703</c:v>
                </c:pt>
                <c:pt idx="5703">
                  <c:v>5704</c:v>
                </c:pt>
                <c:pt idx="5704">
                  <c:v>5705</c:v>
                </c:pt>
                <c:pt idx="5705">
                  <c:v>5706</c:v>
                </c:pt>
                <c:pt idx="5706">
                  <c:v>5707</c:v>
                </c:pt>
                <c:pt idx="5707">
                  <c:v>5708</c:v>
                </c:pt>
                <c:pt idx="5708">
                  <c:v>5709</c:v>
                </c:pt>
                <c:pt idx="5709">
                  <c:v>5710</c:v>
                </c:pt>
                <c:pt idx="5710">
                  <c:v>5711</c:v>
                </c:pt>
                <c:pt idx="5711">
                  <c:v>5712</c:v>
                </c:pt>
                <c:pt idx="5712">
                  <c:v>5713</c:v>
                </c:pt>
                <c:pt idx="5713">
                  <c:v>5714</c:v>
                </c:pt>
                <c:pt idx="5714">
                  <c:v>5715</c:v>
                </c:pt>
                <c:pt idx="5715">
                  <c:v>5716</c:v>
                </c:pt>
                <c:pt idx="5716">
                  <c:v>5717</c:v>
                </c:pt>
                <c:pt idx="5717">
                  <c:v>5718</c:v>
                </c:pt>
                <c:pt idx="5718">
                  <c:v>5719</c:v>
                </c:pt>
                <c:pt idx="5719">
                  <c:v>5720</c:v>
                </c:pt>
                <c:pt idx="5720">
                  <c:v>5721</c:v>
                </c:pt>
                <c:pt idx="5721">
                  <c:v>5722</c:v>
                </c:pt>
                <c:pt idx="5722">
                  <c:v>5723</c:v>
                </c:pt>
                <c:pt idx="5723">
                  <c:v>5724</c:v>
                </c:pt>
                <c:pt idx="5724">
                  <c:v>5725</c:v>
                </c:pt>
                <c:pt idx="5725">
                  <c:v>5726</c:v>
                </c:pt>
                <c:pt idx="5726">
                  <c:v>5727</c:v>
                </c:pt>
                <c:pt idx="5727">
                  <c:v>5728</c:v>
                </c:pt>
                <c:pt idx="5728">
                  <c:v>5729</c:v>
                </c:pt>
                <c:pt idx="5729">
                  <c:v>5730</c:v>
                </c:pt>
                <c:pt idx="5730">
                  <c:v>5731</c:v>
                </c:pt>
                <c:pt idx="5731">
                  <c:v>5732</c:v>
                </c:pt>
                <c:pt idx="5732">
                  <c:v>5733</c:v>
                </c:pt>
                <c:pt idx="5733">
                  <c:v>5734</c:v>
                </c:pt>
                <c:pt idx="5734">
                  <c:v>5735</c:v>
                </c:pt>
                <c:pt idx="5735">
                  <c:v>5736</c:v>
                </c:pt>
                <c:pt idx="5736">
                  <c:v>5737</c:v>
                </c:pt>
                <c:pt idx="5737">
                  <c:v>5738</c:v>
                </c:pt>
                <c:pt idx="5738">
                  <c:v>5739</c:v>
                </c:pt>
                <c:pt idx="5739">
                  <c:v>5740</c:v>
                </c:pt>
                <c:pt idx="5740">
                  <c:v>5741</c:v>
                </c:pt>
                <c:pt idx="5741">
                  <c:v>5742</c:v>
                </c:pt>
                <c:pt idx="5742">
                  <c:v>5743</c:v>
                </c:pt>
                <c:pt idx="5743">
                  <c:v>5744</c:v>
                </c:pt>
                <c:pt idx="5744">
                  <c:v>5745</c:v>
                </c:pt>
                <c:pt idx="5745">
                  <c:v>5746</c:v>
                </c:pt>
                <c:pt idx="5746">
                  <c:v>5747</c:v>
                </c:pt>
                <c:pt idx="5747">
                  <c:v>5748</c:v>
                </c:pt>
                <c:pt idx="5748">
                  <c:v>5749</c:v>
                </c:pt>
                <c:pt idx="5749">
                  <c:v>5750</c:v>
                </c:pt>
                <c:pt idx="5750">
                  <c:v>5751</c:v>
                </c:pt>
                <c:pt idx="5751">
                  <c:v>5752</c:v>
                </c:pt>
                <c:pt idx="5752">
                  <c:v>5753</c:v>
                </c:pt>
                <c:pt idx="5753">
                  <c:v>5754</c:v>
                </c:pt>
                <c:pt idx="5754">
                  <c:v>5755</c:v>
                </c:pt>
                <c:pt idx="5755">
                  <c:v>5756</c:v>
                </c:pt>
                <c:pt idx="5756">
                  <c:v>5757</c:v>
                </c:pt>
                <c:pt idx="5757">
                  <c:v>5758</c:v>
                </c:pt>
                <c:pt idx="5758">
                  <c:v>5759</c:v>
                </c:pt>
                <c:pt idx="5759">
                  <c:v>5760</c:v>
                </c:pt>
                <c:pt idx="5760">
                  <c:v>5761</c:v>
                </c:pt>
                <c:pt idx="5761">
                  <c:v>5762</c:v>
                </c:pt>
                <c:pt idx="5762">
                  <c:v>5763</c:v>
                </c:pt>
                <c:pt idx="5763">
                  <c:v>5764</c:v>
                </c:pt>
                <c:pt idx="5764">
                  <c:v>5765</c:v>
                </c:pt>
                <c:pt idx="5765">
                  <c:v>5766</c:v>
                </c:pt>
                <c:pt idx="5766">
                  <c:v>5767</c:v>
                </c:pt>
                <c:pt idx="5767">
                  <c:v>5768</c:v>
                </c:pt>
                <c:pt idx="5768">
                  <c:v>5769</c:v>
                </c:pt>
                <c:pt idx="5769">
                  <c:v>5770</c:v>
                </c:pt>
                <c:pt idx="5770">
                  <c:v>5771</c:v>
                </c:pt>
                <c:pt idx="5771">
                  <c:v>5772</c:v>
                </c:pt>
                <c:pt idx="5772">
                  <c:v>5773</c:v>
                </c:pt>
                <c:pt idx="5773">
                  <c:v>5774</c:v>
                </c:pt>
                <c:pt idx="5774">
                  <c:v>5775</c:v>
                </c:pt>
                <c:pt idx="5775">
                  <c:v>5776</c:v>
                </c:pt>
                <c:pt idx="5776">
                  <c:v>5777</c:v>
                </c:pt>
                <c:pt idx="5777">
                  <c:v>5778</c:v>
                </c:pt>
                <c:pt idx="5778">
                  <c:v>5779</c:v>
                </c:pt>
                <c:pt idx="5779">
                  <c:v>5780</c:v>
                </c:pt>
                <c:pt idx="5780">
                  <c:v>5781</c:v>
                </c:pt>
                <c:pt idx="5781">
                  <c:v>5782</c:v>
                </c:pt>
                <c:pt idx="5782">
                  <c:v>5783</c:v>
                </c:pt>
                <c:pt idx="5783">
                  <c:v>5784</c:v>
                </c:pt>
                <c:pt idx="5784">
                  <c:v>5785</c:v>
                </c:pt>
                <c:pt idx="5785">
                  <c:v>5786</c:v>
                </c:pt>
                <c:pt idx="5786">
                  <c:v>5787</c:v>
                </c:pt>
                <c:pt idx="5787">
                  <c:v>5788</c:v>
                </c:pt>
                <c:pt idx="5788">
                  <c:v>5789</c:v>
                </c:pt>
                <c:pt idx="5789">
                  <c:v>5790</c:v>
                </c:pt>
                <c:pt idx="5790">
                  <c:v>5791</c:v>
                </c:pt>
                <c:pt idx="5791">
                  <c:v>5792</c:v>
                </c:pt>
                <c:pt idx="5792">
                  <c:v>5793</c:v>
                </c:pt>
                <c:pt idx="5793">
                  <c:v>5794</c:v>
                </c:pt>
                <c:pt idx="5794">
                  <c:v>5795</c:v>
                </c:pt>
                <c:pt idx="5795">
                  <c:v>5796</c:v>
                </c:pt>
                <c:pt idx="5796">
                  <c:v>5797</c:v>
                </c:pt>
                <c:pt idx="5797">
                  <c:v>5798</c:v>
                </c:pt>
                <c:pt idx="5798">
                  <c:v>5799</c:v>
                </c:pt>
                <c:pt idx="5799">
                  <c:v>5800</c:v>
                </c:pt>
                <c:pt idx="5800">
                  <c:v>5801</c:v>
                </c:pt>
                <c:pt idx="5801">
                  <c:v>5802</c:v>
                </c:pt>
                <c:pt idx="5802">
                  <c:v>5803</c:v>
                </c:pt>
                <c:pt idx="5803">
                  <c:v>5804</c:v>
                </c:pt>
                <c:pt idx="5804">
                  <c:v>5805</c:v>
                </c:pt>
                <c:pt idx="5805">
                  <c:v>5806</c:v>
                </c:pt>
                <c:pt idx="5806">
                  <c:v>5807</c:v>
                </c:pt>
                <c:pt idx="5807">
                  <c:v>5808</c:v>
                </c:pt>
                <c:pt idx="5808">
                  <c:v>5809</c:v>
                </c:pt>
                <c:pt idx="5809">
                  <c:v>5810</c:v>
                </c:pt>
                <c:pt idx="5810">
                  <c:v>5811</c:v>
                </c:pt>
                <c:pt idx="5811">
                  <c:v>5812</c:v>
                </c:pt>
                <c:pt idx="5812">
                  <c:v>5813</c:v>
                </c:pt>
                <c:pt idx="5813">
                  <c:v>5814</c:v>
                </c:pt>
                <c:pt idx="5814">
                  <c:v>5815</c:v>
                </c:pt>
                <c:pt idx="5815">
                  <c:v>5816</c:v>
                </c:pt>
                <c:pt idx="5816">
                  <c:v>5817</c:v>
                </c:pt>
                <c:pt idx="5817">
                  <c:v>5818</c:v>
                </c:pt>
                <c:pt idx="5818">
                  <c:v>5819</c:v>
                </c:pt>
                <c:pt idx="5819">
                  <c:v>5820</c:v>
                </c:pt>
                <c:pt idx="5820">
                  <c:v>5821</c:v>
                </c:pt>
                <c:pt idx="5821">
                  <c:v>5822</c:v>
                </c:pt>
                <c:pt idx="5822">
                  <c:v>5823</c:v>
                </c:pt>
                <c:pt idx="5823">
                  <c:v>5824</c:v>
                </c:pt>
                <c:pt idx="5824">
                  <c:v>5825</c:v>
                </c:pt>
                <c:pt idx="5825">
                  <c:v>5826</c:v>
                </c:pt>
                <c:pt idx="5826">
                  <c:v>5827</c:v>
                </c:pt>
                <c:pt idx="5827">
                  <c:v>5828</c:v>
                </c:pt>
                <c:pt idx="5828">
                  <c:v>5829</c:v>
                </c:pt>
                <c:pt idx="5829">
                  <c:v>5830</c:v>
                </c:pt>
                <c:pt idx="5830">
                  <c:v>5831</c:v>
                </c:pt>
                <c:pt idx="5831">
                  <c:v>5832</c:v>
                </c:pt>
                <c:pt idx="5832">
                  <c:v>5833</c:v>
                </c:pt>
                <c:pt idx="5833">
                  <c:v>5834</c:v>
                </c:pt>
                <c:pt idx="5834">
                  <c:v>5835</c:v>
                </c:pt>
                <c:pt idx="5835">
                  <c:v>5836</c:v>
                </c:pt>
                <c:pt idx="5836">
                  <c:v>5837</c:v>
                </c:pt>
                <c:pt idx="5837">
                  <c:v>5838</c:v>
                </c:pt>
                <c:pt idx="5838">
                  <c:v>5839</c:v>
                </c:pt>
                <c:pt idx="5839">
                  <c:v>5840</c:v>
                </c:pt>
                <c:pt idx="5840">
                  <c:v>5841</c:v>
                </c:pt>
                <c:pt idx="5841">
                  <c:v>5842</c:v>
                </c:pt>
                <c:pt idx="5842">
                  <c:v>5843</c:v>
                </c:pt>
                <c:pt idx="5843">
                  <c:v>5844</c:v>
                </c:pt>
                <c:pt idx="5844">
                  <c:v>5845</c:v>
                </c:pt>
                <c:pt idx="5845">
                  <c:v>5846</c:v>
                </c:pt>
                <c:pt idx="5846">
                  <c:v>5847</c:v>
                </c:pt>
                <c:pt idx="5847">
                  <c:v>5848</c:v>
                </c:pt>
                <c:pt idx="5848">
                  <c:v>5849</c:v>
                </c:pt>
                <c:pt idx="5849">
                  <c:v>5850</c:v>
                </c:pt>
                <c:pt idx="5850">
                  <c:v>5851</c:v>
                </c:pt>
                <c:pt idx="5851">
                  <c:v>5852</c:v>
                </c:pt>
                <c:pt idx="5852">
                  <c:v>5853</c:v>
                </c:pt>
                <c:pt idx="5853">
                  <c:v>5854</c:v>
                </c:pt>
                <c:pt idx="5854">
                  <c:v>5855</c:v>
                </c:pt>
                <c:pt idx="5855">
                  <c:v>5856</c:v>
                </c:pt>
                <c:pt idx="5856">
                  <c:v>5857</c:v>
                </c:pt>
                <c:pt idx="5857">
                  <c:v>5858</c:v>
                </c:pt>
                <c:pt idx="5858">
                  <c:v>5859</c:v>
                </c:pt>
                <c:pt idx="5859">
                  <c:v>5860</c:v>
                </c:pt>
                <c:pt idx="5860">
                  <c:v>5861</c:v>
                </c:pt>
                <c:pt idx="5861">
                  <c:v>5862</c:v>
                </c:pt>
                <c:pt idx="5862">
                  <c:v>5863</c:v>
                </c:pt>
                <c:pt idx="5863">
                  <c:v>5864</c:v>
                </c:pt>
                <c:pt idx="5864">
                  <c:v>5865</c:v>
                </c:pt>
                <c:pt idx="5865">
                  <c:v>5866</c:v>
                </c:pt>
                <c:pt idx="5866">
                  <c:v>5867</c:v>
                </c:pt>
                <c:pt idx="5867">
                  <c:v>5868</c:v>
                </c:pt>
                <c:pt idx="5868">
                  <c:v>5869</c:v>
                </c:pt>
                <c:pt idx="5869">
                  <c:v>5870</c:v>
                </c:pt>
                <c:pt idx="5870">
                  <c:v>5871</c:v>
                </c:pt>
                <c:pt idx="5871">
                  <c:v>5872</c:v>
                </c:pt>
                <c:pt idx="5872">
                  <c:v>5873</c:v>
                </c:pt>
                <c:pt idx="5873">
                  <c:v>5874</c:v>
                </c:pt>
                <c:pt idx="5874">
                  <c:v>5875</c:v>
                </c:pt>
                <c:pt idx="5875">
                  <c:v>5876</c:v>
                </c:pt>
                <c:pt idx="5876">
                  <c:v>5877</c:v>
                </c:pt>
                <c:pt idx="5877">
                  <c:v>5878</c:v>
                </c:pt>
                <c:pt idx="5878">
                  <c:v>5879</c:v>
                </c:pt>
                <c:pt idx="5879">
                  <c:v>5880</c:v>
                </c:pt>
                <c:pt idx="5880">
                  <c:v>5881</c:v>
                </c:pt>
                <c:pt idx="5881">
                  <c:v>5882</c:v>
                </c:pt>
                <c:pt idx="5882">
                  <c:v>5883</c:v>
                </c:pt>
                <c:pt idx="5883">
                  <c:v>5884</c:v>
                </c:pt>
                <c:pt idx="5884">
                  <c:v>5885</c:v>
                </c:pt>
                <c:pt idx="5885">
                  <c:v>5886</c:v>
                </c:pt>
                <c:pt idx="5886">
                  <c:v>5887</c:v>
                </c:pt>
                <c:pt idx="5887">
                  <c:v>5888</c:v>
                </c:pt>
                <c:pt idx="5888">
                  <c:v>5889</c:v>
                </c:pt>
                <c:pt idx="5889">
                  <c:v>5890</c:v>
                </c:pt>
                <c:pt idx="5890">
                  <c:v>5891</c:v>
                </c:pt>
                <c:pt idx="5891">
                  <c:v>5892</c:v>
                </c:pt>
                <c:pt idx="5892">
                  <c:v>5893</c:v>
                </c:pt>
                <c:pt idx="5893">
                  <c:v>5894</c:v>
                </c:pt>
                <c:pt idx="5894">
                  <c:v>5895</c:v>
                </c:pt>
                <c:pt idx="5895">
                  <c:v>5896</c:v>
                </c:pt>
                <c:pt idx="5896">
                  <c:v>5897</c:v>
                </c:pt>
                <c:pt idx="5897">
                  <c:v>5898</c:v>
                </c:pt>
                <c:pt idx="5898">
                  <c:v>5899</c:v>
                </c:pt>
                <c:pt idx="5899">
                  <c:v>5900</c:v>
                </c:pt>
                <c:pt idx="5900">
                  <c:v>5901</c:v>
                </c:pt>
                <c:pt idx="5901">
                  <c:v>5902</c:v>
                </c:pt>
                <c:pt idx="5902">
                  <c:v>5903</c:v>
                </c:pt>
                <c:pt idx="5903">
                  <c:v>5904</c:v>
                </c:pt>
                <c:pt idx="5904">
                  <c:v>5905</c:v>
                </c:pt>
                <c:pt idx="5905">
                  <c:v>5906</c:v>
                </c:pt>
                <c:pt idx="5906">
                  <c:v>5907</c:v>
                </c:pt>
                <c:pt idx="5907">
                  <c:v>5908</c:v>
                </c:pt>
                <c:pt idx="5908">
                  <c:v>5909</c:v>
                </c:pt>
                <c:pt idx="5909">
                  <c:v>5910</c:v>
                </c:pt>
                <c:pt idx="5910">
                  <c:v>5911</c:v>
                </c:pt>
                <c:pt idx="5911">
                  <c:v>5912</c:v>
                </c:pt>
                <c:pt idx="5912">
                  <c:v>5913</c:v>
                </c:pt>
                <c:pt idx="5913">
                  <c:v>5914</c:v>
                </c:pt>
                <c:pt idx="5914">
                  <c:v>5915</c:v>
                </c:pt>
                <c:pt idx="5915">
                  <c:v>5916</c:v>
                </c:pt>
                <c:pt idx="5916">
                  <c:v>5917</c:v>
                </c:pt>
                <c:pt idx="5917">
                  <c:v>5918</c:v>
                </c:pt>
                <c:pt idx="5918">
                  <c:v>5919</c:v>
                </c:pt>
                <c:pt idx="5919">
                  <c:v>5920</c:v>
                </c:pt>
                <c:pt idx="5920">
                  <c:v>5921</c:v>
                </c:pt>
                <c:pt idx="5921">
                  <c:v>5922</c:v>
                </c:pt>
                <c:pt idx="5922">
                  <c:v>5923</c:v>
                </c:pt>
                <c:pt idx="5923">
                  <c:v>5924</c:v>
                </c:pt>
                <c:pt idx="5924">
                  <c:v>5925</c:v>
                </c:pt>
                <c:pt idx="5925">
                  <c:v>5926</c:v>
                </c:pt>
                <c:pt idx="5926">
                  <c:v>5927</c:v>
                </c:pt>
                <c:pt idx="5927">
                  <c:v>5928</c:v>
                </c:pt>
                <c:pt idx="5928">
                  <c:v>5929</c:v>
                </c:pt>
                <c:pt idx="5929">
                  <c:v>5930</c:v>
                </c:pt>
                <c:pt idx="5930">
                  <c:v>5931</c:v>
                </c:pt>
                <c:pt idx="5931">
                  <c:v>5932</c:v>
                </c:pt>
                <c:pt idx="5932">
                  <c:v>5933</c:v>
                </c:pt>
                <c:pt idx="5933">
                  <c:v>5934</c:v>
                </c:pt>
                <c:pt idx="5934">
                  <c:v>5935</c:v>
                </c:pt>
                <c:pt idx="5935">
                  <c:v>5936</c:v>
                </c:pt>
                <c:pt idx="5936">
                  <c:v>5937</c:v>
                </c:pt>
                <c:pt idx="5937">
                  <c:v>5938</c:v>
                </c:pt>
                <c:pt idx="5938">
                  <c:v>5939</c:v>
                </c:pt>
                <c:pt idx="5939">
                  <c:v>5940</c:v>
                </c:pt>
                <c:pt idx="5940">
                  <c:v>5941</c:v>
                </c:pt>
                <c:pt idx="5941">
                  <c:v>5942</c:v>
                </c:pt>
                <c:pt idx="5942">
                  <c:v>5943</c:v>
                </c:pt>
                <c:pt idx="5943">
                  <c:v>5944</c:v>
                </c:pt>
                <c:pt idx="5944">
                  <c:v>5945</c:v>
                </c:pt>
                <c:pt idx="5945">
                  <c:v>5946</c:v>
                </c:pt>
                <c:pt idx="5946">
                  <c:v>5947</c:v>
                </c:pt>
                <c:pt idx="5947">
                  <c:v>5948</c:v>
                </c:pt>
                <c:pt idx="5948">
                  <c:v>5949</c:v>
                </c:pt>
                <c:pt idx="5949">
                  <c:v>5950</c:v>
                </c:pt>
                <c:pt idx="5950">
                  <c:v>5951</c:v>
                </c:pt>
                <c:pt idx="5951">
                  <c:v>5952</c:v>
                </c:pt>
                <c:pt idx="5952">
                  <c:v>5953</c:v>
                </c:pt>
                <c:pt idx="5953">
                  <c:v>5954</c:v>
                </c:pt>
                <c:pt idx="5954">
                  <c:v>5955</c:v>
                </c:pt>
                <c:pt idx="5955">
                  <c:v>5956</c:v>
                </c:pt>
                <c:pt idx="5956">
                  <c:v>5957</c:v>
                </c:pt>
                <c:pt idx="5957">
                  <c:v>5958</c:v>
                </c:pt>
                <c:pt idx="5958">
                  <c:v>5959</c:v>
                </c:pt>
                <c:pt idx="5959">
                  <c:v>5960</c:v>
                </c:pt>
                <c:pt idx="5960">
                  <c:v>5961</c:v>
                </c:pt>
                <c:pt idx="5961">
                  <c:v>5962</c:v>
                </c:pt>
                <c:pt idx="5962">
                  <c:v>5963</c:v>
                </c:pt>
                <c:pt idx="5963">
                  <c:v>5964</c:v>
                </c:pt>
                <c:pt idx="5964">
                  <c:v>5965</c:v>
                </c:pt>
                <c:pt idx="5965">
                  <c:v>5966</c:v>
                </c:pt>
                <c:pt idx="5966">
                  <c:v>5967</c:v>
                </c:pt>
                <c:pt idx="5967">
                  <c:v>5968</c:v>
                </c:pt>
                <c:pt idx="5968">
                  <c:v>5969</c:v>
                </c:pt>
                <c:pt idx="5969">
                  <c:v>5970</c:v>
                </c:pt>
                <c:pt idx="5970">
                  <c:v>5971</c:v>
                </c:pt>
                <c:pt idx="5971">
                  <c:v>5972</c:v>
                </c:pt>
                <c:pt idx="5972">
                  <c:v>5973</c:v>
                </c:pt>
                <c:pt idx="5973">
                  <c:v>5974</c:v>
                </c:pt>
                <c:pt idx="5974">
                  <c:v>5975</c:v>
                </c:pt>
                <c:pt idx="5975">
                  <c:v>5976</c:v>
                </c:pt>
                <c:pt idx="5976">
                  <c:v>5977</c:v>
                </c:pt>
                <c:pt idx="5977">
                  <c:v>5978</c:v>
                </c:pt>
                <c:pt idx="5978">
                  <c:v>5979</c:v>
                </c:pt>
                <c:pt idx="5979">
                  <c:v>5980</c:v>
                </c:pt>
                <c:pt idx="5980">
                  <c:v>5981</c:v>
                </c:pt>
                <c:pt idx="5981">
                  <c:v>5982</c:v>
                </c:pt>
                <c:pt idx="5982">
                  <c:v>5983</c:v>
                </c:pt>
                <c:pt idx="5983">
                  <c:v>5984</c:v>
                </c:pt>
                <c:pt idx="5984">
                  <c:v>5985</c:v>
                </c:pt>
                <c:pt idx="5985">
                  <c:v>5986</c:v>
                </c:pt>
                <c:pt idx="5986">
                  <c:v>5987</c:v>
                </c:pt>
                <c:pt idx="5987">
                  <c:v>5988</c:v>
                </c:pt>
                <c:pt idx="5988">
                  <c:v>5989</c:v>
                </c:pt>
                <c:pt idx="5989">
                  <c:v>5990</c:v>
                </c:pt>
                <c:pt idx="5990">
                  <c:v>5991</c:v>
                </c:pt>
                <c:pt idx="5991">
                  <c:v>5992</c:v>
                </c:pt>
                <c:pt idx="5992">
                  <c:v>5993</c:v>
                </c:pt>
                <c:pt idx="5993">
                  <c:v>5994</c:v>
                </c:pt>
                <c:pt idx="5994">
                  <c:v>5995</c:v>
                </c:pt>
                <c:pt idx="5995">
                  <c:v>5996</c:v>
                </c:pt>
                <c:pt idx="5996">
                  <c:v>5997</c:v>
                </c:pt>
                <c:pt idx="5997">
                  <c:v>5998</c:v>
                </c:pt>
                <c:pt idx="5998">
                  <c:v>5999</c:v>
                </c:pt>
                <c:pt idx="5999">
                  <c:v>6000</c:v>
                </c:pt>
                <c:pt idx="6000">
                  <c:v>6001</c:v>
                </c:pt>
                <c:pt idx="6001">
                  <c:v>6002</c:v>
                </c:pt>
                <c:pt idx="6002">
                  <c:v>6003</c:v>
                </c:pt>
                <c:pt idx="6003">
                  <c:v>6004</c:v>
                </c:pt>
                <c:pt idx="6004">
                  <c:v>6005</c:v>
                </c:pt>
                <c:pt idx="6005">
                  <c:v>6006</c:v>
                </c:pt>
                <c:pt idx="6006">
                  <c:v>6007</c:v>
                </c:pt>
                <c:pt idx="6007">
                  <c:v>6008</c:v>
                </c:pt>
                <c:pt idx="6008">
                  <c:v>6009</c:v>
                </c:pt>
                <c:pt idx="6009">
                  <c:v>6010</c:v>
                </c:pt>
                <c:pt idx="6010">
                  <c:v>6011</c:v>
                </c:pt>
                <c:pt idx="6011">
                  <c:v>6012</c:v>
                </c:pt>
                <c:pt idx="6012">
                  <c:v>6013</c:v>
                </c:pt>
                <c:pt idx="6013">
                  <c:v>6014</c:v>
                </c:pt>
                <c:pt idx="6014">
                  <c:v>6015</c:v>
                </c:pt>
                <c:pt idx="6015">
                  <c:v>6016</c:v>
                </c:pt>
                <c:pt idx="6016">
                  <c:v>6017</c:v>
                </c:pt>
                <c:pt idx="6017">
                  <c:v>6018</c:v>
                </c:pt>
                <c:pt idx="6018">
                  <c:v>6019</c:v>
                </c:pt>
                <c:pt idx="6019">
                  <c:v>6020</c:v>
                </c:pt>
                <c:pt idx="6020">
                  <c:v>6021</c:v>
                </c:pt>
                <c:pt idx="6021">
                  <c:v>6022</c:v>
                </c:pt>
                <c:pt idx="6022">
                  <c:v>6023</c:v>
                </c:pt>
                <c:pt idx="6023">
                  <c:v>6024</c:v>
                </c:pt>
                <c:pt idx="6024">
                  <c:v>6025</c:v>
                </c:pt>
                <c:pt idx="6025">
                  <c:v>6026</c:v>
                </c:pt>
                <c:pt idx="6026">
                  <c:v>6027</c:v>
                </c:pt>
                <c:pt idx="6027">
                  <c:v>6028</c:v>
                </c:pt>
                <c:pt idx="6028">
                  <c:v>6029</c:v>
                </c:pt>
                <c:pt idx="6029">
                  <c:v>6030</c:v>
                </c:pt>
                <c:pt idx="6030">
                  <c:v>6031</c:v>
                </c:pt>
                <c:pt idx="6031">
                  <c:v>6032</c:v>
                </c:pt>
                <c:pt idx="6032">
                  <c:v>6033</c:v>
                </c:pt>
                <c:pt idx="6033">
                  <c:v>6034</c:v>
                </c:pt>
                <c:pt idx="6034">
                  <c:v>6035</c:v>
                </c:pt>
                <c:pt idx="6035">
                  <c:v>6036</c:v>
                </c:pt>
                <c:pt idx="6036">
                  <c:v>6037</c:v>
                </c:pt>
                <c:pt idx="6037">
                  <c:v>6038</c:v>
                </c:pt>
                <c:pt idx="6038">
                  <c:v>6039</c:v>
                </c:pt>
                <c:pt idx="6039">
                  <c:v>6040</c:v>
                </c:pt>
                <c:pt idx="6040">
                  <c:v>6041</c:v>
                </c:pt>
                <c:pt idx="6041">
                  <c:v>6042</c:v>
                </c:pt>
                <c:pt idx="6042">
                  <c:v>6043</c:v>
                </c:pt>
                <c:pt idx="6043">
                  <c:v>6044</c:v>
                </c:pt>
                <c:pt idx="6044">
                  <c:v>6045</c:v>
                </c:pt>
                <c:pt idx="6045">
                  <c:v>6046</c:v>
                </c:pt>
                <c:pt idx="6046">
                  <c:v>6047</c:v>
                </c:pt>
                <c:pt idx="6047">
                  <c:v>6048</c:v>
                </c:pt>
                <c:pt idx="6048">
                  <c:v>6049</c:v>
                </c:pt>
                <c:pt idx="6049">
                  <c:v>6050</c:v>
                </c:pt>
                <c:pt idx="6050">
                  <c:v>6051</c:v>
                </c:pt>
                <c:pt idx="6051">
                  <c:v>6052</c:v>
                </c:pt>
                <c:pt idx="6052">
                  <c:v>6053</c:v>
                </c:pt>
                <c:pt idx="6053">
                  <c:v>6054</c:v>
                </c:pt>
                <c:pt idx="6054">
                  <c:v>6055</c:v>
                </c:pt>
                <c:pt idx="6055">
                  <c:v>6056</c:v>
                </c:pt>
                <c:pt idx="6056">
                  <c:v>6057</c:v>
                </c:pt>
                <c:pt idx="6057">
                  <c:v>6058</c:v>
                </c:pt>
                <c:pt idx="6058">
                  <c:v>6059</c:v>
                </c:pt>
                <c:pt idx="6059">
                  <c:v>6060</c:v>
                </c:pt>
                <c:pt idx="6060">
                  <c:v>6061</c:v>
                </c:pt>
                <c:pt idx="6061">
                  <c:v>6062</c:v>
                </c:pt>
                <c:pt idx="6062">
                  <c:v>6063</c:v>
                </c:pt>
                <c:pt idx="6063">
                  <c:v>6064</c:v>
                </c:pt>
                <c:pt idx="6064">
                  <c:v>6065</c:v>
                </c:pt>
                <c:pt idx="6065">
                  <c:v>6066</c:v>
                </c:pt>
                <c:pt idx="6066">
                  <c:v>6067</c:v>
                </c:pt>
                <c:pt idx="6067">
                  <c:v>6068</c:v>
                </c:pt>
                <c:pt idx="6068">
                  <c:v>6069</c:v>
                </c:pt>
                <c:pt idx="6069">
                  <c:v>6070</c:v>
                </c:pt>
                <c:pt idx="6070">
                  <c:v>6071</c:v>
                </c:pt>
                <c:pt idx="6071">
                  <c:v>6072</c:v>
                </c:pt>
                <c:pt idx="6072">
                  <c:v>6073</c:v>
                </c:pt>
                <c:pt idx="6073">
                  <c:v>6074</c:v>
                </c:pt>
                <c:pt idx="6074">
                  <c:v>6075</c:v>
                </c:pt>
                <c:pt idx="6075">
                  <c:v>6076</c:v>
                </c:pt>
                <c:pt idx="6076">
                  <c:v>6077</c:v>
                </c:pt>
                <c:pt idx="6077">
                  <c:v>6078</c:v>
                </c:pt>
                <c:pt idx="6078">
                  <c:v>6079</c:v>
                </c:pt>
                <c:pt idx="6079">
                  <c:v>6080</c:v>
                </c:pt>
                <c:pt idx="6080">
                  <c:v>6081</c:v>
                </c:pt>
                <c:pt idx="6081">
                  <c:v>6082</c:v>
                </c:pt>
                <c:pt idx="6082">
                  <c:v>6083</c:v>
                </c:pt>
                <c:pt idx="6083">
                  <c:v>6084</c:v>
                </c:pt>
                <c:pt idx="6084">
                  <c:v>6085</c:v>
                </c:pt>
                <c:pt idx="6085">
                  <c:v>6086</c:v>
                </c:pt>
                <c:pt idx="6086">
                  <c:v>6087</c:v>
                </c:pt>
                <c:pt idx="6087">
                  <c:v>6088</c:v>
                </c:pt>
                <c:pt idx="6088">
                  <c:v>6089</c:v>
                </c:pt>
                <c:pt idx="6089">
                  <c:v>6090</c:v>
                </c:pt>
                <c:pt idx="6090">
                  <c:v>6091</c:v>
                </c:pt>
                <c:pt idx="6091">
                  <c:v>6092</c:v>
                </c:pt>
                <c:pt idx="6092">
                  <c:v>6093</c:v>
                </c:pt>
                <c:pt idx="6093">
                  <c:v>6094</c:v>
                </c:pt>
                <c:pt idx="6094">
                  <c:v>6095</c:v>
                </c:pt>
                <c:pt idx="6095">
                  <c:v>6096</c:v>
                </c:pt>
                <c:pt idx="6096">
                  <c:v>6097</c:v>
                </c:pt>
                <c:pt idx="6097">
                  <c:v>6098</c:v>
                </c:pt>
                <c:pt idx="6098">
                  <c:v>6099</c:v>
                </c:pt>
                <c:pt idx="6099">
                  <c:v>6100</c:v>
                </c:pt>
                <c:pt idx="6100">
                  <c:v>6101</c:v>
                </c:pt>
                <c:pt idx="6101">
                  <c:v>6102</c:v>
                </c:pt>
                <c:pt idx="6102">
                  <c:v>6103</c:v>
                </c:pt>
                <c:pt idx="6103">
                  <c:v>6104</c:v>
                </c:pt>
                <c:pt idx="6104">
                  <c:v>6105</c:v>
                </c:pt>
                <c:pt idx="6105">
                  <c:v>6106</c:v>
                </c:pt>
                <c:pt idx="6106">
                  <c:v>6107</c:v>
                </c:pt>
                <c:pt idx="6107">
                  <c:v>6108</c:v>
                </c:pt>
                <c:pt idx="6108">
                  <c:v>6109</c:v>
                </c:pt>
                <c:pt idx="6109">
                  <c:v>6110</c:v>
                </c:pt>
                <c:pt idx="6110">
                  <c:v>6111</c:v>
                </c:pt>
                <c:pt idx="6111">
                  <c:v>6112</c:v>
                </c:pt>
                <c:pt idx="6112">
                  <c:v>6113</c:v>
                </c:pt>
                <c:pt idx="6113">
                  <c:v>6114</c:v>
                </c:pt>
                <c:pt idx="6114">
                  <c:v>6115</c:v>
                </c:pt>
                <c:pt idx="6115">
                  <c:v>6116</c:v>
                </c:pt>
                <c:pt idx="6116">
                  <c:v>6117</c:v>
                </c:pt>
                <c:pt idx="6117">
                  <c:v>6118</c:v>
                </c:pt>
                <c:pt idx="6118">
                  <c:v>6119</c:v>
                </c:pt>
                <c:pt idx="6119">
                  <c:v>6120</c:v>
                </c:pt>
                <c:pt idx="6120">
                  <c:v>6121</c:v>
                </c:pt>
                <c:pt idx="6121">
                  <c:v>6122</c:v>
                </c:pt>
                <c:pt idx="6122">
                  <c:v>6123</c:v>
                </c:pt>
                <c:pt idx="6123">
                  <c:v>6124</c:v>
                </c:pt>
                <c:pt idx="6124">
                  <c:v>6125</c:v>
                </c:pt>
                <c:pt idx="6125">
                  <c:v>6126</c:v>
                </c:pt>
                <c:pt idx="6126">
                  <c:v>6127</c:v>
                </c:pt>
                <c:pt idx="6127">
                  <c:v>6128</c:v>
                </c:pt>
                <c:pt idx="6128">
                  <c:v>6129</c:v>
                </c:pt>
                <c:pt idx="6129">
                  <c:v>6130</c:v>
                </c:pt>
                <c:pt idx="6130">
                  <c:v>6131</c:v>
                </c:pt>
                <c:pt idx="6131">
                  <c:v>6132</c:v>
                </c:pt>
                <c:pt idx="6132">
                  <c:v>6133</c:v>
                </c:pt>
                <c:pt idx="6133">
                  <c:v>6134</c:v>
                </c:pt>
                <c:pt idx="6134">
                  <c:v>6135</c:v>
                </c:pt>
                <c:pt idx="6135">
                  <c:v>6136</c:v>
                </c:pt>
                <c:pt idx="6136">
                  <c:v>6137</c:v>
                </c:pt>
                <c:pt idx="6137">
                  <c:v>6138</c:v>
                </c:pt>
                <c:pt idx="6138">
                  <c:v>6139</c:v>
                </c:pt>
                <c:pt idx="6139">
                  <c:v>6140</c:v>
                </c:pt>
                <c:pt idx="6140">
                  <c:v>6141</c:v>
                </c:pt>
                <c:pt idx="6141">
                  <c:v>6142</c:v>
                </c:pt>
                <c:pt idx="6142">
                  <c:v>6143</c:v>
                </c:pt>
                <c:pt idx="6143">
                  <c:v>6144</c:v>
                </c:pt>
                <c:pt idx="6144">
                  <c:v>6145</c:v>
                </c:pt>
                <c:pt idx="6145">
                  <c:v>6146</c:v>
                </c:pt>
                <c:pt idx="6146">
                  <c:v>6147</c:v>
                </c:pt>
                <c:pt idx="6147">
                  <c:v>6148</c:v>
                </c:pt>
                <c:pt idx="6148">
                  <c:v>6149</c:v>
                </c:pt>
                <c:pt idx="6149">
                  <c:v>6150</c:v>
                </c:pt>
                <c:pt idx="6150">
                  <c:v>6151</c:v>
                </c:pt>
                <c:pt idx="6151">
                  <c:v>6152</c:v>
                </c:pt>
                <c:pt idx="6152">
                  <c:v>6153</c:v>
                </c:pt>
                <c:pt idx="6153">
                  <c:v>6154</c:v>
                </c:pt>
                <c:pt idx="6154">
                  <c:v>6155</c:v>
                </c:pt>
                <c:pt idx="6155">
                  <c:v>6156</c:v>
                </c:pt>
                <c:pt idx="6156">
                  <c:v>6157</c:v>
                </c:pt>
                <c:pt idx="6157">
                  <c:v>6158</c:v>
                </c:pt>
                <c:pt idx="6158">
                  <c:v>6159</c:v>
                </c:pt>
                <c:pt idx="6159">
                  <c:v>6160</c:v>
                </c:pt>
                <c:pt idx="6160">
                  <c:v>6161</c:v>
                </c:pt>
                <c:pt idx="6161">
                  <c:v>6162</c:v>
                </c:pt>
                <c:pt idx="6162">
                  <c:v>6163</c:v>
                </c:pt>
                <c:pt idx="6163">
                  <c:v>6164</c:v>
                </c:pt>
                <c:pt idx="6164">
                  <c:v>6165</c:v>
                </c:pt>
                <c:pt idx="6165">
                  <c:v>6166</c:v>
                </c:pt>
                <c:pt idx="6166">
                  <c:v>6167</c:v>
                </c:pt>
                <c:pt idx="6167">
                  <c:v>6168</c:v>
                </c:pt>
                <c:pt idx="6168">
                  <c:v>6169</c:v>
                </c:pt>
                <c:pt idx="6169">
                  <c:v>6170</c:v>
                </c:pt>
                <c:pt idx="6170">
                  <c:v>6171</c:v>
                </c:pt>
                <c:pt idx="6171">
                  <c:v>6172</c:v>
                </c:pt>
                <c:pt idx="6172">
                  <c:v>6173</c:v>
                </c:pt>
                <c:pt idx="6173">
                  <c:v>6174</c:v>
                </c:pt>
                <c:pt idx="6174">
                  <c:v>6175</c:v>
                </c:pt>
                <c:pt idx="6175">
                  <c:v>6176</c:v>
                </c:pt>
                <c:pt idx="6176">
                  <c:v>6177</c:v>
                </c:pt>
                <c:pt idx="6177">
                  <c:v>6178</c:v>
                </c:pt>
                <c:pt idx="6178">
                  <c:v>6179</c:v>
                </c:pt>
                <c:pt idx="6179">
                  <c:v>6180</c:v>
                </c:pt>
                <c:pt idx="6180">
                  <c:v>6181</c:v>
                </c:pt>
                <c:pt idx="6181">
                  <c:v>6182</c:v>
                </c:pt>
                <c:pt idx="6182">
                  <c:v>6183</c:v>
                </c:pt>
                <c:pt idx="6183">
                  <c:v>6184</c:v>
                </c:pt>
                <c:pt idx="6184">
                  <c:v>6185</c:v>
                </c:pt>
                <c:pt idx="6185">
                  <c:v>6186</c:v>
                </c:pt>
                <c:pt idx="6186">
                  <c:v>6187</c:v>
                </c:pt>
                <c:pt idx="6187">
                  <c:v>6188</c:v>
                </c:pt>
                <c:pt idx="6188">
                  <c:v>6189</c:v>
                </c:pt>
                <c:pt idx="6189">
                  <c:v>6190</c:v>
                </c:pt>
                <c:pt idx="6190">
                  <c:v>6191</c:v>
                </c:pt>
                <c:pt idx="6191">
                  <c:v>6192</c:v>
                </c:pt>
                <c:pt idx="6192">
                  <c:v>6193</c:v>
                </c:pt>
                <c:pt idx="6193">
                  <c:v>6194</c:v>
                </c:pt>
                <c:pt idx="6194">
                  <c:v>6195</c:v>
                </c:pt>
                <c:pt idx="6195">
                  <c:v>6196</c:v>
                </c:pt>
                <c:pt idx="6196">
                  <c:v>6197</c:v>
                </c:pt>
                <c:pt idx="6197">
                  <c:v>6198</c:v>
                </c:pt>
                <c:pt idx="6198">
                  <c:v>6199</c:v>
                </c:pt>
                <c:pt idx="6199">
                  <c:v>6200</c:v>
                </c:pt>
                <c:pt idx="6200">
                  <c:v>6201</c:v>
                </c:pt>
                <c:pt idx="6201">
                  <c:v>6202</c:v>
                </c:pt>
                <c:pt idx="6202">
                  <c:v>6203</c:v>
                </c:pt>
                <c:pt idx="6203">
                  <c:v>6204</c:v>
                </c:pt>
                <c:pt idx="6204">
                  <c:v>6205</c:v>
                </c:pt>
                <c:pt idx="6205">
                  <c:v>6206</c:v>
                </c:pt>
                <c:pt idx="6206">
                  <c:v>6207</c:v>
                </c:pt>
                <c:pt idx="6207">
                  <c:v>6208</c:v>
                </c:pt>
                <c:pt idx="6208">
                  <c:v>6209</c:v>
                </c:pt>
                <c:pt idx="6209">
                  <c:v>6210</c:v>
                </c:pt>
                <c:pt idx="6210">
                  <c:v>6211</c:v>
                </c:pt>
                <c:pt idx="6211">
                  <c:v>6212</c:v>
                </c:pt>
                <c:pt idx="6212">
                  <c:v>6213</c:v>
                </c:pt>
                <c:pt idx="6213">
                  <c:v>6214</c:v>
                </c:pt>
                <c:pt idx="6214">
                  <c:v>6215</c:v>
                </c:pt>
                <c:pt idx="6215">
                  <c:v>6216</c:v>
                </c:pt>
                <c:pt idx="6216">
                  <c:v>6217</c:v>
                </c:pt>
                <c:pt idx="6217">
                  <c:v>6218</c:v>
                </c:pt>
                <c:pt idx="6218">
                  <c:v>6219</c:v>
                </c:pt>
                <c:pt idx="6219">
                  <c:v>6220</c:v>
                </c:pt>
                <c:pt idx="6220">
                  <c:v>6221</c:v>
                </c:pt>
                <c:pt idx="6221">
                  <c:v>6222</c:v>
                </c:pt>
                <c:pt idx="6222">
                  <c:v>6223</c:v>
                </c:pt>
                <c:pt idx="6223">
                  <c:v>6224</c:v>
                </c:pt>
                <c:pt idx="6224">
                  <c:v>6225</c:v>
                </c:pt>
                <c:pt idx="6225">
                  <c:v>6226</c:v>
                </c:pt>
                <c:pt idx="6226">
                  <c:v>6227</c:v>
                </c:pt>
                <c:pt idx="6227">
                  <c:v>6228</c:v>
                </c:pt>
                <c:pt idx="6228">
                  <c:v>6229</c:v>
                </c:pt>
                <c:pt idx="6229">
                  <c:v>6230</c:v>
                </c:pt>
                <c:pt idx="6230">
                  <c:v>6231</c:v>
                </c:pt>
                <c:pt idx="6231">
                  <c:v>6232</c:v>
                </c:pt>
                <c:pt idx="6232">
                  <c:v>6233</c:v>
                </c:pt>
                <c:pt idx="6233">
                  <c:v>6234</c:v>
                </c:pt>
                <c:pt idx="6234">
                  <c:v>6235</c:v>
                </c:pt>
                <c:pt idx="6235">
                  <c:v>6236</c:v>
                </c:pt>
                <c:pt idx="6236">
                  <c:v>6237</c:v>
                </c:pt>
                <c:pt idx="6237">
                  <c:v>6238</c:v>
                </c:pt>
                <c:pt idx="6238">
                  <c:v>6239</c:v>
                </c:pt>
                <c:pt idx="6239">
                  <c:v>6240</c:v>
                </c:pt>
                <c:pt idx="6240">
                  <c:v>6241</c:v>
                </c:pt>
                <c:pt idx="6241">
                  <c:v>6242</c:v>
                </c:pt>
                <c:pt idx="6242">
                  <c:v>6243</c:v>
                </c:pt>
                <c:pt idx="6243">
                  <c:v>6244</c:v>
                </c:pt>
                <c:pt idx="6244">
                  <c:v>6245</c:v>
                </c:pt>
                <c:pt idx="6245">
                  <c:v>6246</c:v>
                </c:pt>
                <c:pt idx="6246">
                  <c:v>6247</c:v>
                </c:pt>
                <c:pt idx="6247">
                  <c:v>6248</c:v>
                </c:pt>
                <c:pt idx="6248">
                  <c:v>6249</c:v>
                </c:pt>
                <c:pt idx="6249">
                  <c:v>6250</c:v>
                </c:pt>
                <c:pt idx="6250">
                  <c:v>6251</c:v>
                </c:pt>
                <c:pt idx="6251">
                  <c:v>6252</c:v>
                </c:pt>
                <c:pt idx="6252">
                  <c:v>6253</c:v>
                </c:pt>
                <c:pt idx="6253">
                  <c:v>6254</c:v>
                </c:pt>
                <c:pt idx="6254">
                  <c:v>6255</c:v>
                </c:pt>
                <c:pt idx="6255">
                  <c:v>6256</c:v>
                </c:pt>
                <c:pt idx="6256">
                  <c:v>6257</c:v>
                </c:pt>
                <c:pt idx="6257">
                  <c:v>6258</c:v>
                </c:pt>
                <c:pt idx="6258">
                  <c:v>6259</c:v>
                </c:pt>
                <c:pt idx="6259">
                  <c:v>6260</c:v>
                </c:pt>
                <c:pt idx="6260">
                  <c:v>6261</c:v>
                </c:pt>
                <c:pt idx="6261">
                  <c:v>6262</c:v>
                </c:pt>
                <c:pt idx="6262">
                  <c:v>6263</c:v>
                </c:pt>
                <c:pt idx="6263">
                  <c:v>6264</c:v>
                </c:pt>
                <c:pt idx="6264">
                  <c:v>6265</c:v>
                </c:pt>
                <c:pt idx="6265">
                  <c:v>6266</c:v>
                </c:pt>
                <c:pt idx="6266">
                  <c:v>6267</c:v>
                </c:pt>
                <c:pt idx="6267">
                  <c:v>6268</c:v>
                </c:pt>
                <c:pt idx="6268">
                  <c:v>6269</c:v>
                </c:pt>
                <c:pt idx="6269">
                  <c:v>6270</c:v>
                </c:pt>
                <c:pt idx="6270">
                  <c:v>6271</c:v>
                </c:pt>
                <c:pt idx="6271">
                  <c:v>6272</c:v>
                </c:pt>
                <c:pt idx="6272">
                  <c:v>6273</c:v>
                </c:pt>
                <c:pt idx="6273">
                  <c:v>6274</c:v>
                </c:pt>
                <c:pt idx="6274">
                  <c:v>6275</c:v>
                </c:pt>
                <c:pt idx="6275">
                  <c:v>6276</c:v>
                </c:pt>
                <c:pt idx="6276">
                  <c:v>6277</c:v>
                </c:pt>
                <c:pt idx="6277">
                  <c:v>6278</c:v>
                </c:pt>
                <c:pt idx="6278">
                  <c:v>6279</c:v>
                </c:pt>
                <c:pt idx="6279">
                  <c:v>6280</c:v>
                </c:pt>
                <c:pt idx="6280">
                  <c:v>6281</c:v>
                </c:pt>
                <c:pt idx="6281">
                  <c:v>6282</c:v>
                </c:pt>
                <c:pt idx="6282">
                  <c:v>6283</c:v>
                </c:pt>
                <c:pt idx="6283">
                  <c:v>6284</c:v>
                </c:pt>
                <c:pt idx="6284">
                  <c:v>6285</c:v>
                </c:pt>
                <c:pt idx="6285">
                  <c:v>6286</c:v>
                </c:pt>
                <c:pt idx="6286">
                  <c:v>6287</c:v>
                </c:pt>
                <c:pt idx="6287">
                  <c:v>6288</c:v>
                </c:pt>
                <c:pt idx="6288">
                  <c:v>6289</c:v>
                </c:pt>
                <c:pt idx="6289">
                  <c:v>6290</c:v>
                </c:pt>
                <c:pt idx="6290">
                  <c:v>6291</c:v>
                </c:pt>
                <c:pt idx="6291">
                  <c:v>6292</c:v>
                </c:pt>
                <c:pt idx="6292">
                  <c:v>6293</c:v>
                </c:pt>
                <c:pt idx="6293">
                  <c:v>6294</c:v>
                </c:pt>
                <c:pt idx="6294">
                  <c:v>6295</c:v>
                </c:pt>
                <c:pt idx="6295">
                  <c:v>6296</c:v>
                </c:pt>
                <c:pt idx="6296">
                  <c:v>6297</c:v>
                </c:pt>
                <c:pt idx="6297">
                  <c:v>6298</c:v>
                </c:pt>
                <c:pt idx="6298">
                  <c:v>6299</c:v>
                </c:pt>
                <c:pt idx="6299">
                  <c:v>6300</c:v>
                </c:pt>
                <c:pt idx="6300">
                  <c:v>6301</c:v>
                </c:pt>
                <c:pt idx="6301">
                  <c:v>6302</c:v>
                </c:pt>
                <c:pt idx="6302">
                  <c:v>6303</c:v>
                </c:pt>
                <c:pt idx="6303">
                  <c:v>6304</c:v>
                </c:pt>
                <c:pt idx="6304">
                  <c:v>6305</c:v>
                </c:pt>
                <c:pt idx="6305">
                  <c:v>6306</c:v>
                </c:pt>
                <c:pt idx="6306">
                  <c:v>6307</c:v>
                </c:pt>
                <c:pt idx="6307">
                  <c:v>6308</c:v>
                </c:pt>
                <c:pt idx="6308">
                  <c:v>6309</c:v>
                </c:pt>
                <c:pt idx="6309">
                  <c:v>6310</c:v>
                </c:pt>
                <c:pt idx="6310">
                  <c:v>6311</c:v>
                </c:pt>
                <c:pt idx="6311">
                  <c:v>6312</c:v>
                </c:pt>
                <c:pt idx="6312">
                  <c:v>6313</c:v>
                </c:pt>
                <c:pt idx="6313">
                  <c:v>6314</c:v>
                </c:pt>
                <c:pt idx="6314">
                  <c:v>6315</c:v>
                </c:pt>
                <c:pt idx="6315">
                  <c:v>6316</c:v>
                </c:pt>
                <c:pt idx="6316">
                  <c:v>6317</c:v>
                </c:pt>
                <c:pt idx="6317">
                  <c:v>6318</c:v>
                </c:pt>
                <c:pt idx="6318">
                  <c:v>6319</c:v>
                </c:pt>
                <c:pt idx="6319">
                  <c:v>6320</c:v>
                </c:pt>
                <c:pt idx="6320">
                  <c:v>6321</c:v>
                </c:pt>
                <c:pt idx="6321">
                  <c:v>6322</c:v>
                </c:pt>
                <c:pt idx="6322">
                  <c:v>6323</c:v>
                </c:pt>
                <c:pt idx="6323">
                  <c:v>6324</c:v>
                </c:pt>
                <c:pt idx="6324">
                  <c:v>6325</c:v>
                </c:pt>
                <c:pt idx="6325">
                  <c:v>6326</c:v>
                </c:pt>
                <c:pt idx="6326">
                  <c:v>6327</c:v>
                </c:pt>
                <c:pt idx="6327">
                  <c:v>6328</c:v>
                </c:pt>
                <c:pt idx="6328">
                  <c:v>6329</c:v>
                </c:pt>
                <c:pt idx="6329">
                  <c:v>6330</c:v>
                </c:pt>
                <c:pt idx="6330">
                  <c:v>6331</c:v>
                </c:pt>
                <c:pt idx="6331">
                  <c:v>6332</c:v>
                </c:pt>
                <c:pt idx="6332">
                  <c:v>6333</c:v>
                </c:pt>
                <c:pt idx="6333">
                  <c:v>6334</c:v>
                </c:pt>
                <c:pt idx="6334">
                  <c:v>6335</c:v>
                </c:pt>
                <c:pt idx="6335">
                  <c:v>6336</c:v>
                </c:pt>
                <c:pt idx="6336">
                  <c:v>6337</c:v>
                </c:pt>
                <c:pt idx="6337">
                  <c:v>6338</c:v>
                </c:pt>
                <c:pt idx="6338">
                  <c:v>6339</c:v>
                </c:pt>
                <c:pt idx="6339">
                  <c:v>6340</c:v>
                </c:pt>
                <c:pt idx="6340">
                  <c:v>6341</c:v>
                </c:pt>
                <c:pt idx="6341">
                  <c:v>6342</c:v>
                </c:pt>
                <c:pt idx="6342">
                  <c:v>6343</c:v>
                </c:pt>
                <c:pt idx="6343">
                  <c:v>6344</c:v>
                </c:pt>
                <c:pt idx="6344">
                  <c:v>6345</c:v>
                </c:pt>
                <c:pt idx="6345">
                  <c:v>6346</c:v>
                </c:pt>
                <c:pt idx="6346">
                  <c:v>6347</c:v>
                </c:pt>
                <c:pt idx="6347">
                  <c:v>6348</c:v>
                </c:pt>
                <c:pt idx="6348">
                  <c:v>6349</c:v>
                </c:pt>
                <c:pt idx="6349">
                  <c:v>6350</c:v>
                </c:pt>
                <c:pt idx="6350">
                  <c:v>6351</c:v>
                </c:pt>
                <c:pt idx="6351">
                  <c:v>6352</c:v>
                </c:pt>
                <c:pt idx="6352">
                  <c:v>6353</c:v>
                </c:pt>
                <c:pt idx="6353">
                  <c:v>6354</c:v>
                </c:pt>
                <c:pt idx="6354">
                  <c:v>6355</c:v>
                </c:pt>
                <c:pt idx="6355">
                  <c:v>6356</c:v>
                </c:pt>
                <c:pt idx="6356">
                  <c:v>6357</c:v>
                </c:pt>
                <c:pt idx="6357">
                  <c:v>6358</c:v>
                </c:pt>
                <c:pt idx="6358">
                  <c:v>6359</c:v>
                </c:pt>
                <c:pt idx="6359">
                  <c:v>6360</c:v>
                </c:pt>
                <c:pt idx="6360">
                  <c:v>6361</c:v>
                </c:pt>
                <c:pt idx="6361">
                  <c:v>6362</c:v>
                </c:pt>
                <c:pt idx="6362">
                  <c:v>6363</c:v>
                </c:pt>
                <c:pt idx="6363">
                  <c:v>6364</c:v>
                </c:pt>
                <c:pt idx="6364">
                  <c:v>6365</c:v>
                </c:pt>
                <c:pt idx="6365">
                  <c:v>6366</c:v>
                </c:pt>
                <c:pt idx="6366">
                  <c:v>6367</c:v>
                </c:pt>
                <c:pt idx="6367">
                  <c:v>6368</c:v>
                </c:pt>
                <c:pt idx="6368">
                  <c:v>6369</c:v>
                </c:pt>
                <c:pt idx="6369">
                  <c:v>6370</c:v>
                </c:pt>
                <c:pt idx="6370">
                  <c:v>6371</c:v>
                </c:pt>
                <c:pt idx="6371">
                  <c:v>6372</c:v>
                </c:pt>
                <c:pt idx="6372">
                  <c:v>6373</c:v>
                </c:pt>
                <c:pt idx="6373">
                  <c:v>6374</c:v>
                </c:pt>
                <c:pt idx="6374">
                  <c:v>6375</c:v>
                </c:pt>
                <c:pt idx="6375">
                  <c:v>6376</c:v>
                </c:pt>
                <c:pt idx="6376">
                  <c:v>6377</c:v>
                </c:pt>
                <c:pt idx="6377">
                  <c:v>6378</c:v>
                </c:pt>
                <c:pt idx="6378">
                  <c:v>6379</c:v>
                </c:pt>
                <c:pt idx="6379">
                  <c:v>6380</c:v>
                </c:pt>
                <c:pt idx="6380">
                  <c:v>6381</c:v>
                </c:pt>
                <c:pt idx="6381">
                  <c:v>6382</c:v>
                </c:pt>
                <c:pt idx="6382">
                  <c:v>6383</c:v>
                </c:pt>
                <c:pt idx="6383">
                  <c:v>6384</c:v>
                </c:pt>
                <c:pt idx="6384">
                  <c:v>6385</c:v>
                </c:pt>
                <c:pt idx="6385">
                  <c:v>6386</c:v>
                </c:pt>
                <c:pt idx="6386">
                  <c:v>6387</c:v>
                </c:pt>
                <c:pt idx="6387">
                  <c:v>6388</c:v>
                </c:pt>
                <c:pt idx="6388">
                  <c:v>6389</c:v>
                </c:pt>
                <c:pt idx="6389">
                  <c:v>6390</c:v>
                </c:pt>
                <c:pt idx="6390">
                  <c:v>6391</c:v>
                </c:pt>
                <c:pt idx="6391">
                  <c:v>6392</c:v>
                </c:pt>
                <c:pt idx="6392">
                  <c:v>6393</c:v>
                </c:pt>
                <c:pt idx="6393">
                  <c:v>6394</c:v>
                </c:pt>
                <c:pt idx="6394">
                  <c:v>6395</c:v>
                </c:pt>
                <c:pt idx="6395">
                  <c:v>6396</c:v>
                </c:pt>
                <c:pt idx="6396">
                  <c:v>6397</c:v>
                </c:pt>
                <c:pt idx="6397">
                  <c:v>6398</c:v>
                </c:pt>
                <c:pt idx="6398">
                  <c:v>6399</c:v>
                </c:pt>
                <c:pt idx="6399">
                  <c:v>6400</c:v>
                </c:pt>
                <c:pt idx="6400">
                  <c:v>6401</c:v>
                </c:pt>
                <c:pt idx="6401">
                  <c:v>6402</c:v>
                </c:pt>
                <c:pt idx="6402">
                  <c:v>6403</c:v>
                </c:pt>
                <c:pt idx="6403">
                  <c:v>6404</c:v>
                </c:pt>
                <c:pt idx="6404">
                  <c:v>6405</c:v>
                </c:pt>
                <c:pt idx="6405">
                  <c:v>6406</c:v>
                </c:pt>
                <c:pt idx="6406">
                  <c:v>6407</c:v>
                </c:pt>
                <c:pt idx="6407">
                  <c:v>6408</c:v>
                </c:pt>
                <c:pt idx="6408">
                  <c:v>6409</c:v>
                </c:pt>
                <c:pt idx="6409">
                  <c:v>6410</c:v>
                </c:pt>
                <c:pt idx="6410">
                  <c:v>6411</c:v>
                </c:pt>
                <c:pt idx="6411">
                  <c:v>6412</c:v>
                </c:pt>
                <c:pt idx="6412">
                  <c:v>6413</c:v>
                </c:pt>
                <c:pt idx="6413">
                  <c:v>6414</c:v>
                </c:pt>
                <c:pt idx="6414">
                  <c:v>6415</c:v>
                </c:pt>
                <c:pt idx="6415">
                  <c:v>6416</c:v>
                </c:pt>
                <c:pt idx="6416">
                  <c:v>6417</c:v>
                </c:pt>
                <c:pt idx="6417">
                  <c:v>6418</c:v>
                </c:pt>
                <c:pt idx="6418">
                  <c:v>6419</c:v>
                </c:pt>
                <c:pt idx="6419">
                  <c:v>6420</c:v>
                </c:pt>
                <c:pt idx="6420">
                  <c:v>6421</c:v>
                </c:pt>
                <c:pt idx="6421">
                  <c:v>6422</c:v>
                </c:pt>
                <c:pt idx="6422">
                  <c:v>6423</c:v>
                </c:pt>
                <c:pt idx="6423">
                  <c:v>6424</c:v>
                </c:pt>
                <c:pt idx="6424">
                  <c:v>6425</c:v>
                </c:pt>
                <c:pt idx="6425">
                  <c:v>6426</c:v>
                </c:pt>
                <c:pt idx="6426">
                  <c:v>6427</c:v>
                </c:pt>
                <c:pt idx="6427">
                  <c:v>6428</c:v>
                </c:pt>
                <c:pt idx="6428">
                  <c:v>6429</c:v>
                </c:pt>
                <c:pt idx="6429">
                  <c:v>6430</c:v>
                </c:pt>
                <c:pt idx="6430">
                  <c:v>6431</c:v>
                </c:pt>
                <c:pt idx="6431">
                  <c:v>6432</c:v>
                </c:pt>
                <c:pt idx="6432">
                  <c:v>6433</c:v>
                </c:pt>
                <c:pt idx="6433">
                  <c:v>6434</c:v>
                </c:pt>
                <c:pt idx="6434">
                  <c:v>6435</c:v>
                </c:pt>
                <c:pt idx="6435">
                  <c:v>6436</c:v>
                </c:pt>
                <c:pt idx="6436">
                  <c:v>6437</c:v>
                </c:pt>
                <c:pt idx="6437">
                  <c:v>6438</c:v>
                </c:pt>
                <c:pt idx="6438">
                  <c:v>6439</c:v>
                </c:pt>
                <c:pt idx="6439">
                  <c:v>6440</c:v>
                </c:pt>
                <c:pt idx="6440">
                  <c:v>6441</c:v>
                </c:pt>
                <c:pt idx="6441">
                  <c:v>6442</c:v>
                </c:pt>
                <c:pt idx="6442">
                  <c:v>6443</c:v>
                </c:pt>
                <c:pt idx="6443">
                  <c:v>6444</c:v>
                </c:pt>
                <c:pt idx="6444">
                  <c:v>6445</c:v>
                </c:pt>
                <c:pt idx="6445">
                  <c:v>6446</c:v>
                </c:pt>
                <c:pt idx="6446">
                  <c:v>6447</c:v>
                </c:pt>
                <c:pt idx="6447">
                  <c:v>6448</c:v>
                </c:pt>
                <c:pt idx="6448">
                  <c:v>6449</c:v>
                </c:pt>
                <c:pt idx="6449">
                  <c:v>6450</c:v>
                </c:pt>
                <c:pt idx="6450">
                  <c:v>6451</c:v>
                </c:pt>
                <c:pt idx="6451">
                  <c:v>6452</c:v>
                </c:pt>
                <c:pt idx="6452">
                  <c:v>6453</c:v>
                </c:pt>
                <c:pt idx="6453">
                  <c:v>6454</c:v>
                </c:pt>
                <c:pt idx="6454">
                  <c:v>6455</c:v>
                </c:pt>
                <c:pt idx="6455">
                  <c:v>6456</c:v>
                </c:pt>
                <c:pt idx="6456">
                  <c:v>6457</c:v>
                </c:pt>
                <c:pt idx="6457">
                  <c:v>6458</c:v>
                </c:pt>
                <c:pt idx="6458">
                  <c:v>6459</c:v>
                </c:pt>
                <c:pt idx="6459">
                  <c:v>6460</c:v>
                </c:pt>
                <c:pt idx="6460">
                  <c:v>6461</c:v>
                </c:pt>
                <c:pt idx="6461">
                  <c:v>6462</c:v>
                </c:pt>
                <c:pt idx="6462">
                  <c:v>6463</c:v>
                </c:pt>
                <c:pt idx="6463">
                  <c:v>6464</c:v>
                </c:pt>
                <c:pt idx="6464">
                  <c:v>6465</c:v>
                </c:pt>
                <c:pt idx="6465">
                  <c:v>6466</c:v>
                </c:pt>
                <c:pt idx="6466">
                  <c:v>6467</c:v>
                </c:pt>
                <c:pt idx="6467">
                  <c:v>6468</c:v>
                </c:pt>
                <c:pt idx="6468">
                  <c:v>6469</c:v>
                </c:pt>
                <c:pt idx="6469">
                  <c:v>6470</c:v>
                </c:pt>
                <c:pt idx="6470">
                  <c:v>6471</c:v>
                </c:pt>
                <c:pt idx="6471">
                  <c:v>6472</c:v>
                </c:pt>
                <c:pt idx="6472">
                  <c:v>6473</c:v>
                </c:pt>
                <c:pt idx="6473">
                  <c:v>6474</c:v>
                </c:pt>
                <c:pt idx="6474">
                  <c:v>6475</c:v>
                </c:pt>
                <c:pt idx="6475">
                  <c:v>6476</c:v>
                </c:pt>
                <c:pt idx="6476">
                  <c:v>6477</c:v>
                </c:pt>
                <c:pt idx="6477">
                  <c:v>6478</c:v>
                </c:pt>
                <c:pt idx="6478">
                  <c:v>6479</c:v>
                </c:pt>
                <c:pt idx="6479">
                  <c:v>6480</c:v>
                </c:pt>
                <c:pt idx="6480">
                  <c:v>6481</c:v>
                </c:pt>
                <c:pt idx="6481">
                  <c:v>6482</c:v>
                </c:pt>
                <c:pt idx="6482">
                  <c:v>6483</c:v>
                </c:pt>
                <c:pt idx="6483">
                  <c:v>6484</c:v>
                </c:pt>
                <c:pt idx="6484">
                  <c:v>6485</c:v>
                </c:pt>
                <c:pt idx="6485">
                  <c:v>6486</c:v>
                </c:pt>
                <c:pt idx="6486">
                  <c:v>6487</c:v>
                </c:pt>
                <c:pt idx="6487">
                  <c:v>6488</c:v>
                </c:pt>
                <c:pt idx="6488">
                  <c:v>6489</c:v>
                </c:pt>
                <c:pt idx="6489">
                  <c:v>6490</c:v>
                </c:pt>
                <c:pt idx="6490">
                  <c:v>6491</c:v>
                </c:pt>
                <c:pt idx="6491">
                  <c:v>6492</c:v>
                </c:pt>
                <c:pt idx="6492">
                  <c:v>6493</c:v>
                </c:pt>
                <c:pt idx="6493">
                  <c:v>6494</c:v>
                </c:pt>
                <c:pt idx="6494">
                  <c:v>6495</c:v>
                </c:pt>
                <c:pt idx="6495">
                  <c:v>6496</c:v>
                </c:pt>
                <c:pt idx="6496">
                  <c:v>6497</c:v>
                </c:pt>
                <c:pt idx="6497">
                  <c:v>6498</c:v>
                </c:pt>
                <c:pt idx="6498">
                  <c:v>6499</c:v>
                </c:pt>
                <c:pt idx="6499">
                  <c:v>6500</c:v>
                </c:pt>
                <c:pt idx="6500">
                  <c:v>6501</c:v>
                </c:pt>
                <c:pt idx="6501">
                  <c:v>6502</c:v>
                </c:pt>
                <c:pt idx="6502">
                  <c:v>6503</c:v>
                </c:pt>
                <c:pt idx="6503">
                  <c:v>6504</c:v>
                </c:pt>
                <c:pt idx="6504">
                  <c:v>6505</c:v>
                </c:pt>
                <c:pt idx="6505">
                  <c:v>6506</c:v>
                </c:pt>
                <c:pt idx="6506">
                  <c:v>6507</c:v>
                </c:pt>
                <c:pt idx="6507">
                  <c:v>6508</c:v>
                </c:pt>
                <c:pt idx="6508">
                  <c:v>6509</c:v>
                </c:pt>
                <c:pt idx="6509">
                  <c:v>6510</c:v>
                </c:pt>
                <c:pt idx="6510">
                  <c:v>6511</c:v>
                </c:pt>
                <c:pt idx="6511">
                  <c:v>6512</c:v>
                </c:pt>
                <c:pt idx="6512">
                  <c:v>6513</c:v>
                </c:pt>
                <c:pt idx="6513">
                  <c:v>6514</c:v>
                </c:pt>
                <c:pt idx="6514">
                  <c:v>6515</c:v>
                </c:pt>
                <c:pt idx="6515">
                  <c:v>6516</c:v>
                </c:pt>
                <c:pt idx="6516">
                  <c:v>6517</c:v>
                </c:pt>
                <c:pt idx="6517">
                  <c:v>6518</c:v>
                </c:pt>
                <c:pt idx="6518">
                  <c:v>6519</c:v>
                </c:pt>
                <c:pt idx="6519">
                  <c:v>6520</c:v>
                </c:pt>
                <c:pt idx="6520">
                  <c:v>6521</c:v>
                </c:pt>
                <c:pt idx="6521">
                  <c:v>6522</c:v>
                </c:pt>
                <c:pt idx="6522">
                  <c:v>6523</c:v>
                </c:pt>
                <c:pt idx="6523">
                  <c:v>6524</c:v>
                </c:pt>
                <c:pt idx="6524">
                  <c:v>6525</c:v>
                </c:pt>
                <c:pt idx="6525">
                  <c:v>6526</c:v>
                </c:pt>
                <c:pt idx="6526">
                  <c:v>6527</c:v>
                </c:pt>
                <c:pt idx="6527">
                  <c:v>6528</c:v>
                </c:pt>
                <c:pt idx="6528">
                  <c:v>6529</c:v>
                </c:pt>
                <c:pt idx="6529">
                  <c:v>6530</c:v>
                </c:pt>
                <c:pt idx="6530">
                  <c:v>6531</c:v>
                </c:pt>
                <c:pt idx="6531">
                  <c:v>6532</c:v>
                </c:pt>
                <c:pt idx="6532">
                  <c:v>6533</c:v>
                </c:pt>
                <c:pt idx="6533">
                  <c:v>6534</c:v>
                </c:pt>
                <c:pt idx="6534">
                  <c:v>6535</c:v>
                </c:pt>
                <c:pt idx="6535">
                  <c:v>6536</c:v>
                </c:pt>
                <c:pt idx="6536">
                  <c:v>6537</c:v>
                </c:pt>
                <c:pt idx="6537">
                  <c:v>6538</c:v>
                </c:pt>
                <c:pt idx="6538">
                  <c:v>6539</c:v>
                </c:pt>
                <c:pt idx="6539">
                  <c:v>6540</c:v>
                </c:pt>
                <c:pt idx="6540">
                  <c:v>6541</c:v>
                </c:pt>
                <c:pt idx="6541">
                  <c:v>6542</c:v>
                </c:pt>
                <c:pt idx="6542">
                  <c:v>6543</c:v>
                </c:pt>
                <c:pt idx="6543">
                  <c:v>6544</c:v>
                </c:pt>
                <c:pt idx="6544">
                  <c:v>6545</c:v>
                </c:pt>
                <c:pt idx="6545">
                  <c:v>6546</c:v>
                </c:pt>
                <c:pt idx="6546">
                  <c:v>6547</c:v>
                </c:pt>
                <c:pt idx="6547">
                  <c:v>6548</c:v>
                </c:pt>
                <c:pt idx="6548">
                  <c:v>6549</c:v>
                </c:pt>
                <c:pt idx="6549">
                  <c:v>6550</c:v>
                </c:pt>
                <c:pt idx="6550">
                  <c:v>6551</c:v>
                </c:pt>
                <c:pt idx="6551">
                  <c:v>6552</c:v>
                </c:pt>
                <c:pt idx="6552">
                  <c:v>6553</c:v>
                </c:pt>
                <c:pt idx="6553">
                  <c:v>6554</c:v>
                </c:pt>
                <c:pt idx="6554">
                  <c:v>6555</c:v>
                </c:pt>
                <c:pt idx="6555">
                  <c:v>6556</c:v>
                </c:pt>
                <c:pt idx="6556">
                  <c:v>6557</c:v>
                </c:pt>
                <c:pt idx="6557">
                  <c:v>6558</c:v>
                </c:pt>
                <c:pt idx="6558">
                  <c:v>6559</c:v>
                </c:pt>
                <c:pt idx="6559">
                  <c:v>6560</c:v>
                </c:pt>
                <c:pt idx="6560">
                  <c:v>6561</c:v>
                </c:pt>
                <c:pt idx="6561">
                  <c:v>6562</c:v>
                </c:pt>
                <c:pt idx="6562">
                  <c:v>6563</c:v>
                </c:pt>
                <c:pt idx="6563">
                  <c:v>6564</c:v>
                </c:pt>
                <c:pt idx="6564">
                  <c:v>6565</c:v>
                </c:pt>
                <c:pt idx="6565">
                  <c:v>6566</c:v>
                </c:pt>
                <c:pt idx="6566">
                  <c:v>6567</c:v>
                </c:pt>
                <c:pt idx="6567">
                  <c:v>6568</c:v>
                </c:pt>
                <c:pt idx="6568">
                  <c:v>6569</c:v>
                </c:pt>
                <c:pt idx="6569">
                  <c:v>6570</c:v>
                </c:pt>
                <c:pt idx="6570">
                  <c:v>6571</c:v>
                </c:pt>
                <c:pt idx="6571">
                  <c:v>6572</c:v>
                </c:pt>
                <c:pt idx="6572">
                  <c:v>6573</c:v>
                </c:pt>
                <c:pt idx="6573">
                  <c:v>6574</c:v>
                </c:pt>
                <c:pt idx="6574">
                  <c:v>6575</c:v>
                </c:pt>
                <c:pt idx="6575">
                  <c:v>6576</c:v>
                </c:pt>
                <c:pt idx="6576">
                  <c:v>6577</c:v>
                </c:pt>
                <c:pt idx="6577">
                  <c:v>6578</c:v>
                </c:pt>
                <c:pt idx="6578">
                  <c:v>6579</c:v>
                </c:pt>
                <c:pt idx="6579">
                  <c:v>6580</c:v>
                </c:pt>
                <c:pt idx="6580">
                  <c:v>6581</c:v>
                </c:pt>
                <c:pt idx="6581">
                  <c:v>6582</c:v>
                </c:pt>
                <c:pt idx="6582">
                  <c:v>6583</c:v>
                </c:pt>
                <c:pt idx="6583">
                  <c:v>6584</c:v>
                </c:pt>
                <c:pt idx="6584">
                  <c:v>6585</c:v>
                </c:pt>
                <c:pt idx="6585">
                  <c:v>6586</c:v>
                </c:pt>
                <c:pt idx="6586">
                  <c:v>6587</c:v>
                </c:pt>
                <c:pt idx="6587">
                  <c:v>6588</c:v>
                </c:pt>
                <c:pt idx="6588">
                  <c:v>6589</c:v>
                </c:pt>
                <c:pt idx="6589">
                  <c:v>6590</c:v>
                </c:pt>
                <c:pt idx="6590">
                  <c:v>6591</c:v>
                </c:pt>
                <c:pt idx="6591">
                  <c:v>6592</c:v>
                </c:pt>
                <c:pt idx="6592">
                  <c:v>6593</c:v>
                </c:pt>
                <c:pt idx="6593">
                  <c:v>6594</c:v>
                </c:pt>
                <c:pt idx="6594">
                  <c:v>6595</c:v>
                </c:pt>
                <c:pt idx="6595">
                  <c:v>6596</c:v>
                </c:pt>
                <c:pt idx="6596">
                  <c:v>6597</c:v>
                </c:pt>
                <c:pt idx="6597">
                  <c:v>6598</c:v>
                </c:pt>
                <c:pt idx="6598">
                  <c:v>6599</c:v>
                </c:pt>
                <c:pt idx="6599">
                  <c:v>6600</c:v>
                </c:pt>
                <c:pt idx="6600">
                  <c:v>6601</c:v>
                </c:pt>
                <c:pt idx="6601">
                  <c:v>6602</c:v>
                </c:pt>
                <c:pt idx="6602">
                  <c:v>6603</c:v>
                </c:pt>
                <c:pt idx="6603">
                  <c:v>6604</c:v>
                </c:pt>
                <c:pt idx="6604">
                  <c:v>6605</c:v>
                </c:pt>
                <c:pt idx="6605">
                  <c:v>6606</c:v>
                </c:pt>
                <c:pt idx="6606">
                  <c:v>6607</c:v>
                </c:pt>
                <c:pt idx="6607">
                  <c:v>6608</c:v>
                </c:pt>
                <c:pt idx="6608">
                  <c:v>6609</c:v>
                </c:pt>
                <c:pt idx="6609">
                  <c:v>6610</c:v>
                </c:pt>
                <c:pt idx="6610">
                  <c:v>6611</c:v>
                </c:pt>
                <c:pt idx="6611">
                  <c:v>6612</c:v>
                </c:pt>
                <c:pt idx="6612">
                  <c:v>6613</c:v>
                </c:pt>
                <c:pt idx="6613">
                  <c:v>6614</c:v>
                </c:pt>
                <c:pt idx="6614">
                  <c:v>6615</c:v>
                </c:pt>
                <c:pt idx="6615">
                  <c:v>6616</c:v>
                </c:pt>
                <c:pt idx="6616">
                  <c:v>6617</c:v>
                </c:pt>
                <c:pt idx="6617">
                  <c:v>6618</c:v>
                </c:pt>
                <c:pt idx="6618">
                  <c:v>6619</c:v>
                </c:pt>
                <c:pt idx="6619">
                  <c:v>6620</c:v>
                </c:pt>
                <c:pt idx="6620">
                  <c:v>6621</c:v>
                </c:pt>
                <c:pt idx="6621">
                  <c:v>6622</c:v>
                </c:pt>
                <c:pt idx="6622">
                  <c:v>6623</c:v>
                </c:pt>
                <c:pt idx="6623">
                  <c:v>6624</c:v>
                </c:pt>
                <c:pt idx="6624">
                  <c:v>6625</c:v>
                </c:pt>
                <c:pt idx="6625">
                  <c:v>6626</c:v>
                </c:pt>
                <c:pt idx="6626">
                  <c:v>6627</c:v>
                </c:pt>
                <c:pt idx="6627">
                  <c:v>6628</c:v>
                </c:pt>
                <c:pt idx="6628">
                  <c:v>6629</c:v>
                </c:pt>
                <c:pt idx="6629">
                  <c:v>6630</c:v>
                </c:pt>
                <c:pt idx="6630">
                  <c:v>6631</c:v>
                </c:pt>
                <c:pt idx="6631">
                  <c:v>6632</c:v>
                </c:pt>
                <c:pt idx="6632">
                  <c:v>6633</c:v>
                </c:pt>
                <c:pt idx="6633">
                  <c:v>6634</c:v>
                </c:pt>
                <c:pt idx="6634">
                  <c:v>6635</c:v>
                </c:pt>
                <c:pt idx="6635">
                  <c:v>6636</c:v>
                </c:pt>
                <c:pt idx="6636">
                  <c:v>6637</c:v>
                </c:pt>
                <c:pt idx="6637">
                  <c:v>6638</c:v>
                </c:pt>
                <c:pt idx="6638">
                  <c:v>6639</c:v>
                </c:pt>
                <c:pt idx="6639">
                  <c:v>6640</c:v>
                </c:pt>
                <c:pt idx="6640">
                  <c:v>6641</c:v>
                </c:pt>
                <c:pt idx="6641">
                  <c:v>6642</c:v>
                </c:pt>
                <c:pt idx="6642">
                  <c:v>6643</c:v>
                </c:pt>
                <c:pt idx="6643">
                  <c:v>6644</c:v>
                </c:pt>
                <c:pt idx="6644">
                  <c:v>6645</c:v>
                </c:pt>
                <c:pt idx="6645">
                  <c:v>6646</c:v>
                </c:pt>
                <c:pt idx="6646">
                  <c:v>6647</c:v>
                </c:pt>
                <c:pt idx="6647">
                  <c:v>6648</c:v>
                </c:pt>
                <c:pt idx="6648">
                  <c:v>6649</c:v>
                </c:pt>
                <c:pt idx="6649">
                  <c:v>6650</c:v>
                </c:pt>
                <c:pt idx="6650">
                  <c:v>6651</c:v>
                </c:pt>
                <c:pt idx="6651">
                  <c:v>6652</c:v>
                </c:pt>
                <c:pt idx="6652">
                  <c:v>6653</c:v>
                </c:pt>
                <c:pt idx="6653">
                  <c:v>6654</c:v>
                </c:pt>
                <c:pt idx="6654">
                  <c:v>6655</c:v>
                </c:pt>
                <c:pt idx="6655">
                  <c:v>6656</c:v>
                </c:pt>
                <c:pt idx="6656">
                  <c:v>6657</c:v>
                </c:pt>
                <c:pt idx="6657">
                  <c:v>6658</c:v>
                </c:pt>
                <c:pt idx="6658">
                  <c:v>6659</c:v>
                </c:pt>
                <c:pt idx="6659">
                  <c:v>6660</c:v>
                </c:pt>
                <c:pt idx="6660">
                  <c:v>6661</c:v>
                </c:pt>
                <c:pt idx="6661">
                  <c:v>6662</c:v>
                </c:pt>
                <c:pt idx="6662">
                  <c:v>6663</c:v>
                </c:pt>
                <c:pt idx="6663">
                  <c:v>6664</c:v>
                </c:pt>
                <c:pt idx="6664">
                  <c:v>6665</c:v>
                </c:pt>
                <c:pt idx="6665">
                  <c:v>6666</c:v>
                </c:pt>
                <c:pt idx="6666">
                  <c:v>6667</c:v>
                </c:pt>
                <c:pt idx="6667">
                  <c:v>6668</c:v>
                </c:pt>
                <c:pt idx="6668">
                  <c:v>6669</c:v>
                </c:pt>
                <c:pt idx="6669">
                  <c:v>6670</c:v>
                </c:pt>
                <c:pt idx="6670">
                  <c:v>6671</c:v>
                </c:pt>
                <c:pt idx="6671">
                  <c:v>6672</c:v>
                </c:pt>
                <c:pt idx="6672">
                  <c:v>6673</c:v>
                </c:pt>
                <c:pt idx="6673">
                  <c:v>6674</c:v>
                </c:pt>
                <c:pt idx="6674">
                  <c:v>6675</c:v>
                </c:pt>
                <c:pt idx="6675">
                  <c:v>6676</c:v>
                </c:pt>
                <c:pt idx="6676">
                  <c:v>6677</c:v>
                </c:pt>
                <c:pt idx="6677">
                  <c:v>6678</c:v>
                </c:pt>
                <c:pt idx="6678">
                  <c:v>6679</c:v>
                </c:pt>
                <c:pt idx="6679">
                  <c:v>6680</c:v>
                </c:pt>
                <c:pt idx="6680">
                  <c:v>6681</c:v>
                </c:pt>
                <c:pt idx="6681">
                  <c:v>6682</c:v>
                </c:pt>
                <c:pt idx="6682">
                  <c:v>6683</c:v>
                </c:pt>
                <c:pt idx="6683">
                  <c:v>6684</c:v>
                </c:pt>
                <c:pt idx="6684">
                  <c:v>6685</c:v>
                </c:pt>
                <c:pt idx="6685">
                  <c:v>6686</c:v>
                </c:pt>
                <c:pt idx="6686">
                  <c:v>6687</c:v>
                </c:pt>
                <c:pt idx="6687">
                  <c:v>6688</c:v>
                </c:pt>
                <c:pt idx="6688">
                  <c:v>6689</c:v>
                </c:pt>
                <c:pt idx="6689">
                  <c:v>6690</c:v>
                </c:pt>
                <c:pt idx="6690">
                  <c:v>6691</c:v>
                </c:pt>
                <c:pt idx="6691">
                  <c:v>6692</c:v>
                </c:pt>
                <c:pt idx="6692">
                  <c:v>6693</c:v>
                </c:pt>
                <c:pt idx="6693">
                  <c:v>6694</c:v>
                </c:pt>
                <c:pt idx="6694">
                  <c:v>6695</c:v>
                </c:pt>
                <c:pt idx="6695">
                  <c:v>6696</c:v>
                </c:pt>
                <c:pt idx="6696">
                  <c:v>6697</c:v>
                </c:pt>
                <c:pt idx="6697">
                  <c:v>6698</c:v>
                </c:pt>
                <c:pt idx="6698">
                  <c:v>6699</c:v>
                </c:pt>
                <c:pt idx="6699">
                  <c:v>6700</c:v>
                </c:pt>
                <c:pt idx="6700">
                  <c:v>6701</c:v>
                </c:pt>
                <c:pt idx="6701">
                  <c:v>6702</c:v>
                </c:pt>
                <c:pt idx="6702">
                  <c:v>6703</c:v>
                </c:pt>
                <c:pt idx="6703">
                  <c:v>6704</c:v>
                </c:pt>
                <c:pt idx="6704">
                  <c:v>6705</c:v>
                </c:pt>
                <c:pt idx="6705">
                  <c:v>6706</c:v>
                </c:pt>
                <c:pt idx="6706">
                  <c:v>6707</c:v>
                </c:pt>
                <c:pt idx="6707">
                  <c:v>6708</c:v>
                </c:pt>
                <c:pt idx="6708">
                  <c:v>6709</c:v>
                </c:pt>
                <c:pt idx="6709">
                  <c:v>6710</c:v>
                </c:pt>
                <c:pt idx="6710">
                  <c:v>6711</c:v>
                </c:pt>
                <c:pt idx="6711">
                  <c:v>6712</c:v>
                </c:pt>
                <c:pt idx="6712">
                  <c:v>6713</c:v>
                </c:pt>
                <c:pt idx="6713">
                  <c:v>6714</c:v>
                </c:pt>
                <c:pt idx="6714">
                  <c:v>6715</c:v>
                </c:pt>
                <c:pt idx="6715">
                  <c:v>6716</c:v>
                </c:pt>
                <c:pt idx="6716">
                  <c:v>6717</c:v>
                </c:pt>
                <c:pt idx="6717">
                  <c:v>6718</c:v>
                </c:pt>
                <c:pt idx="6718">
                  <c:v>6719</c:v>
                </c:pt>
                <c:pt idx="6719">
                  <c:v>6720</c:v>
                </c:pt>
                <c:pt idx="6720">
                  <c:v>6721</c:v>
                </c:pt>
                <c:pt idx="6721">
                  <c:v>6722</c:v>
                </c:pt>
                <c:pt idx="6722">
                  <c:v>6723</c:v>
                </c:pt>
                <c:pt idx="6723">
                  <c:v>6724</c:v>
                </c:pt>
                <c:pt idx="6724">
                  <c:v>6725</c:v>
                </c:pt>
                <c:pt idx="6725">
                  <c:v>6726</c:v>
                </c:pt>
                <c:pt idx="6726">
                  <c:v>6727</c:v>
                </c:pt>
                <c:pt idx="6727">
                  <c:v>6728</c:v>
                </c:pt>
                <c:pt idx="6728">
                  <c:v>6729</c:v>
                </c:pt>
                <c:pt idx="6729">
                  <c:v>6730</c:v>
                </c:pt>
                <c:pt idx="6730">
                  <c:v>6731</c:v>
                </c:pt>
                <c:pt idx="6731">
                  <c:v>6732</c:v>
                </c:pt>
                <c:pt idx="6732">
                  <c:v>6733</c:v>
                </c:pt>
                <c:pt idx="6733">
                  <c:v>6734</c:v>
                </c:pt>
                <c:pt idx="6734">
                  <c:v>6735</c:v>
                </c:pt>
                <c:pt idx="6735">
                  <c:v>6736</c:v>
                </c:pt>
                <c:pt idx="6736">
                  <c:v>6737</c:v>
                </c:pt>
                <c:pt idx="6737">
                  <c:v>6738</c:v>
                </c:pt>
                <c:pt idx="6738">
                  <c:v>6739</c:v>
                </c:pt>
                <c:pt idx="6739">
                  <c:v>6740</c:v>
                </c:pt>
                <c:pt idx="6740">
                  <c:v>6741</c:v>
                </c:pt>
                <c:pt idx="6741">
                  <c:v>6742</c:v>
                </c:pt>
                <c:pt idx="6742">
                  <c:v>6743</c:v>
                </c:pt>
                <c:pt idx="6743">
                  <c:v>6744</c:v>
                </c:pt>
                <c:pt idx="6744">
                  <c:v>6745</c:v>
                </c:pt>
                <c:pt idx="6745">
                  <c:v>6746</c:v>
                </c:pt>
                <c:pt idx="6746">
                  <c:v>6747</c:v>
                </c:pt>
                <c:pt idx="6747">
                  <c:v>6748</c:v>
                </c:pt>
                <c:pt idx="6748">
                  <c:v>6749</c:v>
                </c:pt>
                <c:pt idx="6749">
                  <c:v>6750</c:v>
                </c:pt>
                <c:pt idx="6750">
                  <c:v>6751</c:v>
                </c:pt>
                <c:pt idx="6751">
                  <c:v>6752</c:v>
                </c:pt>
                <c:pt idx="6752">
                  <c:v>6753</c:v>
                </c:pt>
                <c:pt idx="6753">
                  <c:v>6754</c:v>
                </c:pt>
                <c:pt idx="6754">
                  <c:v>6755</c:v>
                </c:pt>
                <c:pt idx="6755">
                  <c:v>6756</c:v>
                </c:pt>
                <c:pt idx="6756">
                  <c:v>6757</c:v>
                </c:pt>
                <c:pt idx="6757">
                  <c:v>6758</c:v>
                </c:pt>
                <c:pt idx="6758">
                  <c:v>6759</c:v>
                </c:pt>
                <c:pt idx="6759">
                  <c:v>6760</c:v>
                </c:pt>
                <c:pt idx="6760">
                  <c:v>6761</c:v>
                </c:pt>
                <c:pt idx="6761">
                  <c:v>6762</c:v>
                </c:pt>
                <c:pt idx="6762">
                  <c:v>6763</c:v>
                </c:pt>
                <c:pt idx="6763">
                  <c:v>6764</c:v>
                </c:pt>
                <c:pt idx="6764">
                  <c:v>6765</c:v>
                </c:pt>
                <c:pt idx="6765">
                  <c:v>6766</c:v>
                </c:pt>
                <c:pt idx="6766">
                  <c:v>6767</c:v>
                </c:pt>
                <c:pt idx="6767">
                  <c:v>6768</c:v>
                </c:pt>
                <c:pt idx="6768">
                  <c:v>6769</c:v>
                </c:pt>
                <c:pt idx="6769">
                  <c:v>6770</c:v>
                </c:pt>
                <c:pt idx="6770">
                  <c:v>6771</c:v>
                </c:pt>
                <c:pt idx="6771">
                  <c:v>6772</c:v>
                </c:pt>
                <c:pt idx="6772">
                  <c:v>6773</c:v>
                </c:pt>
                <c:pt idx="6773">
                  <c:v>6774</c:v>
                </c:pt>
                <c:pt idx="6774">
                  <c:v>6775</c:v>
                </c:pt>
                <c:pt idx="6775">
                  <c:v>6776</c:v>
                </c:pt>
                <c:pt idx="6776">
                  <c:v>6777</c:v>
                </c:pt>
                <c:pt idx="6777">
                  <c:v>6778</c:v>
                </c:pt>
                <c:pt idx="6778">
                  <c:v>6779</c:v>
                </c:pt>
                <c:pt idx="6779">
                  <c:v>6780</c:v>
                </c:pt>
                <c:pt idx="6780">
                  <c:v>6781</c:v>
                </c:pt>
                <c:pt idx="6781">
                  <c:v>6782</c:v>
                </c:pt>
                <c:pt idx="6782">
                  <c:v>6783</c:v>
                </c:pt>
                <c:pt idx="6783">
                  <c:v>6784</c:v>
                </c:pt>
                <c:pt idx="6784">
                  <c:v>6785</c:v>
                </c:pt>
                <c:pt idx="6785">
                  <c:v>6786</c:v>
                </c:pt>
                <c:pt idx="6786">
                  <c:v>6787</c:v>
                </c:pt>
                <c:pt idx="6787">
                  <c:v>6788</c:v>
                </c:pt>
                <c:pt idx="6788">
                  <c:v>6789</c:v>
                </c:pt>
                <c:pt idx="6789">
                  <c:v>6790</c:v>
                </c:pt>
                <c:pt idx="6790">
                  <c:v>6791</c:v>
                </c:pt>
                <c:pt idx="6791">
                  <c:v>6792</c:v>
                </c:pt>
                <c:pt idx="6792">
                  <c:v>6793</c:v>
                </c:pt>
                <c:pt idx="6793">
                  <c:v>6794</c:v>
                </c:pt>
                <c:pt idx="6794">
                  <c:v>6795</c:v>
                </c:pt>
                <c:pt idx="6795">
                  <c:v>6796</c:v>
                </c:pt>
                <c:pt idx="6796">
                  <c:v>6797</c:v>
                </c:pt>
                <c:pt idx="6797">
                  <c:v>6798</c:v>
                </c:pt>
                <c:pt idx="6798">
                  <c:v>6799</c:v>
                </c:pt>
                <c:pt idx="6799">
                  <c:v>6800</c:v>
                </c:pt>
                <c:pt idx="6800">
                  <c:v>6801</c:v>
                </c:pt>
                <c:pt idx="6801">
                  <c:v>6802</c:v>
                </c:pt>
                <c:pt idx="6802">
                  <c:v>6803</c:v>
                </c:pt>
                <c:pt idx="6803">
                  <c:v>6804</c:v>
                </c:pt>
                <c:pt idx="6804">
                  <c:v>6805</c:v>
                </c:pt>
                <c:pt idx="6805">
                  <c:v>6806</c:v>
                </c:pt>
                <c:pt idx="6806">
                  <c:v>6807</c:v>
                </c:pt>
                <c:pt idx="6807">
                  <c:v>6808</c:v>
                </c:pt>
                <c:pt idx="6808">
                  <c:v>6809</c:v>
                </c:pt>
                <c:pt idx="6809">
                  <c:v>6810</c:v>
                </c:pt>
                <c:pt idx="6810">
                  <c:v>6811</c:v>
                </c:pt>
                <c:pt idx="6811">
                  <c:v>6812</c:v>
                </c:pt>
                <c:pt idx="6812">
                  <c:v>6813</c:v>
                </c:pt>
                <c:pt idx="6813">
                  <c:v>6814</c:v>
                </c:pt>
                <c:pt idx="6814">
                  <c:v>6815</c:v>
                </c:pt>
                <c:pt idx="6815">
                  <c:v>6816</c:v>
                </c:pt>
                <c:pt idx="6816">
                  <c:v>6817</c:v>
                </c:pt>
                <c:pt idx="6817">
                  <c:v>6818</c:v>
                </c:pt>
                <c:pt idx="6818">
                  <c:v>6819</c:v>
                </c:pt>
                <c:pt idx="6819">
                  <c:v>6820</c:v>
                </c:pt>
                <c:pt idx="6820">
                  <c:v>6821</c:v>
                </c:pt>
                <c:pt idx="6821">
                  <c:v>6822</c:v>
                </c:pt>
                <c:pt idx="6822">
                  <c:v>6823</c:v>
                </c:pt>
                <c:pt idx="6823">
                  <c:v>6824</c:v>
                </c:pt>
                <c:pt idx="6824">
                  <c:v>6825</c:v>
                </c:pt>
                <c:pt idx="6825">
                  <c:v>6826</c:v>
                </c:pt>
                <c:pt idx="6826">
                  <c:v>6827</c:v>
                </c:pt>
                <c:pt idx="6827">
                  <c:v>6828</c:v>
                </c:pt>
                <c:pt idx="6828">
                  <c:v>6829</c:v>
                </c:pt>
                <c:pt idx="6829">
                  <c:v>6830</c:v>
                </c:pt>
                <c:pt idx="6830">
                  <c:v>6831</c:v>
                </c:pt>
                <c:pt idx="6831">
                  <c:v>6832</c:v>
                </c:pt>
                <c:pt idx="6832">
                  <c:v>6833</c:v>
                </c:pt>
                <c:pt idx="6833">
                  <c:v>6834</c:v>
                </c:pt>
                <c:pt idx="6834">
                  <c:v>6835</c:v>
                </c:pt>
                <c:pt idx="6835">
                  <c:v>6836</c:v>
                </c:pt>
                <c:pt idx="6836">
                  <c:v>6837</c:v>
                </c:pt>
                <c:pt idx="6837">
                  <c:v>6838</c:v>
                </c:pt>
                <c:pt idx="6838">
                  <c:v>6839</c:v>
                </c:pt>
                <c:pt idx="6839">
                  <c:v>6840</c:v>
                </c:pt>
                <c:pt idx="6840">
                  <c:v>6841</c:v>
                </c:pt>
                <c:pt idx="6841">
                  <c:v>6842</c:v>
                </c:pt>
                <c:pt idx="6842">
                  <c:v>6843</c:v>
                </c:pt>
                <c:pt idx="6843">
                  <c:v>6844</c:v>
                </c:pt>
                <c:pt idx="6844">
                  <c:v>6845</c:v>
                </c:pt>
                <c:pt idx="6845">
                  <c:v>6846</c:v>
                </c:pt>
                <c:pt idx="6846">
                  <c:v>6847</c:v>
                </c:pt>
                <c:pt idx="6847">
                  <c:v>6848</c:v>
                </c:pt>
                <c:pt idx="6848">
                  <c:v>6849</c:v>
                </c:pt>
                <c:pt idx="6849">
                  <c:v>6850</c:v>
                </c:pt>
                <c:pt idx="6850">
                  <c:v>6851</c:v>
                </c:pt>
                <c:pt idx="6851">
                  <c:v>6852</c:v>
                </c:pt>
                <c:pt idx="6852">
                  <c:v>6853</c:v>
                </c:pt>
                <c:pt idx="6853">
                  <c:v>6854</c:v>
                </c:pt>
                <c:pt idx="6854">
                  <c:v>6855</c:v>
                </c:pt>
                <c:pt idx="6855">
                  <c:v>6856</c:v>
                </c:pt>
                <c:pt idx="6856">
                  <c:v>6857</c:v>
                </c:pt>
                <c:pt idx="6857">
                  <c:v>6858</c:v>
                </c:pt>
                <c:pt idx="6858">
                  <c:v>6859</c:v>
                </c:pt>
                <c:pt idx="6859">
                  <c:v>6860</c:v>
                </c:pt>
                <c:pt idx="6860">
                  <c:v>6861</c:v>
                </c:pt>
                <c:pt idx="6861">
                  <c:v>6862</c:v>
                </c:pt>
                <c:pt idx="6862">
                  <c:v>6863</c:v>
                </c:pt>
                <c:pt idx="6863">
                  <c:v>6864</c:v>
                </c:pt>
                <c:pt idx="6864">
                  <c:v>6865</c:v>
                </c:pt>
                <c:pt idx="6865">
                  <c:v>6866</c:v>
                </c:pt>
                <c:pt idx="6866">
                  <c:v>6867</c:v>
                </c:pt>
                <c:pt idx="6867">
                  <c:v>6868</c:v>
                </c:pt>
                <c:pt idx="6868">
                  <c:v>6869</c:v>
                </c:pt>
                <c:pt idx="6869">
                  <c:v>6870</c:v>
                </c:pt>
                <c:pt idx="6870">
                  <c:v>6871</c:v>
                </c:pt>
                <c:pt idx="6871">
                  <c:v>6872</c:v>
                </c:pt>
                <c:pt idx="6872">
                  <c:v>6873</c:v>
                </c:pt>
                <c:pt idx="6873">
                  <c:v>6874</c:v>
                </c:pt>
                <c:pt idx="6874">
                  <c:v>6875</c:v>
                </c:pt>
                <c:pt idx="6875">
                  <c:v>6876</c:v>
                </c:pt>
                <c:pt idx="6876">
                  <c:v>6877</c:v>
                </c:pt>
                <c:pt idx="6877">
                  <c:v>6878</c:v>
                </c:pt>
                <c:pt idx="6878">
                  <c:v>6879</c:v>
                </c:pt>
                <c:pt idx="6879">
                  <c:v>6880</c:v>
                </c:pt>
                <c:pt idx="6880">
                  <c:v>6881</c:v>
                </c:pt>
                <c:pt idx="6881">
                  <c:v>6882</c:v>
                </c:pt>
                <c:pt idx="6882">
                  <c:v>6883</c:v>
                </c:pt>
                <c:pt idx="6883">
                  <c:v>6884</c:v>
                </c:pt>
                <c:pt idx="6884">
                  <c:v>6885</c:v>
                </c:pt>
                <c:pt idx="6885">
                  <c:v>6886</c:v>
                </c:pt>
                <c:pt idx="6886">
                  <c:v>6887</c:v>
                </c:pt>
                <c:pt idx="6887">
                  <c:v>6888</c:v>
                </c:pt>
                <c:pt idx="6888">
                  <c:v>6889</c:v>
                </c:pt>
                <c:pt idx="6889">
                  <c:v>6890</c:v>
                </c:pt>
                <c:pt idx="6890">
                  <c:v>6891</c:v>
                </c:pt>
                <c:pt idx="6891">
                  <c:v>6892</c:v>
                </c:pt>
                <c:pt idx="6892">
                  <c:v>6893</c:v>
                </c:pt>
                <c:pt idx="6893">
                  <c:v>6894</c:v>
                </c:pt>
                <c:pt idx="6894">
                  <c:v>6895</c:v>
                </c:pt>
                <c:pt idx="6895">
                  <c:v>6896</c:v>
                </c:pt>
                <c:pt idx="6896">
                  <c:v>6897</c:v>
                </c:pt>
                <c:pt idx="6897">
                  <c:v>6898</c:v>
                </c:pt>
                <c:pt idx="6898">
                  <c:v>6899</c:v>
                </c:pt>
                <c:pt idx="6899">
                  <c:v>6900</c:v>
                </c:pt>
                <c:pt idx="6900">
                  <c:v>6901</c:v>
                </c:pt>
                <c:pt idx="6901">
                  <c:v>6902</c:v>
                </c:pt>
                <c:pt idx="6902">
                  <c:v>6903</c:v>
                </c:pt>
                <c:pt idx="6903">
                  <c:v>6904</c:v>
                </c:pt>
                <c:pt idx="6904">
                  <c:v>6905</c:v>
                </c:pt>
                <c:pt idx="6905">
                  <c:v>6906</c:v>
                </c:pt>
                <c:pt idx="6906">
                  <c:v>6907</c:v>
                </c:pt>
                <c:pt idx="6907">
                  <c:v>6908</c:v>
                </c:pt>
                <c:pt idx="6908">
                  <c:v>6909</c:v>
                </c:pt>
                <c:pt idx="6909">
                  <c:v>6910</c:v>
                </c:pt>
                <c:pt idx="6910">
                  <c:v>6911</c:v>
                </c:pt>
                <c:pt idx="6911">
                  <c:v>6912</c:v>
                </c:pt>
                <c:pt idx="6912">
                  <c:v>6913</c:v>
                </c:pt>
                <c:pt idx="6913">
                  <c:v>6914</c:v>
                </c:pt>
                <c:pt idx="6914">
                  <c:v>6915</c:v>
                </c:pt>
                <c:pt idx="6915">
                  <c:v>6916</c:v>
                </c:pt>
                <c:pt idx="6916">
                  <c:v>6917</c:v>
                </c:pt>
                <c:pt idx="6917">
                  <c:v>6918</c:v>
                </c:pt>
                <c:pt idx="6918">
                  <c:v>6919</c:v>
                </c:pt>
                <c:pt idx="6919">
                  <c:v>6920</c:v>
                </c:pt>
                <c:pt idx="6920">
                  <c:v>6921</c:v>
                </c:pt>
                <c:pt idx="6921">
                  <c:v>6922</c:v>
                </c:pt>
                <c:pt idx="6922">
                  <c:v>6923</c:v>
                </c:pt>
                <c:pt idx="6923">
                  <c:v>6924</c:v>
                </c:pt>
                <c:pt idx="6924">
                  <c:v>6925</c:v>
                </c:pt>
                <c:pt idx="6925">
                  <c:v>6926</c:v>
                </c:pt>
                <c:pt idx="6926">
                  <c:v>6927</c:v>
                </c:pt>
                <c:pt idx="6927">
                  <c:v>6928</c:v>
                </c:pt>
                <c:pt idx="6928">
                  <c:v>6929</c:v>
                </c:pt>
                <c:pt idx="6929">
                  <c:v>6930</c:v>
                </c:pt>
                <c:pt idx="6930">
                  <c:v>6931</c:v>
                </c:pt>
                <c:pt idx="6931">
                  <c:v>6932</c:v>
                </c:pt>
                <c:pt idx="6932">
                  <c:v>6933</c:v>
                </c:pt>
                <c:pt idx="6933">
                  <c:v>6934</c:v>
                </c:pt>
                <c:pt idx="6934">
                  <c:v>6935</c:v>
                </c:pt>
                <c:pt idx="6935">
                  <c:v>6936</c:v>
                </c:pt>
                <c:pt idx="6936">
                  <c:v>6937</c:v>
                </c:pt>
                <c:pt idx="6937">
                  <c:v>6938</c:v>
                </c:pt>
                <c:pt idx="6938">
                  <c:v>6939</c:v>
                </c:pt>
                <c:pt idx="6939">
                  <c:v>6940</c:v>
                </c:pt>
                <c:pt idx="6940">
                  <c:v>6941</c:v>
                </c:pt>
                <c:pt idx="6941">
                  <c:v>6942</c:v>
                </c:pt>
                <c:pt idx="6942">
                  <c:v>6943</c:v>
                </c:pt>
                <c:pt idx="6943">
                  <c:v>6944</c:v>
                </c:pt>
                <c:pt idx="6944">
                  <c:v>6945</c:v>
                </c:pt>
                <c:pt idx="6945">
                  <c:v>6946</c:v>
                </c:pt>
                <c:pt idx="6946">
                  <c:v>6947</c:v>
                </c:pt>
                <c:pt idx="6947">
                  <c:v>6948</c:v>
                </c:pt>
                <c:pt idx="6948">
                  <c:v>6949</c:v>
                </c:pt>
                <c:pt idx="6949">
                  <c:v>6950</c:v>
                </c:pt>
                <c:pt idx="6950">
                  <c:v>6951</c:v>
                </c:pt>
                <c:pt idx="6951">
                  <c:v>6952</c:v>
                </c:pt>
                <c:pt idx="6952">
                  <c:v>6953</c:v>
                </c:pt>
                <c:pt idx="6953">
                  <c:v>6954</c:v>
                </c:pt>
                <c:pt idx="6954">
                  <c:v>6955</c:v>
                </c:pt>
                <c:pt idx="6955">
                  <c:v>6956</c:v>
                </c:pt>
                <c:pt idx="6956">
                  <c:v>6957</c:v>
                </c:pt>
                <c:pt idx="6957">
                  <c:v>6958</c:v>
                </c:pt>
                <c:pt idx="6958">
                  <c:v>6959</c:v>
                </c:pt>
                <c:pt idx="6959">
                  <c:v>6960</c:v>
                </c:pt>
                <c:pt idx="6960">
                  <c:v>6961</c:v>
                </c:pt>
                <c:pt idx="6961">
                  <c:v>6962</c:v>
                </c:pt>
                <c:pt idx="6962">
                  <c:v>6963</c:v>
                </c:pt>
                <c:pt idx="6963">
                  <c:v>6964</c:v>
                </c:pt>
                <c:pt idx="6964">
                  <c:v>6965</c:v>
                </c:pt>
                <c:pt idx="6965">
                  <c:v>6966</c:v>
                </c:pt>
                <c:pt idx="6966">
                  <c:v>6967</c:v>
                </c:pt>
                <c:pt idx="6967">
                  <c:v>6968</c:v>
                </c:pt>
                <c:pt idx="6968">
                  <c:v>6969</c:v>
                </c:pt>
                <c:pt idx="6969">
                  <c:v>6970</c:v>
                </c:pt>
                <c:pt idx="6970">
                  <c:v>6971</c:v>
                </c:pt>
                <c:pt idx="6971">
                  <c:v>6972</c:v>
                </c:pt>
                <c:pt idx="6972">
                  <c:v>6973</c:v>
                </c:pt>
                <c:pt idx="6973">
                  <c:v>6974</c:v>
                </c:pt>
                <c:pt idx="6974">
                  <c:v>6975</c:v>
                </c:pt>
                <c:pt idx="6975">
                  <c:v>6976</c:v>
                </c:pt>
                <c:pt idx="6976">
                  <c:v>6977</c:v>
                </c:pt>
                <c:pt idx="6977">
                  <c:v>6978</c:v>
                </c:pt>
                <c:pt idx="6978">
                  <c:v>6979</c:v>
                </c:pt>
                <c:pt idx="6979">
                  <c:v>6980</c:v>
                </c:pt>
                <c:pt idx="6980">
                  <c:v>6981</c:v>
                </c:pt>
                <c:pt idx="6981">
                  <c:v>6982</c:v>
                </c:pt>
                <c:pt idx="6982">
                  <c:v>6983</c:v>
                </c:pt>
                <c:pt idx="6983">
                  <c:v>6984</c:v>
                </c:pt>
                <c:pt idx="6984">
                  <c:v>6985</c:v>
                </c:pt>
                <c:pt idx="6985">
                  <c:v>6986</c:v>
                </c:pt>
                <c:pt idx="6986">
                  <c:v>6987</c:v>
                </c:pt>
                <c:pt idx="6987">
                  <c:v>6988</c:v>
                </c:pt>
                <c:pt idx="6988">
                  <c:v>6989</c:v>
                </c:pt>
                <c:pt idx="6989">
                  <c:v>6990</c:v>
                </c:pt>
                <c:pt idx="6990">
                  <c:v>6991</c:v>
                </c:pt>
                <c:pt idx="6991">
                  <c:v>6992</c:v>
                </c:pt>
                <c:pt idx="6992">
                  <c:v>6993</c:v>
                </c:pt>
                <c:pt idx="6993">
                  <c:v>6994</c:v>
                </c:pt>
                <c:pt idx="6994">
                  <c:v>6995</c:v>
                </c:pt>
                <c:pt idx="6995">
                  <c:v>6996</c:v>
                </c:pt>
                <c:pt idx="6996">
                  <c:v>6997</c:v>
                </c:pt>
                <c:pt idx="6997">
                  <c:v>6998</c:v>
                </c:pt>
                <c:pt idx="6998">
                  <c:v>6999</c:v>
                </c:pt>
                <c:pt idx="6999">
                  <c:v>7000</c:v>
                </c:pt>
                <c:pt idx="7000">
                  <c:v>7001</c:v>
                </c:pt>
                <c:pt idx="7001">
                  <c:v>7002</c:v>
                </c:pt>
                <c:pt idx="7002">
                  <c:v>7003</c:v>
                </c:pt>
                <c:pt idx="7003">
                  <c:v>7004</c:v>
                </c:pt>
                <c:pt idx="7004">
                  <c:v>7005</c:v>
                </c:pt>
                <c:pt idx="7005">
                  <c:v>7006</c:v>
                </c:pt>
                <c:pt idx="7006">
                  <c:v>7007</c:v>
                </c:pt>
                <c:pt idx="7007">
                  <c:v>7008</c:v>
                </c:pt>
                <c:pt idx="7008">
                  <c:v>7009</c:v>
                </c:pt>
                <c:pt idx="7009">
                  <c:v>7010</c:v>
                </c:pt>
                <c:pt idx="7010">
                  <c:v>7011</c:v>
                </c:pt>
                <c:pt idx="7011">
                  <c:v>7012</c:v>
                </c:pt>
                <c:pt idx="7012">
                  <c:v>7013</c:v>
                </c:pt>
                <c:pt idx="7013">
                  <c:v>7014</c:v>
                </c:pt>
                <c:pt idx="7014">
                  <c:v>7015</c:v>
                </c:pt>
                <c:pt idx="7015">
                  <c:v>7016</c:v>
                </c:pt>
                <c:pt idx="7016">
                  <c:v>7017</c:v>
                </c:pt>
                <c:pt idx="7017">
                  <c:v>7018</c:v>
                </c:pt>
                <c:pt idx="7018">
                  <c:v>7019</c:v>
                </c:pt>
                <c:pt idx="7019">
                  <c:v>7020</c:v>
                </c:pt>
                <c:pt idx="7020">
                  <c:v>7021</c:v>
                </c:pt>
                <c:pt idx="7021">
                  <c:v>7022</c:v>
                </c:pt>
                <c:pt idx="7022">
                  <c:v>7023</c:v>
                </c:pt>
                <c:pt idx="7023">
                  <c:v>7024</c:v>
                </c:pt>
                <c:pt idx="7024">
                  <c:v>7025</c:v>
                </c:pt>
                <c:pt idx="7025">
                  <c:v>7026</c:v>
                </c:pt>
                <c:pt idx="7026">
                  <c:v>7027</c:v>
                </c:pt>
                <c:pt idx="7027">
                  <c:v>7028</c:v>
                </c:pt>
                <c:pt idx="7028">
                  <c:v>7029</c:v>
                </c:pt>
                <c:pt idx="7029">
                  <c:v>7030</c:v>
                </c:pt>
                <c:pt idx="7030">
                  <c:v>7031</c:v>
                </c:pt>
                <c:pt idx="7031">
                  <c:v>7032</c:v>
                </c:pt>
                <c:pt idx="7032">
                  <c:v>7033</c:v>
                </c:pt>
                <c:pt idx="7033">
                  <c:v>7034</c:v>
                </c:pt>
                <c:pt idx="7034">
                  <c:v>7035</c:v>
                </c:pt>
                <c:pt idx="7035">
                  <c:v>7036</c:v>
                </c:pt>
                <c:pt idx="7036">
                  <c:v>7037</c:v>
                </c:pt>
                <c:pt idx="7037">
                  <c:v>7038</c:v>
                </c:pt>
                <c:pt idx="7038">
                  <c:v>7039</c:v>
                </c:pt>
                <c:pt idx="7039">
                  <c:v>7040</c:v>
                </c:pt>
                <c:pt idx="7040">
                  <c:v>7041</c:v>
                </c:pt>
                <c:pt idx="7041">
                  <c:v>7042</c:v>
                </c:pt>
                <c:pt idx="7042">
                  <c:v>7043</c:v>
                </c:pt>
                <c:pt idx="7043">
                  <c:v>7044</c:v>
                </c:pt>
                <c:pt idx="7044">
                  <c:v>7045</c:v>
                </c:pt>
                <c:pt idx="7045">
                  <c:v>7046</c:v>
                </c:pt>
                <c:pt idx="7046">
                  <c:v>7047</c:v>
                </c:pt>
                <c:pt idx="7047">
                  <c:v>7048</c:v>
                </c:pt>
                <c:pt idx="7048">
                  <c:v>7049</c:v>
                </c:pt>
                <c:pt idx="7049">
                  <c:v>7050</c:v>
                </c:pt>
                <c:pt idx="7050">
                  <c:v>7051</c:v>
                </c:pt>
                <c:pt idx="7051">
                  <c:v>7052</c:v>
                </c:pt>
                <c:pt idx="7052">
                  <c:v>7053</c:v>
                </c:pt>
                <c:pt idx="7053">
                  <c:v>7054</c:v>
                </c:pt>
                <c:pt idx="7054">
                  <c:v>7055</c:v>
                </c:pt>
                <c:pt idx="7055">
                  <c:v>7056</c:v>
                </c:pt>
                <c:pt idx="7056">
                  <c:v>7057</c:v>
                </c:pt>
                <c:pt idx="7057">
                  <c:v>7058</c:v>
                </c:pt>
                <c:pt idx="7058">
                  <c:v>7059</c:v>
                </c:pt>
                <c:pt idx="7059">
                  <c:v>7060</c:v>
                </c:pt>
                <c:pt idx="7060">
                  <c:v>7061</c:v>
                </c:pt>
                <c:pt idx="7061">
                  <c:v>7062</c:v>
                </c:pt>
                <c:pt idx="7062">
                  <c:v>7063</c:v>
                </c:pt>
                <c:pt idx="7063">
                  <c:v>7064</c:v>
                </c:pt>
                <c:pt idx="7064">
                  <c:v>7065</c:v>
                </c:pt>
                <c:pt idx="7065">
                  <c:v>7066</c:v>
                </c:pt>
                <c:pt idx="7066">
                  <c:v>7067</c:v>
                </c:pt>
                <c:pt idx="7067">
                  <c:v>7068</c:v>
                </c:pt>
                <c:pt idx="7068">
                  <c:v>7069</c:v>
                </c:pt>
                <c:pt idx="7069">
                  <c:v>7070</c:v>
                </c:pt>
                <c:pt idx="7070">
                  <c:v>7071</c:v>
                </c:pt>
                <c:pt idx="7071">
                  <c:v>7072</c:v>
                </c:pt>
                <c:pt idx="7072">
                  <c:v>7073</c:v>
                </c:pt>
                <c:pt idx="7073">
                  <c:v>7074</c:v>
                </c:pt>
                <c:pt idx="7074">
                  <c:v>7075</c:v>
                </c:pt>
                <c:pt idx="7075">
                  <c:v>7076</c:v>
                </c:pt>
                <c:pt idx="7076">
                  <c:v>7077</c:v>
                </c:pt>
                <c:pt idx="7077">
                  <c:v>7078</c:v>
                </c:pt>
                <c:pt idx="7078">
                  <c:v>7079</c:v>
                </c:pt>
                <c:pt idx="7079">
                  <c:v>7080</c:v>
                </c:pt>
                <c:pt idx="7080">
                  <c:v>7081</c:v>
                </c:pt>
                <c:pt idx="7081">
                  <c:v>7082</c:v>
                </c:pt>
                <c:pt idx="7082">
                  <c:v>7083</c:v>
                </c:pt>
                <c:pt idx="7083">
                  <c:v>7084</c:v>
                </c:pt>
                <c:pt idx="7084">
                  <c:v>7085</c:v>
                </c:pt>
                <c:pt idx="7085">
                  <c:v>7086</c:v>
                </c:pt>
                <c:pt idx="7086">
                  <c:v>7087</c:v>
                </c:pt>
                <c:pt idx="7087">
                  <c:v>7088</c:v>
                </c:pt>
                <c:pt idx="7088">
                  <c:v>7089</c:v>
                </c:pt>
                <c:pt idx="7089">
                  <c:v>7090</c:v>
                </c:pt>
                <c:pt idx="7090">
                  <c:v>7091</c:v>
                </c:pt>
                <c:pt idx="7091">
                  <c:v>7092</c:v>
                </c:pt>
                <c:pt idx="7092">
                  <c:v>7093</c:v>
                </c:pt>
                <c:pt idx="7093">
                  <c:v>7094</c:v>
                </c:pt>
                <c:pt idx="7094">
                  <c:v>7095</c:v>
                </c:pt>
                <c:pt idx="7095">
                  <c:v>7096</c:v>
                </c:pt>
                <c:pt idx="7096">
                  <c:v>7097</c:v>
                </c:pt>
                <c:pt idx="7097">
                  <c:v>7098</c:v>
                </c:pt>
                <c:pt idx="7098">
                  <c:v>7099</c:v>
                </c:pt>
                <c:pt idx="7099">
                  <c:v>7100</c:v>
                </c:pt>
                <c:pt idx="7100">
                  <c:v>7101</c:v>
                </c:pt>
                <c:pt idx="7101">
                  <c:v>7102</c:v>
                </c:pt>
                <c:pt idx="7102">
                  <c:v>7103</c:v>
                </c:pt>
                <c:pt idx="7103">
                  <c:v>7104</c:v>
                </c:pt>
                <c:pt idx="7104">
                  <c:v>7105</c:v>
                </c:pt>
                <c:pt idx="7105">
                  <c:v>7106</c:v>
                </c:pt>
                <c:pt idx="7106">
                  <c:v>7107</c:v>
                </c:pt>
                <c:pt idx="7107">
                  <c:v>7108</c:v>
                </c:pt>
                <c:pt idx="7108">
                  <c:v>7109</c:v>
                </c:pt>
                <c:pt idx="7109">
                  <c:v>7110</c:v>
                </c:pt>
                <c:pt idx="7110">
                  <c:v>7111</c:v>
                </c:pt>
                <c:pt idx="7111">
                  <c:v>7112</c:v>
                </c:pt>
                <c:pt idx="7112">
                  <c:v>7113</c:v>
                </c:pt>
                <c:pt idx="7113">
                  <c:v>7114</c:v>
                </c:pt>
                <c:pt idx="7114">
                  <c:v>7115</c:v>
                </c:pt>
                <c:pt idx="7115">
                  <c:v>7116</c:v>
                </c:pt>
                <c:pt idx="7116">
                  <c:v>7117</c:v>
                </c:pt>
                <c:pt idx="7117">
                  <c:v>7118</c:v>
                </c:pt>
                <c:pt idx="7118">
                  <c:v>7119</c:v>
                </c:pt>
                <c:pt idx="7119">
                  <c:v>7120</c:v>
                </c:pt>
                <c:pt idx="7120">
                  <c:v>7121</c:v>
                </c:pt>
                <c:pt idx="7121">
                  <c:v>7122</c:v>
                </c:pt>
                <c:pt idx="7122">
                  <c:v>7123</c:v>
                </c:pt>
                <c:pt idx="7123">
                  <c:v>7124</c:v>
                </c:pt>
                <c:pt idx="7124">
                  <c:v>7125</c:v>
                </c:pt>
                <c:pt idx="7125">
                  <c:v>7126</c:v>
                </c:pt>
                <c:pt idx="7126">
                  <c:v>7127</c:v>
                </c:pt>
                <c:pt idx="7127">
                  <c:v>7128</c:v>
                </c:pt>
                <c:pt idx="7128">
                  <c:v>7129</c:v>
                </c:pt>
                <c:pt idx="7129">
                  <c:v>7130</c:v>
                </c:pt>
                <c:pt idx="7130">
                  <c:v>7131</c:v>
                </c:pt>
                <c:pt idx="7131">
                  <c:v>7132</c:v>
                </c:pt>
                <c:pt idx="7132">
                  <c:v>7133</c:v>
                </c:pt>
                <c:pt idx="7133">
                  <c:v>7134</c:v>
                </c:pt>
                <c:pt idx="7134">
                  <c:v>7135</c:v>
                </c:pt>
                <c:pt idx="7135">
                  <c:v>7136</c:v>
                </c:pt>
                <c:pt idx="7136">
                  <c:v>7137</c:v>
                </c:pt>
                <c:pt idx="7137">
                  <c:v>7138</c:v>
                </c:pt>
                <c:pt idx="7138">
                  <c:v>7139</c:v>
                </c:pt>
                <c:pt idx="7139">
                  <c:v>7140</c:v>
                </c:pt>
                <c:pt idx="7140">
                  <c:v>7141</c:v>
                </c:pt>
                <c:pt idx="7141">
                  <c:v>7142</c:v>
                </c:pt>
                <c:pt idx="7142">
                  <c:v>7143</c:v>
                </c:pt>
                <c:pt idx="7143">
                  <c:v>7144</c:v>
                </c:pt>
                <c:pt idx="7144">
                  <c:v>7145</c:v>
                </c:pt>
                <c:pt idx="7145">
                  <c:v>7146</c:v>
                </c:pt>
                <c:pt idx="7146">
                  <c:v>7147</c:v>
                </c:pt>
                <c:pt idx="7147">
                  <c:v>7148</c:v>
                </c:pt>
                <c:pt idx="7148">
                  <c:v>7149</c:v>
                </c:pt>
                <c:pt idx="7149">
                  <c:v>7150</c:v>
                </c:pt>
                <c:pt idx="7150">
                  <c:v>7151</c:v>
                </c:pt>
                <c:pt idx="7151">
                  <c:v>7152</c:v>
                </c:pt>
                <c:pt idx="7152">
                  <c:v>7153</c:v>
                </c:pt>
                <c:pt idx="7153">
                  <c:v>7154</c:v>
                </c:pt>
                <c:pt idx="7154">
                  <c:v>7155</c:v>
                </c:pt>
                <c:pt idx="7155">
                  <c:v>7156</c:v>
                </c:pt>
                <c:pt idx="7156">
                  <c:v>7157</c:v>
                </c:pt>
                <c:pt idx="7157">
                  <c:v>7158</c:v>
                </c:pt>
                <c:pt idx="7158">
                  <c:v>7159</c:v>
                </c:pt>
                <c:pt idx="7159">
                  <c:v>7160</c:v>
                </c:pt>
                <c:pt idx="7160">
                  <c:v>7161</c:v>
                </c:pt>
                <c:pt idx="7161">
                  <c:v>7162</c:v>
                </c:pt>
                <c:pt idx="7162">
                  <c:v>7163</c:v>
                </c:pt>
                <c:pt idx="7163">
                  <c:v>7164</c:v>
                </c:pt>
                <c:pt idx="7164">
                  <c:v>7165</c:v>
                </c:pt>
                <c:pt idx="7165">
                  <c:v>7166</c:v>
                </c:pt>
                <c:pt idx="7166">
                  <c:v>7167</c:v>
                </c:pt>
                <c:pt idx="7167">
                  <c:v>7168</c:v>
                </c:pt>
                <c:pt idx="7168">
                  <c:v>7169</c:v>
                </c:pt>
                <c:pt idx="7169">
                  <c:v>7170</c:v>
                </c:pt>
                <c:pt idx="7170">
                  <c:v>7171</c:v>
                </c:pt>
                <c:pt idx="7171">
                  <c:v>7172</c:v>
                </c:pt>
                <c:pt idx="7172">
                  <c:v>7173</c:v>
                </c:pt>
                <c:pt idx="7173">
                  <c:v>7174</c:v>
                </c:pt>
                <c:pt idx="7174">
                  <c:v>7175</c:v>
                </c:pt>
                <c:pt idx="7175">
                  <c:v>7176</c:v>
                </c:pt>
                <c:pt idx="7176">
                  <c:v>7177</c:v>
                </c:pt>
                <c:pt idx="7177">
                  <c:v>7178</c:v>
                </c:pt>
                <c:pt idx="7178">
                  <c:v>7179</c:v>
                </c:pt>
                <c:pt idx="7179">
                  <c:v>7180</c:v>
                </c:pt>
                <c:pt idx="7180">
                  <c:v>7181</c:v>
                </c:pt>
                <c:pt idx="7181">
                  <c:v>7182</c:v>
                </c:pt>
                <c:pt idx="7182">
                  <c:v>7183</c:v>
                </c:pt>
                <c:pt idx="7183">
                  <c:v>7184</c:v>
                </c:pt>
                <c:pt idx="7184">
                  <c:v>7185</c:v>
                </c:pt>
                <c:pt idx="7185">
                  <c:v>7186</c:v>
                </c:pt>
                <c:pt idx="7186">
                  <c:v>7187</c:v>
                </c:pt>
                <c:pt idx="7187">
                  <c:v>7188</c:v>
                </c:pt>
                <c:pt idx="7188">
                  <c:v>7189</c:v>
                </c:pt>
                <c:pt idx="7189">
                  <c:v>7190</c:v>
                </c:pt>
                <c:pt idx="7190">
                  <c:v>7191</c:v>
                </c:pt>
                <c:pt idx="7191">
                  <c:v>7192</c:v>
                </c:pt>
                <c:pt idx="7192">
                  <c:v>7193</c:v>
                </c:pt>
                <c:pt idx="7193">
                  <c:v>7194</c:v>
                </c:pt>
                <c:pt idx="7194">
                  <c:v>7195</c:v>
                </c:pt>
                <c:pt idx="7195">
                  <c:v>7196</c:v>
                </c:pt>
                <c:pt idx="7196">
                  <c:v>7197</c:v>
                </c:pt>
                <c:pt idx="7197">
                  <c:v>7198</c:v>
                </c:pt>
                <c:pt idx="7198">
                  <c:v>7199</c:v>
                </c:pt>
                <c:pt idx="7199">
                  <c:v>7200</c:v>
                </c:pt>
                <c:pt idx="7200">
                  <c:v>7201</c:v>
                </c:pt>
                <c:pt idx="7201">
                  <c:v>7202</c:v>
                </c:pt>
                <c:pt idx="7202">
                  <c:v>7203</c:v>
                </c:pt>
                <c:pt idx="7203">
                  <c:v>7204</c:v>
                </c:pt>
                <c:pt idx="7204">
                  <c:v>7205</c:v>
                </c:pt>
                <c:pt idx="7205">
                  <c:v>7206</c:v>
                </c:pt>
                <c:pt idx="7206">
                  <c:v>7207</c:v>
                </c:pt>
                <c:pt idx="7207">
                  <c:v>7208</c:v>
                </c:pt>
                <c:pt idx="7208">
                  <c:v>7209</c:v>
                </c:pt>
                <c:pt idx="7209">
                  <c:v>7210</c:v>
                </c:pt>
                <c:pt idx="7210">
                  <c:v>7211</c:v>
                </c:pt>
                <c:pt idx="7211">
                  <c:v>7212</c:v>
                </c:pt>
                <c:pt idx="7212">
                  <c:v>7213</c:v>
                </c:pt>
                <c:pt idx="7213">
                  <c:v>7214</c:v>
                </c:pt>
                <c:pt idx="7214">
                  <c:v>7215</c:v>
                </c:pt>
                <c:pt idx="7215">
                  <c:v>7216</c:v>
                </c:pt>
                <c:pt idx="7216">
                  <c:v>7217</c:v>
                </c:pt>
                <c:pt idx="7217">
                  <c:v>7218</c:v>
                </c:pt>
                <c:pt idx="7218">
                  <c:v>7219</c:v>
                </c:pt>
                <c:pt idx="7219">
                  <c:v>7220</c:v>
                </c:pt>
                <c:pt idx="7220">
                  <c:v>7221</c:v>
                </c:pt>
                <c:pt idx="7221">
                  <c:v>7222</c:v>
                </c:pt>
                <c:pt idx="7222">
                  <c:v>7223</c:v>
                </c:pt>
                <c:pt idx="7223">
                  <c:v>7224</c:v>
                </c:pt>
                <c:pt idx="7224">
                  <c:v>7225</c:v>
                </c:pt>
                <c:pt idx="7225">
                  <c:v>7226</c:v>
                </c:pt>
                <c:pt idx="7226">
                  <c:v>7227</c:v>
                </c:pt>
                <c:pt idx="7227">
                  <c:v>7228</c:v>
                </c:pt>
                <c:pt idx="7228">
                  <c:v>7229</c:v>
                </c:pt>
                <c:pt idx="7229">
                  <c:v>7230</c:v>
                </c:pt>
                <c:pt idx="7230">
                  <c:v>7231</c:v>
                </c:pt>
                <c:pt idx="7231">
                  <c:v>7232</c:v>
                </c:pt>
                <c:pt idx="7232">
                  <c:v>7233</c:v>
                </c:pt>
                <c:pt idx="7233">
                  <c:v>7234</c:v>
                </c:pt>
                <c:pt idx="7234">
                  <c:v>7235</c:v>
                </c:pt>
                <c:pt idx="7235">
                  <c:v>7236</c:v>
                </c:pt>
                <c:pt idx="7236">
                  <c:v>7237</c:v>
                </c:pt>
                <c:pt idx="7237">
                  <c:v>7238</c:v>
                </c:pt>
                <c:pt idx="7238">
                  <c:v>7239</c:v>
                </c:pt>
                <c:pt idx="7239">
                  <c:v>7240</c:v>
                </c:pt>
                <c:pt idx="7240">
                  <c:v>7241</c:v>
                </c:pt>
                <c:pt idx="7241">
                  <c:v>7242</c:v>
                </c:pt>
                <c:pt idx="7242">
                  <c:v>7243</c:v>
                </c:pt>
                <c:pt idx="7243">
                  <c:v>7244</c:v>
                </c:pt>
                <c:pt idx="7244">
                  <c:v>7245</c:v>
                </c:pt>
                <c:pt idx="7245">
                  <c:v>7246</c:v>
                </c:pt>
                <c:pt idx="7246">
                  <c:v>7247</c:v>
                </c:pt>
                <c:pt idx="7247">
                  <c:v>7248</c:v>
                </c:pt>
                <c:pt idx="7248">
                  <c:v>7249</c:v>
                </c:pt>
                <c:pt idx="7249">
                  <c:v>7250</c:v>
                </c:pt>
                <c:pt idx="7250">
                  <c:v>7251</c:v>
                </c:pt>
                <c:pt idx="7251">
                  <c:v>7252</c:v>
                </c:pt>
                <c:pt idx="7252">
                  <c:v>7253</c:v>
                </c:pt>
                <c:pt idx="7253">
                  <c:v>7254</c:v>
                </c:pt>
                <c:pt idx="7254">
                  <c:v>7255</c:v>
                </c:pt>
                <c:pt idx="7255">
                  <c:v>7256</c:v>
                </c:pt>
                <c:pt idx="7256">
                  <c:v>7257</c:v>
                </c:pt>
                <c:pt idx="7257">
                  <c:v>7258</c:v>
                </c:pt>
                <c:pt idx="7258">
                  <c:v>7259</c:v>
                </c:pt>
                <c:pt idx="7259">
                  <c:v>7260</c:v>
                </c:pt>
                <c:pt idx="7260">
                  <c:v>7261</c:v>
                </c:pt>
                <c:pt idx="7261">
                  <c:v>7262</c:v>
                </c:pt>
                <c:pt idx="7262">
                  <c:v>7263</c:v>
                </c:pt>
                <c:pt idx="7263">
                  <c:v>7264</c:v>
                </c:pt>
                <c:pt idx="7264">
                  <c:v>7265</c:v>
                </c:pt>
                <c:pt idx="7265">
                  <c:v>7266</c:v>
                </c:pt>
                <c:pt idx="7266">
                  <c:v>7267</c:v>
                </c:pt>
                <c:pt idx="7267">
                  <c:v>7268</c:v>
                </c:pt>
                <c:pt idx="7268">
                  <c:v>7269</c:v>
                </c:pt>
                <c:pt idx="7269">
                  <c:v>7270</c:v>
                </c:pt>
                <c:pt idx="7270">
                  <c:v>7271</c:v>
                </c:pt>
                <c:pt idx="7271">
                  <c:v>7272</c:v>
                </c:pt>
                <c:pt idx="7272">
                  <c:v>7273</c:v>
                </c:pt>
                <c:pt idx="7273">
                  <c:v>7274</c:v>
                </c:pt>
                <c:pt idx="7274">
                  <c:v>7275</c:v>
                </c:pt>
                <c:pt idx="7275">
                  <c:v>7276</c:v>
                </c:pt>
                <c:pt idx="7276">
                  <c:v>7277</c:v>
                </c:pt>
                <c:pt idx="7277">
                  <c:v>7278</c:v>
                </c:pt>
                <c:pt idx="7278">
                  <c:v>7279</c:v>
                </c:pt>
                <c:pt idx="7279">
                  <c:v>7280</c:v>
                </c:pt>
                <c:pt idx="7280">
                  <c:v>7281</c:v>
                </c:pt>
                <c:pt idx="7281">
                  <c:v>7282</c:v>
                </c:pt>
                <c:pt idx="7282">
                  <c:v>7283</c:v>
                </c:pt>
                <c:pt idx="7283">
                  <c:v>7284</c:v>
                </c:pt>
                <c:pt idx="7284">
                  <c:v>7285</c:v>
                </c:pt>
                <c:pt idx="7285">
                  <c:v>7286</c:v>
                </c:pt>
                <c:pt idx="7286">
                  <c:v>7287</c:v>
                </c:pt>
                <c:pt idx="7287">
                  <c:v>7288</c:v>
                </c:pt>
                <c:pt idx="7288">
                  <c:v>7289</c:v>
                </c:pt>
                <c:pt idx="7289">
                  <c:v>7290</c:v>
                </c:pt>
                <c:pt idx="7290">
                  <c:v>7291</c:v>
                </c:pt>
                <c:pt idx="7291">
                  <c:v>7292</c:v>
                </c:pt>
                <c:pt idx="7292">
                  <c:v>7293</c:v>
                </c:pt>
                <c:pt idx="7293">
                  <c:v>7294</c:v>
                </c:pt>
                <c:pt idx="7294">
                  <c:v>7295</c:v>
                </c:pt>
                <c:pt idx="7295">
                  <c:v>7296</c:v>
                </c:pt>
                <c:pt idx="7296">
                  <c:v>7297</c:v>
                </c:pt>
                <c:pt idx="7297">
                  <c:v>7298</c:v>
                </c:pt>
                <c:pt idx="7298">
                  <c:v>7299</c:v>
                </c:pt>
                <c:pt idx="7299">
                  <c:v>7300</c:v>
                </c:pt>
                <c:pt idx="7300">
                  <c:v>7301</c:v>
                </c:pt>
                <c:pt idx="7301">
                  <c:v>7302</c:v>
                </c:pt>
                <c:pt idx="7302">
                  <c:v>7303</c:v>
                </c:pt>
                <c:pt idx="7303">
                  <c:v>7304</c:v>
                </c:pt>
                <c:pt idx="7304">
                  <c:v>7305</c:v>
                </c:pt>
                <c:pt idx="7305">
                  <c:v>7306</c:v>
                </c:pt>
                <c:pt idx="7306">
                  <c:v>7307</c:v>
                </c:pt>
                <c:pt idx="7307">
                  <c:v>7308</c:v>
                </c:pt>
                <c:pt idx="7308">
                  <c:v>7309</c:v>
                </c:pt>
                <c:pt idx="7309">
                  <c:v>7310</c:v>
                </c:pt>
                <c:pt idx="7310">
                  <c:v>7311</c:v>
                </c:pt>
                <c:pt idx="7311">
                  <c:v>7312</c:v>
                </c:pt>
                <c:pt idx="7312">
                  <c:v>7313</c:v>
                </c:pt>
                <c:pt idx="7313">
                  <c:v>7314</c:v>
                </c:pt>
                <c:pt idx="7314">
                  <c:v>7315</c:v>
                </c:pt>
                <c:pt idx="7315">
                  <c:v>7316</c:v>
                </c:pt>
                <c:pt idx="7316">
                  <c:v>7317</c:v>
                </c:pt>
                <c:pt idx="7317">
                  <c:v>7318</c:v>
                </c:pt>
                <c:pt idx="7318">
                  <c:v>7319</c:v>
                </c:pt>
                <c:pt idx="7319">
                  <c:v>7320</c:v>
                </c:pt>
                <c:pt idx="7320">
                  <c:v>7321</c:v>
                </c:pt>
                <c:pt idx="7321">
                  <c:v>7322</c:v>
                </c:pt>
                <c:pt idx="7322">
                  <c:v>7323</c:v>
                </c:pt>
                <c:pt idx="7323">
                  <c:v>7324</c:v>
                </c:pt>
                <c:pt idx="7324">
                  <c:v>7325</c:v>
                </c:pt>
                <c:pt idx="7325">
                  <c:v>7326</c:v>
                </c:pt>
                <c:pt idx="7326">
                  <c:v>7327</c:v>
                </c:pt>
                <c:pt idx="7327">
                  <c:v>7328</c:v>
                </c:pt>
                <c:pt idx="7328">
                  <c:v>7329</c:v>
                </c:pt>
                <c:pt idx="7329">
                  <c:v>7330</c:v>
                </c:pt>
                <c:pt idx="7330">
                  <c:v>7331</c:v>
                </c:pt>
                <c:pt idx="7331">
                  <c:v>7332</c:v>
                </c:pt>
                <c:pt idx="7332">
                  <c:v>7333</c:v>
                </c:pt>
                <c:pt idx="7333">
                  <c:v>7334</c:v>
                </c:pt>
                <c:pt idx="7334">
                  <c:v>7335</c:v>
                </c:pt>
                <c:pt idx="7335">
                  <c:v>7336</c:v>
                </c:pt>
                <c:pt idx="7336">
                  <c:v>7337</c:v>
                </c:pt>
                <c:pt idx="7337">
                  <c:v>7338</c:v>
                </c:pt>
                <c:pt idx="7338">
                  <c:v>7339</c:v>
                </c:pt>
                <c:pt idx="7339">
                  <c:v>7340</c:v>
                </c:pt>
                <c:pt idx="7340">
                  <c:v>7341</c:v>
                </c:pt>
                <c:pt idx="7341">
                  <c:v>7342</c:v>
                </c:pt>
                <c:pt idx="7342">
                  <c:v>7343</c:v>
                </c:pt>
                <c:pt idx="7343">
                  <c:v>7344</c:v>
                </c:pt>
                <c:pt idx="7344">
                  <c:v>7345</c:v>
                </c:pt>
                <c:pt idx="7345">
                  <c:v>7346</c:v>
                </c:pt>
                <c:pt idx="7346">
                  <c:v>7347</c:v>
                </c:pt>
                <c:pt idx="7347">
                  <c:v>7348</c:v>
                </c:pt>
                <c:pt idx="7348">
                  <c:v>7349</c:v>
                </c:pt>
                <c:pt idx="7349">
                  <c:v>7350</c:v>
                </c:pt>
                <c:pt idx="7350">
                  <c:v>7351</c:v>
                </c:pt>
                <c:pt idx="7351">
                  <c:v>7352</c:v>
                </c:pt>
                <c:pt idx="7352">
                  <c:v>7353</c:v>
                </c:pt>
                <c:pt idx="7353">
                  <c:v>7354</c:v>
                </c:pt>
                <c:pt idx="7354">
                  <c:v>7355</c:v>
                </c:pt>
                <c:pt idx="7355">
                  <c:v>7356</c:v>
                </c:pt>
                <c:pt idx="7356">
                  <c:v>7357</c:v>
                </c:pt>
                <c:pt idx="7357">
                  <c:v>7358</c:v>
                </c:pt>
                <c:pt idx="7358">
                  <c:v>7359</c:v>
                </c:pt>
                <c:pt idx="7359">
                  <c:v>7360</c:v>
                </c:pt>
                <c:pt idx="7360">
                  <c:v>7361</c:v>
                </c:pt>
                <c:pt idx="7361">
                  <c:v>7362</c:v>
                </c:pt>
                <c:pt idx="7362">
                  <c:v>7363</c:v>
                </c:pt>
                <c:pt idx="7363">
                  <c:v>7364</c:v>
                </c:pt>
                <c:pt idx="7364">
                  <c:v>7365</c:v>
                </c:pt>
                <c:pt idx="7365">
                  <c:v>7366</c:v>
                </c:pt>
                <c:pt idx="7366">
                  <c:v>7367</c:v>
                </c:pt>
                <c:pt idx="7367">
                  <c:v>7368</c:v>
                </c:pt>
                <c:pt idx="7368">
                  <c:v>7369</c:v>
                </c:pt>
                <c:pt idx="7369">
                  <c:v>7370</c:v>
                </c:pt>
                <c:pt idx="7370">
                  <c:v>7371</c:v>
                </c:pt>
                <c:pt idx="7371">
                  <c:v>7372</c:v>
                </c:pt>
                <c:pt idx="7372">
                  <c:v>7373</c:v>
                </c:pt>
                <c:pt idx="7373">
                  <c:v>7374</c:v>
                </c:pt>
                <c:pt idx="7374">
                  <c:v>7375</c:v>
                </c:pt>
                <c:pt idx="7375">
                  <c:v>7376</c:v>
                </c:pt>
                <c:pt idx="7376">
                  <c:v>7377</c:v>
                </c:pt>
                <c:pt idx="7377">
                  <c:v>7378</c:v>
                </c:pt>
                <c:pt idx="7378">
                  <c:v>7379</c:v>
                </c:pt>
                <c:pt idx="7379">
                  <c:v>7380</c:v>
                </c:pt>
                <c:pt idx="7380">
                  <c:v>7381</c:v>
                </c:pt>
                <c:pt idx="7381">
                  <c:v>7382</c:v>
                </c:pt>
                <c:pt idx="7382">
                  <c:v>7383</c:v>
                </c:pt>
                <c:pt idx="7383">
                  <c:v>7384</c:v>
                </c:pt>
                <c:pt idx="7384">
                  <c:v>7385</c:v>
                </c:pt>
                <c:pt idx="7385">
                  <c:v>7386</c:v>
                </c:pt>
                <c:pt idx="7386">
                  <c:v>7387</c:v>
                </c:pt>
                <c:pt idx="7387">
                  <c:v>7388</c:v>
                </c:pt>
                <c:pt idx="7388">
                  <c:v>7389</c:v>
                </c:pt>
                <c:pt idx="7389">
                  <c:v>7390</c:v>
                </c:pt>
                <c:pt idx="7390">
                  <c:v>7391</c:v>
                </c:pt>
                <c:pt idx="7391">
                  <c:v>7392</c:v>
                </c:pt>
                <c:pt idx="7392">
                  <c:v>7393</c:v>
                </c:pt>
                <c:pt idx="7393">
                  <c:v>7394</c:v>
                </c:pt>
                <c:pt idx="7394">
                  <c:v>7395</c:v>
                </c:pt>
                <c:pt idx="7395">
                  <c:v>7396</c:v>
                </c:pt>
                <c:pt idx="7396">
                  <c:v>7397</c:v>
                </c:pt>
                <c:pt idx="7397">
                  <c:v>7398</c:v>
                </c:pt>
                <c:pt idx="7398">
                  <c:v>7399</c:v>
                </c:pt>
                <c:pt idx="7399">
                  <c:v>7400</c:v>
                </c:pt>
                <c:pt idx="7400">
                  <c:v>7401</c:v>
                </c:pt>
                <c:pt idx="7401">
                  <c:v>7402</c:v>
                </c:pt>
                <c:pt idx="7402">
                  <c:v>7403</c:v>
                </c:pt>
                <c:pt idx="7403">
                  <c:v>7404</c:v>
                </c:pt>
                <c:pt idx="7404">
                  <c:v>7405</c:v>
                </c:pt>
                <c:pt idx="7405">
                  <c:v>7406</c:v>
                </c:pt>
                <c:pt idx="7406">
                  <c:v>7407</c:v>
                </c:pt>
                <c:pt idx="7407">
                  <c:v>7408</c:v>
                </c:pt>
                <c:pt idx="7408">
                  <c:v>7409</c:v>
                </c:pt>
                <c:pt idx="7409">
                  <c:v>7410</c:v>
                </c:pt>
                <c:pt idx="7410">
                  <c:v>7411</c:v>
                </c:pt>
                <c:pt idx="7411">
                  <c:v>7412</c:v>
                </c:pt>
                <c:pt idx="7412">
                  <c:v>7413</c:v>
                </c:pt>
                <c:pt idx="7413">
                  <c:v>7414</c:v>
                </c:pt>
                <c:pt idx="7414">
                  <c:v>7415</c:v>
                </c:pt>
                <c:pt idx="7415">
                  <c:v>7416</c:v>
                </c:pt>
                <c:pt idx="7416">
                  <c:v>7417</c:v>
                </c:pt>
                <c:pt idx="7417">
                  <c:v>7418</c:v>
                </c:pt>
                <c:pt idx="7418">
                  <c:v>7419</c:v>
                </c:pt>
                <c:pt idx="7419">
                  <c:v>7420</c:v>
                </c:pt>
                <c:pt idx="7420">
                  <c:v>7421</c:v>
                </c:pt>
                <c:pt idx="7421">
                  <c:v>7422</c:v>
                </c:pt>
                <c:pt idx="7422">
                  <c:v>7423</c:v>
                </c:pt>
                <c:pt idx="7423">
                  <c:v>7424</c:v>
                </c:pt>
                <c:pt idx="7424">
                  <c:v>7425</c:v>
                </c:pt>
                <c:pt idx="7425">
                  <c:v>7426</c:v>
                </c:pt>
                <c:pt idx="7426">
                  <c:v>7427</c:v>
                </c:pt>
                <c:pt idx="7427">
                  <c:v>7428</c:v>
                </c:pt>
                <c:pt idx="7428">
                  <c:v>7429</c:v>
                </c:pt>
                <c:pt idx="7429">
                  <c:v>7430</c:v>
                </c:pt>
                <c:pt idx="7430">
                  <c:v>7431</c:v>
                </c:pt>
                <c:pt idx="7431">
                  <c:v>7432</c:v>
                </c:pt>
                <c:pt idx="7432">
                  <c:v>7433</c:v>
                </c:pt>
                <c:pt idx="7433">
                  <c:v>7434</c:v>
                </c:pt>
                <c:pt idx="7434">
                  <c:v>7435</c:v>
                </c:pt>
                <c:pt idx="7435">
                  <c:v>7436</c:v>
                </c:pt>
                <c:pt idx="7436">
                  <c:v>7437</c:v>
                </c:pt>
                <c:pt idx="7437">
                  <c:v>7438</c:v>
                </c:pt>
                <c:pt idx="7438">
                  <c:v>7439</c:v>
                </c:pt>
                <c:pt idx="7439">
                  <c:v>7440</c:v>
                </c:pt>
                <c:pt idx="7440">
                  <c:v>7441</c:v>
                </c:pt>
                <c:pt idx="7441">
                  <c:v>7442</c:v>
                </c:pt>
                <c:pt idx="7442">
                  <c:v>7443</c:v>
                </c:pt>
                <c:pt idx="7443">
                  <c:v>7444</c:v>
                </c:pt>
                <c:pt idx="7444">
                  <c:v>7445</c:v>
                </c:pt>
                <c:pt idx="7445">
                  <c:v>7446</c:v>
                </c:pt>
                <c:pt idx="7446">
                  <c:v>7447</c:v>
                </c:pt>
                <c:pt idx="7447">
                  <c:v>7448</c:v>
                </c:pt>
                <c:pt idx="7448">
                  <c:v>7449</c:v>
                </c:pt>
                <c:pt idx="7449">
                  <c:v>7450</c:v>
                </c:pt>
                <c:pt idx="7450">
                  <c:v>7451</c:v>
                </c:pt>
                <c:pt idx="7451">
                  <c:v>7452</c:v>
                </c:pt>
                <c:pt idx="7452">
                  <c:v>7453</c:v>
                </c:pt>
                <c:pt idx="7453">
                  <c:v>7454</c:v>
                </c:pt>
                <c:pt idx="7454">
                  <c:v>7455</c:v>
                </c:pt>
                <c:pt idx="7455">
                  <c:v>7456</c:v>
                </c:pt>
                <c:pt idx="7456">
                  <c:v>7457</c:v>
                </c:pt>
                <c:pt idx="7457">
                  <c:v>7458</c:v>
                </c:pt>
                <c:pt idx="7458">
                  <c:v>7459</c:v>
                </c:pt>
                <c:pt idx="7459">
                  <c:v>7460</c:v>
                </c:pt>
                <c:pt idx="7460">
                  <c:v>7461</c:v>
                </c:pt>
                <c:pt idx="7461">
                  <c:v>7462</c:v>
                </c:pt>
                <c:pt idx="7462">
                  <c:v>7463</c:v>
                </c:pt>
                <c:pt idx="7463">
                  <c:v>7464</c:v>
                </c:pt>
                <c:pt idx="7464">
                  <c:v>7465</c:v>
                </c:pt>
                <c:pt idx="7465">
                  <c:v>7466</c:v>
                </c:pt>
                <c:pt idx="7466">
                  <c:v>7467</c:v>
                </c:pt>
                <c:pt idx="7467">
                  <c:v>7468</c:v>
                </c:pt>
                <c:pt idx="7468">
                  <c:v>7469</c:v>
                </c:pt>
                <c:pt idx="7469">
                  <c:v>7470</c:v>
                </c:pt>
                <c:pt idx="7470">
                  <c:v>7471</c:v>
                </c:pt>
                <c:pt idx="7471">
                  <c:v>7472</c:v>
                </c:pt>
                <c:pt idx="7472">
                  <c:v>7473</c:v>
                </c:pt>
                <c:pt idx="7473">
                  <c:v>7474</c:v>
                </c:pt>
                <c:pt idx="7474">
                  <c:v>7475</c:v>
                </c:pt>
                <c:pt idx="7475">
                  <c:v>7476</c:v>
                </c:pt>
                <c:pt idx="7476">
                  <c:v>7477</c:v>
                </c:pt>
                <c:pt idx="7477">
                  <c:v>7478</c:v>
                </c:pt>
                <c:pt idx="7478">
                  <c:v>7479</c:v>
                </c:pt>
                <c:pt idx="7479">
                  <c:v>7480</c:v>
                </c:pt>
                <c:pt idx="7480">
                  <c:v>7481</c:v>
                </c:pt>
                <c:pt idx="7481">
                  <c:v>7482</c:v>
                </c:pt>
                <c:pt idx="7482">
                  <c:v>7483</c:v>
                </c:pt>
                <c:pt idx="7483">
                  <c:v>7484</c:v>
                </c:pt>
                <c:pt idx="7484">
                  <c:v>7485</c:v>
                </c:pt>
                <c:pt idx="7485">
                  <c:v>7486</c:v>
                </c:pt>
                <c:pt idx="7486">
                  <c:v>7487</c:v>
                </c:pt>
                <c:pt idx="7487">
                  <c:v>7488</c:v>
                </c:pt>
                <c:pt idx="7488">
                  <c:v>7489</c:v>
                </c:pt>
                <c:pt idx="7489">
                  <c:v>7490</c:v>
                </c:pt>
                <c:pt idx="7490">
                  <c:v>7491</c:v>
                </c:pt>
                <c:pt idx="7491">
                  <c:v>7492</c:v>
                </c:pt>
                <c:pt idx="7492">
                  <c:v>7493</c:v>
                </c:pt>
                <c:pt idx="7493">
                  <c:v>7494</c:v>
                </c:pt>
                <c:pt idx="7494">
                  <c:v>7495</c:v>
                </c:pt>
                <c:pt idx="7495">
                  <c:v>7496</c:v>
                </c:pt>
                <c:pt idx="7496">
                  <c:v>7497</c:v>
                </c:pt>
                <c:pt idx="7497">
                  <c:v>7498</c:v>
                </c:pt>
                <c:pt idx="7498">
                  <c:v>7499</c:v>
                </c:pt>
                <c:pt idx="7499">
                  <c:v>7500</c:v>
                </c:pt>
                <c:pt idx="7500">
                  <c:v>7501</c:v>
                </c:pt>
                <c:pt idx="7501">
                  <c:v>7502</c:v>
                </c:pt>
                <c:pt idx="7502">
                  <c:v>7503</c:v>
                </c:pt>
                <c:pt idx="7503">
                  <c:v>7504</c:v>
                </c:pt>
                <c:pt idx="7504">
                  <c:v>7505</c:v>
                </c:pt>
                <c:pt idx="7505">
                  <c:v>7506</c:v>
                </c:pt>
                <c:pt idx="7506">
                  <c:v>7507</c:v>
                </c:pt>
                <c:pt idx="7507">
                  <c:v>7508</c:v>
                </c:pt>
                <c:pt idx="7508">
                  <c:v>7509</c:v>
                </c:pt>
                <c:pt idx="7509">
                  <c:v>7510</c:v>
                </c:pt>
                <c:pt idx="7510">
                  <c:v>7511</c:v>
                </c:pt>
                <c:pt idx="7511">
                  <c:v>7512</c:v>
                </c:pt>
                <c:pt idx="7512">
                  <c:v>7513</c:v>
                </c:pt>
                <c:pt idx="7513">
                  <c:v>7514</c:v>
                </c:pt>
                <c:pt idx="7514">
                  <c:v>7515</c:v>
                </c:pt>
                <c:pt idx="7515">
                  <c:v>7516</c:v>
                </c:pt>
                <c:pt idx="7516">
                  <c:v>7517</c:v>
                </c:pt>
                <c:pt idx="7517">
                  <c:v>7518</c:v>
                </c:pt>
                <c:pt idx="7518">
                  <c:v>7519</c:v>
                </c:pt>
                <c:pt idx="7519">
                  <c:v>7520</c:v>
                </c:pt>
                <c:pt idx="7520">
                  <c:v>7521</c:v>
                </c:pt>
                <c:pt idx="7521">
                  <c:v>7522</c:v>
                </c:pt>
                <c:pt idx="7522">
                  <c:v>7523</c:v>
                </c:pt>
                <c:pt idx="7523">
                  <c:v>7524</c:v>
                </c:pt>
                <c:pt idx="7524">
                  <c:v>7525</c:v>
                </c:pt>
                <c:pt idx="7525">
                  <c:v>7526</c:v>
                </c:pt>
                <c:pt idx="7526">
                  <c:v>7527</c:v>
                </c:pt>
                <c:pt idx="7527">
                  <c:v>7528</c:v>
                </c:pt>
                <c:pt idx="7528">
                  <c:v>7529</c:v>
                </c:pt>
                <c:pt idx="7529">
                  <c:v>7530</c:v>
                </c:pt>
                <c:pt idx="7530">
                  <c:v>7531</c:v>
                </c:pt>
                <c:pt idx="7531">
                  <c:v>7532</c:v>
                </c:pt>
                <c:pt idx="7532">
                  <c:v>7533</c:v>
                </c:pt>
                <c:pt idx="7533">
                  <c:v>7534</c:v>
                </c:pt>
                <c:pt idx="7534">
                  <c:v>7535</c:v>
                </c:pt>
                <c:pt idx="7535">
                  <c:v>7536</c:v>
                </c:pt>
                <c:pt idx="7536">
                  <c:v>7537</c:v>
                </c:pt>
                <c:pt idx="7537">
                  <c:v>7538</c:v>
                </c:pt>
                <c:pt idx="7538">
                  <c:v>7539</c:v>
                </c:pt>
                <c:pt idx="7539">
                  <c:v>7540</c:v>
                </c:pt>
                <c:pt idx="7540">
                  <c:v>7541</c:v>
                </c:pt>
                <c:pt idx="7541">
                  <c:v>7542</c:v>
                </c:pt>
                <c:pt idx="7542">
                  <c:v>7543</c:v>
                </c:pt>
                <c:pt idx="7543">
                  <c:v>7544</c:v>
                </c:pt>
                <c:pt idx="7544">
                  <c:v>7545</c:v>
                </c:pt>
                <c:pt idx="7545">
                  <c:v>7546</c:v>
                </c:pt>
                <c:pt idx="7546">
                  <c:v>7547</c:v>
                </c:pt>
                <c:pt idx="7547">
                  <c:v>7548</c:v>
                </c:pt>
                <c:pt idx="7548">
                  <c:v>7549</c:v>
                </c:pt>
                <c:pt idx="7549">
                  <c:v>7550</c:v>
                </c:pt>
                <c:pt idx="7550">
                  <c:v>7551</c:v>
                </c:pt>
                <c:pt idx="7551">
                  <c:v>7552</c:v>
                </c:pt>
                <c:pt idx="7552">
                  <c:v>7553</c:v>
                </c:pt>
                <c:pt idx="7553">
                  <c:v>7554</c:v>
                </c:pt>
                <c:pt idx="7554">
                  <c:v>7555</c:v>
                </c:pt>
                <c:pt idx="7555">
                  <c:v>7556</c:v>
                </c:pt>
                <c:pt idx="7556">
                  <c:v>7557</c:v>
                </c:pt>
                <c:pt idx="7557">
                  <c:v>7558</c:v>
                </c:pt>
                <c:pt idx="7558">
                  <c:v>7559</c:v>
                </c:pt>
                <c:pt idx="7559">
                  <c:v>7560</c:v>
                </c:pt>
                <c:pt idx="7560">
                  <c:v>7561</c:v>
                </c:pt>
                <c:pt idx="7561">
                  <c:v>7562</c:v>
                </c:pt>
                <c:pt idx="7562">
                  <c:v>7563</c:v>
                </c:pt>
                <c:pt idx="7563">
                  <c:v>7564</c:v>
                </c:pt>
                <c:pt idx="7564">
                  <c:v>7565</c:v>
                </c:pt>
                <c:pt idx="7565">
                  <c:v>7566</c:v>
                </c:pt>
                <c:pt idx="7566">
                  <c:v>7567</c:v>
                </c:pt>
                <c:pt idx="7567">
                  <c:v>7568</c:v>
                </c:pt>
                <c:pt idx="7568">
                  <c:v>7569</c:v>
                </c:pt>
                <c:pt idx="7569">
                  <c:v>7570</c:v>
                </c:pt>
                <c:pt idx="7570">
                  <c:v>7571</c:v>
                </c:pt>
                <c:pt idx="7571">
                  <c:v>7572</c:v>
                </c:pt>
                <c:pt idx="7572">
                  <c:v>7573</c:v>
                </c:pt>
                <c:pt idx="7573">
                  <c:v>7574</c:v>
                </c:pt>
                <c:pt idx="7574">
                  <c:v>7575</c:v>
                </c:pt>
                <c:pt idx="7575">
                  <c:v>7576</c:v>
                </c:pt>
                <c:pt idx="7576">
                  <c:v>7577</c:v>
                </c:pt>
                <c:pt idx="7577">
                  <c:v>7578</c:v>
                </c:pt>
                <c:pt idx="7578">
                  <c:v>7579</c:v>
                </c:pt>
                <c:pt idx="7579">
                  <c:v>7580</c:v>
                </c:pt>
                <c:pt idx="7580">
                  <c:v>7581</c:v>
                </c:pt>
                <c:pt idx="7581">
                  <c:v>7582</c:v>
                </c:pt>
                <c:pt idx="7582">
                  <c:v>7583</c:v>
                </c:pt>
                <c:pt idx="7583">
                  <c:v>7584</c:v>
                </c:pt>
                <c:pt idx="7584">
                  <c:v>7585</c:v>
                </c:pt>
                <c:pt idx="7585">
                  <c:v>7586</c:v>
                </c:pt>
                <c:pt idx="7586">
                  <c:v>7587</c:v>
                </c:pt>
                <c:pt idx="7587">
                  <c:v>7588</c:v>
                </c:pt>
                <c:pt idx="7588">
                  <c:v>7589</c:v>
                </c:pt>
                <c:pt idx="7589">
                  <c:v>7590</c:v>
                </c:pt>
                <c:pt idx="7590">
                  <c:v>7591</c:v>
                </c:pt>
                <c:pt idx="7591">
                  <c:v>7592</c:v>
                </c:pt>
                <c:pt idx="7592">
                  <c:v>7593</c:v>
                </c:pt>
                <c:pt idx="7593">
                  <c:v>7594</c:v>
                </c:pt>
                <c:pt idx="7594">
                  <c:v>7595</c:v>
                </c:pt>
                <c:pt idx="7595">
                  <c:v>7596</c:v>
                </c:pt>
                <c:pt idx="7596">
                  <c:v>7597</c:v>
                </c:pt>
                <c:pt idx="7597">
                  <c:v>7598</c:v>
                </c:pt>
                <c:pt idx="7598">
                  <c:v>7599</c:v>
                </c:pt>
                <c:pt idx="7599">
                  <c:v>7600</c:v>
                </c:pt>
                <c:pt idx="7600">
                  <c:v>7601</c:v>
                </c:pt>
                <c:pt idx="7601">
                  <c:v>7602</c:v>
                </c:pt>
                <c:pt idx="7602">
                  <c:v>7603</c:v>
                </c:pt>
                <c:pt idx="7603">
                  <c:v>7604</c:v>
                </c:pt>
                <c:pt idx="7604">
                  <c:v>7605</c:v>
                </c:pt>
                <c:pt idx="7605">
                  <c:v>7606</c:v>
                </c:pt>
                <c:pt idx="7606">
                  <c:v>7607</c:v>
                </c:pt>
                <c:pt idx="7607">
                  <c:v>7608</c:v>
                </c:pt>
                <c:pt idx="7608">
                  <c:v>7609</c:v>
                </c:pt>
                <c:pt idx="7609">
                  <c:v>7610</c:v>
                </c:pt>
                <c:pt idx="7610">
                  <c:v>7611</c:v>
                </c:pt>
                <c:pt idx="7611">
                  <c:v>7612</c:v>
                </c:pt>
                <c:pt idx="7612">
                  <c:v>7613</c:v>
                </c:pt>
                <c:pt idx="7613">
                  <c:v>7614</c:v>
                </c:pt>
                <c:pt idx="7614">
                  <c:v>7615</c:v>
                </c:pt>
                <c:pt idx="7615">
                  <c:v>7616</c:v>
                </c:pt>
                <c:pt idx="7616">
                  <c:v>7617</c:v>
                </c:pt>
                <c:pt idx="7617">
                  <c:v>7618</c:v>
                </c:pt>
                <c:pt idx="7618">
                  <c:v>7619</c:v>
                </c:pt>
                <c:pt idx="7619">
                  <c:v>7620</c:v>
                </c:pt>
                <c:pt idx="7620">
                  <c:v>7621</c:v>
                </c:pt>
                <c:pt idx="7621">
                  <c:v>7622</c:v>
                </c:pt>
                <c:pt idx="7622">
                  <c:v>7623</c:v>
                </c:pt>
                <c:pt idx="7623">
                  <c:v>7624</c:v>
                </c:pt>
                <c:pt idx="7624">
                  <c:v>7625</c:v>
                </c:pt>
                <c:pt idx="7625">
                  <c:v>7626</c:v>
                </c:pt>
                <c:pt idx="7626">
                  <c:v>7627</c:v>
                </c:pt>
                <c:pt idx="7627">
                  <c:v>7628</c:v>
                </c:pt>
                <c:pt idx="7628">
                  <c:v>7629</c:v>
                </c:pt>
                <c:pt idx="7629">
                  <c:v>7630</c:v>
                </c:pt>
                <c:pt idx="7630">
                  <c:v>7631</c:v>
                </c:pt>
                <c:pt idx="7631">
                  <c:v>7632</c:v>
                </c:pt>
                <c:pt idx="7632">
                  <c:v>7633</c:v>
                </c:pt>
                <c:pt idx="7633">
                  <c:v>7634</c:v>
                </c:pt>
                <c:pt idx="7634">
                  <c:v>7635</c:v>
                </c:pt>
                <c:pt idx="7635">
                  <c:v>7636</c:v>
                </c:pt>
                <c:pt idx="7636">
                  <c:v>7637</c:v>
                </c:pt>
                <c:pt idx="7637">
                  <c:v>7638</c:v>
                </c:pt>
                <c:pt idx="7638">
                  <c:v>7639</c:v>
                </c:pt>
                <c:pt idx="7639">
                  <c:v>7640</c:v>
                </c:pt>
                <c:pt idx="7640">
                  <c:v>7641</c:v>
                </c:pt>
                <c:pt idx="7641">
                  <c:v>7642</c:v>
                </c:pt>
                <c:pt idx="7642">
                  <c:v>7643</c:v>
                </c:pt>
                <c:pt idx="7643">
                  <c:v>7644</c:v>
                </c:pt>
                <c:pt idx="7644">
                  <c:v>7645</c:v>
                </c:pt>
                <c:pt idx="7645">
                  <c:v>7646</c:v>
                </c:pt>
                <c:pt idx="7646">
                  <c:v>7647</c:v>
                </c:pt>
                <c:pt idx="7647">
                  <c:v>7648</c:v>
                </c:pt>
                <c:pt idx="7648">
                  <c:v>7649</c:v>
                </c:pt>
                <c:pt idx="7649">
                  <c:v>7650</c:v>
                </c:pt>
                <c:pt idx="7650">
                  <c:v>7651</c:v>
                </c:pt>
                <c:pt idx="7651">
                  <c:v>7652</c:v>
                </c:pt>
                <c:pt idx="7652">
                  <c:v>7653</c:v>
                </c:pt>
                <c:pt idx="7653">
                  <c:v>7654</c:v>
                </c:pt>
                <c:pt idx="7654">
                  <c:v>7655</c:v>
                </c:pt>
                <c:pt idx="7655">
                  <c:v>7656</c:v>
                </c:pt>
                <c:pt idx="7656">
                  <c:v>7657</c:v>
                </c:pt>
                <c:pt idx="7657">
                  <c:v>7658</c:v>
                </c:pt>
                <c:pt idx="7658">
                  <c:v>7659</c:v>
                </c:pt>
                <c:pt idx="7659">
                  <c:v>7660</c:v>
                </c:pt>
                <c:pt idx="7660">
                  <c:v>7661</c:v>
                </c:pt>
                <c:pt idx="7661">
                  <c:v>7662</c:v>
                </c:pt>
                <c:pt idx="7662">
                  <c:v>7663</c:v>
                </c:pt>
                <c:pt idx="7663">
                  <c:v>7664</c:v>
                </c:pt>
                <c:pt idx="7664">
                  <c:v>7665</c:v>
                </c:pt>
                <c:pt idx="7665">
                  <c:v>7666</c:v>
                </c:pt>
                <c:pt idx="7666">
                  <c:v>7667</c:v>
                </c:pt>
                <c:pt idx="7667">
                  <c:v>7668</c:v>
                </c:pt>
                <c:pt idx="7668">
                  <c:v>7669</c:v>
                </c:pt>
                <c:pt idx="7669">
                  <c:v>7670</c:v>
                </c:pt>
                <c:pt idx="7670">
                  <c:v>7671</c:v>
                </c:pt>
                <c:pt idx="7671">
                  <c:v>7672</c:v>
                </c:pt>
                <c:pt idx="7672">
                  <c:v>7673</c:v>
                </c:pt>
                <c:pt idx="7673">
                  <c:v>7674</c:v>
                </c:pt>
                <c:pt idx="7674">
                  <c:v>7675</c:v>
                </c:pt>
                <c:pt idx="7675">
                  <c:v>7676</c:v>
                </c:pt>
                <c:pt idx="7676">
                  <c:v>7677</c:v>
                </c:pt>
                <c:pt idx="7677">
                  <c:v>7678</c:v>
                </c:pt>
                <c:pt idx="7678">
                  <c:v>7679</c:v>
                </c:pt>
                <c:pt idx="7679">
                  <c:v>7680</c:v>
                </c:pt>
                <c:pt idx="7680">
                  <c:v>7681</c:v>
                </c:pt>
                <c:pt idx="7681">
                  <c:v>7682</c:v>
                </c:pt>
                <c:pt idx="7682">
                  <c:v>7683</c:v>
                </c:pt>
                <c:pt idx="7683">
                  <c:v>7684</c:v>
                </c:pt>
                <c:pt idx="7684">
                  <c:v>7685</c:v>
                </c:pt>
                <c:pt idx="7685">
                  <c:v>7686</c:v>
                </c:pt>
                <c:pt idx="7686">
                  <c:v>7687</c:v>
                </c:pt>
                <c:pt idx="7687">
                  <c:v>7688</c:v>
                </c:pt>
                <c:pt idx="7688">
                  <c:v>7689</c:v>
                </c:pt>
                <c:pt idx="7689">
                  <c:v>7690</c:v>
                </c:pt>
                <c:pt idx="7690">
                  <c:v>7691</c:v>
                </c:pt>
                <c:pt idx="7691">
                  <c:v>7692</c:v>
                </c:pt>
                <c:pt idx="7692">
                  <c:v>7693</c:v>
                </c:pt>
                <c:pt idx="7693">
                  <c:v>7694</c:v>
                </c:pt>
                <c:pt idx="7694">
                  <c:v>7695</c:v>
                </c:pt>
                <c:pt idx="7695">
                  <c:v>7696</c:v>
                </c:pt>
                <c:pt idx="7696">
                  <c:v>7697</c:v>
                </c:pt>
                <c:pt idx="7697">
                  <c:v>7698</c:v>
                </c:pt>
                <c:pt idx="7698">
                  <c:v>7699</c:v>
                </c:pt>
                <c:pt idx="7699">
                  <c:v>7700</c:v>
                </c:pt>
                <c:pt idx="7700">
                  <c:v>7701</c:v>
                </c:pt>
                <c:pt idx="7701">
                  <c:v>7702</c:v>
                </c:pt>
                <c:pt idx="7702">
                  <c:v>7703</c:v>
                </c:pt>
                <c:pt idx="7703">
                  <c:v>7704</c:v>
                </c:pt>
                <c:pt idx="7704">
                  <c:v>7705</c:v>
                </c:pt>
                <c:pt idx="7705">
                  <c:v>7706</c:v>
                </c:pt>
                <c:pt idx="7706">
                  <c:v>7707</c:v>
                </c:pt>
                <c:pt idx="7707">
                  <c:v>7708</c:v>
                </c:pt>
                <c:pt idx="7708">
                  <c:v>7709</c:v>
                </c:pt>
                <c:pt idx="7709">
                  <c:v>7710</c:v>
                </c:pt>
                <c:pt idx="7710">
                  <c:v>7711</c:v>
                </c:pt>
                <c:pt idx="7711">
                  <c:v>7712</c:v>
                </c:pt>
                <c:pt idx="7712">
                  <c:v>7713</c:v>
                </c:pt>
                <c:pt idx="7713">
                  <c:v>7714</c:v>
                </c:pt>
                <c:pt idx="7714">
                  <c:v>7715</c:v>
                </c:pt>
                <c:pt idx="7715">
                  <c:v>7716</c:v>
                </c:pt>
                <c:pt idx="7716">
                  <c:v>7717</c:v>
                </c:pt>
                <c:pt idx="7717">
                  <c:v>7718</c:v>
                </c:pt>
                <c:pt idx="7718">
                  <c:v>7719</c:v>
                </c:pt>
                <c:pt idx="7719">
                  <c:v>7720</c:v>
                </c:pt>
                <c:pt idx="7720">
                  <c:v>7721</c:v>
                </c:pt>
                <c:pt idx="7721">
                  <c:v>7722</c:v>
                </c:pt>
                <c:pt idx="7722">
                  <c:v>7723</c:v>
                </c:pt>
                <c:pt idx="7723">
                  <c:v>7724</c:v>
                </c:pt>
                <c:pt idx="7724">
                  <c:v>7725</c:v>
                </c:pt>
                <c:pt idx="7725">
                  <c:v>7726</c:v>
                </c:pt>
                <c:pt idx="7726">
                  <c:v>7727</c:v>
                </c:pt>
                <c:pt idx="7727">
                  <c:v>7728</c:v>
                </c:pt>
                <c:pt idx="7728">
                  <c:v>7729</c:v>
                </c:pt>
                <c:pt idx="7729">
                  <c:v>7730</c:v>
                </c:pt>
                <c:pt idx="7730">
                  <c:v>7731</c:v>
                </c:pt>
                <c:pt idx="7731">
                  <c:v>7732</c:v>
                </c:pt>
                <c:pt idx="7732">
                  <c:v>7733</c:v>
                </c:pt>
                <c:pt idx="7733">
                  <c:v>7734</c:v>
                </c:pt>
                <c:pt idx="7734">
                  <c:v>7735</c:v>
                </c:pt>
                <c:pt idx="7735">
                  <c:v>7736</c:v>
                </c:pt>
                <c:pt idx="7736">
                  <c:v>7737</c:v>
                </c:pt>
                <c:pt idx="7737">
                  <c:v>7738</c:v>
                </c:pt>
                <c:pt idx="7738">
                  <c:v>7739</c:v>
                </c:pt>
                <c:pt idx="7739">
                  <c:v>7740</c:v>
                </c:pt>
                <c:pt idx="7740">
                  <c:v>7741</c:v>
                </c:pt>
                <c:pt idx="7741">
                  <c:v>7742</c:v>
                </c:pt>
                <c:pt idx="7742">
                  <c:v>7743</c:v>
                </c:pt>
                <c:pt idx="7743">
                  <c:v>7744</c:v>
                </c:pt>
                <c:pt idx="7744">
                  <c:v>7745</c:v>
                </c:pt>
                <c:pt idx="7745">
                  <c:v>7746</c:v>
                </c:pt>
                <c:pt idx="7746">
                  <c:v>7747</c:v>
                </c:pt>
                <c:pt idx="7747">
                  <c:v>7748</c:v>
                </c:pt>
                <c:pt idx="7748">
                  <c:v>7749</c:v>
                </c:pt>
                <c:pt idx="7749">
                  <c:v>7750</c:v>
                </c:pt>
                <c:pt idx="7750">
                  <c:v>7751</c:v>
                </c:pt>
                <c:pt idx="7751">
                  <c:v>7752</c:v>
                </c:pt>
                <c:pt idx="7752">
                  <c:v>7753</c:v>
                </c:pt>
                <c:pt idx="7753">
                  <c:v>7754</c:v>
                </c:pt>
                <c:pt idx="7754">
                  <c:v>7755</c:v>
                </c:pt>
                <c:pt idx="7755">
                  <c:v>7756</c:v>
                </c:pt>
                <c:pt idx="7756">
                  <c:v>7757</c:v>
                </c:pt>
                <c:pt idx="7757">
                  <c:v>7758</c:v>
                </c:pt>
                <c:pt idx="7758">
                  <c:v>7759</c:v>
                </c:pt>
                <c:pt idx="7759">
                  <c:v>7760</c:v>
                </c:pt>
                <c:pt idx="7760">
                  <c:v>7761</c:v>
                </c:pt>
                <c:pt idx="7761">
                  <c:v>7762</c:v>
                </c:pt>
                <c:pt idx="7762">
                  <c:v>7763</c:v>
                </c:pt>
                <c:pt idx="7763">
                  <c:v>7764</c:v>
                </c:pt>
                <c:pt idx="7764">
                  <c:v>7765</c:v>
                </c:pt>
                <c:pt idx="7765">
                  <c:v>7766</c:v>
                </c:pt>
                <c:pt idx="7766">
                  <c:v>7767</c:v>
                </c:pt>
                <c:pt idx="7767">
                  <c:v>7768</c:v>
                </c:pt>
                <c:pt idx="7768">
                  <c:v>7769</c:v>
                </c:pt>
                <c:pt idx="7769">
                  <c:v>7770</c:v>
                </c:pt>
                <c:pt idx="7770">
                  <c:v>7771</c:v>
                </c:pt>
                <c:pt idx="7771">
                  <c:v>7772</c:v>
                </c:pt>
                <c:pt idx="7772">
                  <c:v>7773</c:v>
                </c:pt>
                <c:pt idx="7773">
                  <c:v>7774</c:v>
                </c:pt>
                <c:pt idx="7774">
                  <c:v>7775</c:v>
                </c:pt>
                <c:pt idx="7775">
                  <c:v>7776</c:v>
                </c:pt>
                <c:pt idx="7776">
                  <c:v>7777</c:v>
                </c:pt>
                <c:pt idx="7777">
                  <c:v>7778</c:v>
                </c:pt>
                <c:pt idx="7778">
                  <c:v>7779</c:v>
                </c:pt>
                <c:pt idx="7779">
                  <c:v>7780</c:v>
                </c:pt>
                <c:pt idx="7780">
                  <c:v>7781</c:v>
                </c:pt>
                <c:pt idx="7781">
                  <c:v>7782</c:v>
                </c:pt>
                <c:pt idx="7782">
                  <c:v>7783</c:v>
                </c:pt>
                <c:pt idx="7783">
                  <c:v>7784</c:v>
                </c:pt>
                <c:pt idx="7784">
                  <c:v>7785</c:v>
                </c:pt>
                <c:pt idx="7785">
                  <c:v>7786</c:v>
                </c:pt>
                <c:pt idx="7786">
                  <c:v>7787</c:v>
                </c:pt>
                <c:pt idx="7787">
                  <c:v>7788</c:v>
                </c:pt>
                <c:pt idx="7788">
                  <c:v>7789</c:v>
                </c:pt>
                <c:pt idx="7789">
                  <c:v>7790</c:v>
                </c:pt>
                <c:pt idx="7790">
                  <c:v>7791</c:v>
                </c:pt>
                <c:pt idx="7791">
                  <c:v>7792</c:v>
                </c:pt>
                <c:pt idx="7792">
                  <c:v>7793</c:v>
                </c:pt>
                <c:pt idx="7793">
                  <c:v>7794</c:v>
                </c:pt>
                <c:pt idx="7794">
                  <c:v>7795</c:v>
                </c:pt>
                <c:pt idx="7795">
                  <c:v>7796</c:v>
                </c:pt>
                <c:pt idx="7796">
                  <c:v>7797</c:v>
                </c:pt>
                <c:pt idx="7797">
                  <c:v>7798</c:v>
                </c:pt>
                <c:pt idx="7798">
                  <c:v>7799</c:v>
                </c:pt>
                <c:pt idx="7799">
                  <c:v>7800</c:v>
                </c:pt>
                <c:pt idx="7800">
                  <c:v>7801</c:v>
                </c:pt>
                <c:pt idx="7801">
                  <c:v>7802</c:v>
                </c:pt>
                <c:pt idx="7802">
                  <c:v>7803</c:v>
                </c:pt>
                <c:pt idx="7803">
                  <c:v>7804</c:v>
                </c:pt>
                <c:pt idx="7804">
                  <c:v>7805</c:v>
                </c:pt>
                <c:pt idx="7805">
                  <c:v>7806</c:v>
                </c:pt>
                <c:pt idx="7806">
                  <c:v>7807</c:v>
                </c:pt>
                <c:pt idx="7807">
                  <c:v>7808</c:v>
                </c:pt>
                <c:pt idx="7808">
                  <c:v>7809</c:v>
                </c:pt>
                <c:pt idx="7809">
                  <c:v>7810</c:v>
                </c:pt>
                <c:pt idx="7810">
                  <c:v>7811</c:v>
                </c:pt>
                <c:pt idx="7811">
                  <c:v>7812</c:v>
                </c:pt>
                <c:pt idx="7812">
                  <c:v>7813</c:v>
                </c:pt>
                <c:pt idx="7813">
                  <c:v>7814</c:v>
                </c:pt>
                <c:pt idx="7814">
                  <c:v>7815</c:v>
                </c:pt>
                <c:pt idx="7815">
                  <c:v>7816</c:v>
                </c:pt>
                <c:pt idx="7816">
                  <c:v>7817</c:v>
                </c:pt>
                <c:pt idx="7817">
                  <c:v>7818</c:v>
                </c:pt>
                <c:pt idx="7818">
                  <c:v>7819</c:v>
                </c:pt>
                <c:pt idx="7819">
                  <c:v>7820</c:v>
                </c:pt>
                <c:pt idx="7820">
                  <c:v>7821</c:v>
                </c:pt>
                <c:pt idx="7821">
                  <c:v>7822</c:v>
                </c:pt>
                <c:pt idx="7822">
                  <c:v>7823</c:v>
                </c:pt>
                <c:pt idx="7823">
                  <c:v>7824</c:v>
                </c:pt>
                <c:pt idx="7824">
                  <c:v>7825</c:v>
                </c:pt>
                <c:pt idx="7825">
                  <c:v>7826</c:v>
                </c:pt>
                <c:pt idx="7826">
                  <c:v>7827</c:v>
                </c:pt>
                <c:pt idx="7827">
                  <c:v>7828</c:v>
                </c:pt>
                <c:pt idx="7828">
                  <c:v>7829</c:v>
                </c:pt>
                <c:pt idx="7829">
                  <c:v>7830</c:v>
                </c:pt>
                <c:pt idx="7830">
                  <c:v>7831</c:v>
                </c:pt>
                <c:pt idx="7831">
                  <c:v>7832</c:v>
                </c:pt>
                <c:pt idx="7832">
                  <c:v>7833</c:v>
                </c:pt>
                <c:pt idx="7833">
                  <c:v>7834</c:v>
                </c:pt>
                <c:pt idx="7834">
                  <c:v>7835</c:v>
                </c:pt>
                <c:pt idx="7835">
                  <c:v>7836</c:v>
                </c:pt>
                <c:pt idx="7836">
                  <c:v>7837</c:v>
                </c:pt>
                <c:pt idx="7837">
                  <c:v>7838</c:v>
                </c:pt>
                <c:pt idx="7838">
                  <c:v>7839</c:v>
                </c:pt>
                <c:pt idx="7839">
                  <c:v>7840</c:v>
                </c:pt>
                <c:pt idx="7840">
                  <c:v>7841</c:v>
                </c:pt>
                <c:pt idx="7841">
                  <c:v>7842</c:v>
                </c:pt>
                <c:pt idx="7842">
                  <c:v>7843</c:v>
                </c:pt>
                <c:pt idx="7843">
                  <c:v>7844</c:v>
                </c:pt>
                <c:pt idx="7844">
                  <c:v>7845</c:v>
                </c:pt>
                <c:pt idx="7845">
                  <c:v>7846</c:v>
                </c:pt>
                <c:pt idx="7846">
                  <c:v>7847</c:v>
                </c:pt>
                <c:pt idx="7847">
                  <c:v>7848</c:v>
                </c:pt>
                <c:pt idx="7848">
                  <c:v>7849</c:v>
                </c:pt>
                <c:pt idx="7849">
                  <c:v>7850</c:v>
                </c:pt>
                <c:pt idx="7850">
                  <c:v>7851</c:v>
                </c:pt>
                <c:pt idx="7851">
                  <c:v>7852</c:v>
                </c:pt>
                <c:pt idx="7852">
                  <c:v>7853</c:v>
                </c:pt>
                <c:pt idx="7853">
                  <c:v>7854</c:v>
                </c:pt>
                <c:pt idx="7854">
                  <c:v>7855</c:v>
                </c:pt>
                <c:pt idx="7855">
                  <c:v>7856</c:v>
                </c:pt>
                <c:pt idx="7856">
                  <c:v>7857</c:v>
                </c:pt>
                <c:pt idx="7857">
                  <c:v>7858</c:v>
                </c:pt>
                <c:pt idx="7858">
                  <c:v>7859</c:v>
                </c:pt>
                <c:pt idx="7859">
                  <c:v>7860</c:v>
                </c:pt>
                <c:pt idx="7860">
                  <c:v>7861</c:v>
                </c:pt>
                <c:pt idx="7861">
                  <c:v>7862</c:v>
                </c:pt>
                <c:pt idx="7862">
                  <c:v>7863</c:v>
                </c:pt>
                <c:pt idx="7863">
                  <c:v>7864</c:v>
                </c:pt>
                <c:pt idx="7864">
                  <c:v>7865</c:v>
                </c:pt>
                <c:pt idx="7865">
                  <c:v>7866</c:v>
                </c:pt>
                <c:pt idx="7866">
                  <c:v>7867</c:v>
                </c:pt>
                <c:pt idx="7867">
                  <c:v>7868</c:v>
                </c:pt>
                <c:pt idx="7868">
                  <c:v>7869</c:v>
                </c:pt>
                <c:pt idx="7869">
                  <c:v>7870</c:v>
                </c:pt>
                <c:pt idx="7870">
                  <c:v>7871</c:v>
                </c:pt>
                <c:pt idx="7871">
                  <c:v>7872</c:v>
                </c:pt>
                <c:pt idx="7872">
                  <c:v>7873</c:v>
                </c:pt>
                <c:pt idx="7873">
                  <c:v>7874</c:v>
                </c:pt>
                <c:pt idx="7874">
                  <c:v>7875</c:v>
                </c:pt>
                <c:pt idx="7875">
                  <c:v>7876</c:v>
                </c:pt>
                <c:pt idx="7876">
                  <c:v>7877</c:v>
                </c:pt>
                <c:pt idx="7877">
                  <c:v>7878</c:v>
                </c:pt>
                <c:pt idx="7878">
                  <c:v>7879</c:v>
                </c:pt>
                <c:pt idx="7879">
                  <c:v>7880</c:v>
                </c:pt>
                <c:pt idx="7880">
                  <c:v>7881</c:v>
                </c:pt>
                <c:pt idx="7881">
                  <c:v>7882</c:v>
                </c:pt>
                <c:pt idx="7882">
                  <c:v>7883</c:v>
                </c:pt>
                <c:pt idx="7883">
                  <c:v>7884</c:v>
                </c:pt>
                <c:pt idx="7884">
                  <c:v>7885</c:v>
                </c:pt>
                <c:pt idx="7885">
                  <c:v>7886</c:v>
                </c:pt>
                <c:pt idx="7886">
                  <c:v>7887</c:v>
                </c:pt>
                <c:pt idx="7887">
                  <c:v>7888</c:v>
                </c:pt>
                <c:pt idx="7888">
                  <c:v>7889</c:v>
                </c:pt>
                <c:pt idx="7889">
                  <c:v>7890</c:v>
                </c:pt>
                <c:pt idx="7890">
                  <c:v>7891</c:v>
                </c:pt>
                <c:pt idx="7891">
                  <c:v>7892</c:v>
                </c:pt>
                <c:pt idx="7892">
                  <c:v>7893</c:v>
                </c:pt>
                <c:pt idx="7893">
                  <c:v>7894</c:v>
                </c:pt>
                <c:pt idx="7894">
                  <c:v>7895</c:v>
                </c:pt>
                <c:pt idx="7895">
                  <c:v>7896</c:v>
                </c:pt>
                <c:pt idx="7896">
                  <c:v>7897</c:v>
                </c:pt>
                <c:pt idx="7897">
                  <c:v>7898</c:v>
                </c:pt>
                <c:pt idx="7898">
                  <c:v>7899</c:v>
                </c:pt>
                <c:pt idx="7899">
                  <c:v>7900</c:v>
                </c:pt>
                <c:pt idx="7900">
                  <c:v>7901</c:v>
                </c:pt>
                <c:pt idx="7901">
                  <c:v>7902</c:v>
                </c:pt>
                <c:pt idx="7902">
                  <c:v>7903</c:v>
                </c:pt>
                <c:pt idx="7903">
                  <c:v>7904</c:v>
                </c:pt>
                <c:pt idx="7904">
                  <c:v>7905</c:v>
                </c:pt>
                <c:pt idx="7905">
                  <c:v>7906</c:v>
                </c:pt>
                <c:pt idx="7906">
                  <c:v>7907</c:v>
                </c:pt>
                <c:pt idx="7907">
                  <c:v>7908</c:v>
                </c:pt>
                <c:pt idx="7908">
                  <c:v>7909</c:v>
                </c:pt>
                <c:pt idx="7909">
                  <c:v>7910</c:v>
                </c:pt>
                <c:pt idx="7910">
                  <c:v>7911</c:v>
                </c:pt>
                <c:pt idx="7911">
                  <c:v>7912</c:v>
                </c:pt>
                <c:pt idx="7912">
                  <c:v>7913</c:v>
                </c:pt>
                <c:pt idx="7913">
                  <c:v>7914</c:v>
                </c:pt>
                <c:pt idx="7914">
                  <c:v>7915</c:v>
                </c:pt>
                <c:pt idx="7915">
                  <c:v>7916</c:v>
                </c:pt>
                <c:pt idx="7916">
                  <c:v>7917</c:v>
                </c:pt>
                <c:pt idx="7917">
                  <c:v>7918</c:v>
                </c:pt>
                <c:pt idx="7918">
                  <c:v>7919</c:v>
                </c:pt>
                <c:pt idx="7919">
                  <c:v>7920</c:v>
                </c:pt>
                <c:pt idx="7920">
                  <c:v>7921</c:v>
                </c:pt>
                <c:pt idx="7921">
                  <c:v>7922</c:v>
                </c:pt>
                <c:pt idx="7922">
                  <c:v>7923</c:v>
                </c:pt>
                <c:pt idx="7923">
                  <c:v>7924</c:v>
                </c:pt>
                <c:pt idx="7924">
                  <c:v>7925</c:v>
                </c:pt>
                <c:pt idx="7925">
                  <c:v>7926</c:v>
                </c:pt>
                <c:pt idx="7926">
                  <c:v>7927</c:v>
                </c:pt>
                <c:pt idx="7927">
                  <c:v>7928</c:v>
                </c:pt>
                <c:pt idx="7928">
                  <c:v>7929</c:v>
                </c:pt>
                <c:pt idx="7929">
                  <c:v>7930</c:v>
                </c:pt>
                <c:pt idx="7930">
                  <c:v>7931</c:v>
                </c:pt>
                <c:pt idx="7931">
                  <c:v>7932</c:v>
                </c:pt>
                <c:pt idx="7932">
                  <c:v>7933</c:v>
                </c:pt>
                <c:pt idx="7933">
                  <c:v>7934</c:v>
                </c:pt>
                <c:pt idx="7934">
                  <c:v>7935</c:v>
                </c:pt>
                <c:pt idx="7935">
                  <c:v>7936</c:v>
                </c:pt>
                <c:pt idx="7936">
                  <c:v>7937</c:v>
                </c:pt>
                <c:pt idx="7937">
                  <c:v>7938</c:v>
                </c:pt>
                <c:pt idx="7938">
                  <c:v>7939</c:v>
                </c:pt>
                <c:pt idx="7939">
                  <c:v>7940</c:v>
                </c:pt>
                <c:pt idx="7940">
                  <c:v>7941</c:v>
                </c:pt>
                <c:pt idx="7941">
                  <c:v>7942</c:v>
                </c:pt>
                <c:pt idx="7942">
                  <c:v>7943</c:v>
                </c:pt>
                <c:pt idx="7943">
                  <c:v>7944</c:v>
                </c:pt>
                <c:pt idx="7944">
                  <c:v>7945</c:v>
                </c:pt>
                <c:pt idx="7945">
                  <c:v>7946</c:v>
                </c:pt>
                <c:pt idx="7946">
                  <c:v>7947</c:v>
                </c:pt>
                <c:pt idx="7947">
                  <c:v>7948</c:v>
                </c:pt>
                <c:pt idx="7948">
                  <c:v>7949</c:v>
                </c:pt>
                <c:pt idx="7949">
                  <c:v>7950</c:v>
                </c:pt>
                <c:pt idx="7950">
                  <c:v>7951</c:v>
                </c:pt>
                <c:pt idx="7951">
                  <c:v>7952</c:v>
                </c:pt>
                <c:pt idx="7952">
                  <c:v>7953</c:v>
                </c:pt>
                <c:pt idx="7953">
                  <c:v>7954</c:v>
                </c:pt>
                <c:pt idx="7954">
                  <c:v>7955</c:v>
                </c:pt>
                <c:pt idx="7955">
                  <c:v>7956</c:v>
                </c:pt>
                <c:pt idx="7956">
                  <c:v>7957</c:v>
                </c:pt>
                <c:pt idx="7957">
                  <c:v>7958</c:v>
                </c:pt>
                <c:pt idx="7958">
                  <c:v>7959</c:v>
                </c:pt>
                <c:pt idx="7959">
                  <c:v>7960</c:v>
                </c:pt>
                <c:pt idx="7960">
                  <c:v>7961</c:v>
                </c:pt>
                <c:pt idx="7961">
                  <c:v>7962</c:v>
                </c:pt>
                <c:pt idx="7962">
                  <c:v>7963</c:v>
                </c:pt>
                <c:pt idx="7963">
                  <c:v>7964</c:v>
                </c:pt>
                <c:pt idx="7964">
                  <c:v>7965</c:v>
                </c:pt>
                <c:pt idx="7965">
                  <c:v>7966</c:v>
                </c:pt>
                <c:pt idx="7966">
                  <c:v>7967</c:v>
                </c:pt>
                <c:pt idx="7967">
                  <c:v>7968</c:v>
                </c:pt>
                <c:pt idx="7968">
                  <c:v>7969</c:v>
                </c:pt>
                <c:pt idx="7969">
                  <c:v>7970</c:v>
                </c:pt>
                <c:pt idx="7970">
                  <c:v>7971</c:v>
                </c:pt>
                <c:pt idx="7971">
                  <c:v>7972</c:v>
                </c:pt>
                <c:pt idx="7972">
                  <c:v>7973</c:v>
                </c:pt>
                <c:pt idx="7973">
                  <c:v>7974</c:v>
                </c:pt>
                <c:pt idx="7974">
                  <c:v>7975</c:v>
                </c:pt>
                <c:pt idx="7975">
                  <c:v>7976</c:v>
                </c:pt>
                <c:pt idx="7976">
                  <c:v>7977</c:v>
                </c:pt>
                <c:pt idx="7977">
                  <c:v>7978</c:v>
                </c:pt>
                <c:pt idx="7978">
                  <c:v>7979</c:v>
                </c:pt>
                <c:pt idx="7979">
                  <c:v>7980</c:v>
                </c:pt>
                <c:pt idx="7980">
                  <c:v>7981</c:v>
                </c:pt>
                <c:pt idx="7981">
                  <c:v>7982</c:v>
                </c:pt>
                <c:pt idx="7982">
                  <c:v>7983</c:v>
                </c:pt>
                <c:pt idx="7983">
                  <c:v>7984</c:v>
                </c:pt>
                <c:pt idx="7984">
                  <c:v>7985</c:v>
                </c:pt>
                <c:pt idx="7985">
                  <c:v>7986</c:v>
                </c:pt>
                <c:pt idx="7986">
                  <c:v>7987</c:v>
                </c:pt>
                <c:pt idx="7987">
                  <c:v>7988</c:v>
                </c:pt>
                <c:pt idx="7988">
                  <c:v>7989</c:v>
                </c:pt>
                <c:pt idx="7989">
                  <c:v>7990</c:v>
                </c:pt>
                <c:pt idx="7990">
                  <c:v>7991</c:v>
                </c:pt>
                <c:pt idx="7991">
                  <c:v>7992</c:v>
                </c:pt>
                <c:pt idx="7992">
                  <c:v>7993</c:v>
                </c:pt>
                <c:pt idx="7993">
                  <c:v>7994</c:v>
                </c:pt>
                <c:pt idx="7994">
                  <c:v>7995</c:v>
                </c:pt>
                <c:pt idx="7995">
                  <c:v>7996</c:v>
                </c:pt>
                <c:pt idx="7996">
                  <c:v>7997</c:v>
                </c:pt>
                <c:pt idx="7997">
                  <c:v>7998</c:v>
                </c:pt>
                <c:pt idx="7998">
                  <c:v>7999</c:v>
                </c:pt>
                <c:pt idx="7999">
                  <c:v>8000</c:v>
                </c:pt>
                <c:pt idx="8000">
                  <c:v>8001</c:v>
                </c:pt>
                <c:pt idx="8001">
                  <c:v>8002</c:v>
                </c:pt>
                <c:pt idx="8002">
                  <c:v>8003</c:v>
                </c:pt>
                <c:pt idx="8003">
                  <c:v>8004</c:v>
                </c:pt>
                <c:pt idx="8004">
                  <c:v>8005</c:v>
                </c:pt>
                <c:pt idx="8005">
                  <c:v>8006</c:v>
                </c:pt>
                <c:pt idx="8006">
                  <c:v>8007</c:v>
                </c:pt>
                <c:pt idx="8007">
                  <c:v>8008</c:v>
                </c:pt>
                <c:pt idx="8008">
                  <c:v>8009</c:v>
                </c:pt>
                <c:pt idx="8009">
                  <c:v>8010</c:v>
                </c:pt>
                <c:pt idx="8010">
                  <c:v>8011</c:v>
                </c:pt>
                <c:pt idx="8011">
                  <c:v>8012</c:v>
                </c:pt>
                <c:pt idx="8012">
                  <c:v>8013</c:v>
                </c:pt>
                <c:pt idx="8013">
                  <c:v>8014</c:v>
                </c:pt>
                <c:pt idx="8014">
                  <c:v>8015</c:v>
                </c:pt>
                <c:pt idx="8015">
                  <c:v>8016</c:v>
                </c:pt>
                <c:pt idx="8016">
                  <c:v>8017</c:v>
                </c:pt>
                <c:pt idx="8017">
                  <c:v>8018</c:v>
                </c:pt>
                <c:pt idx="8018">
                  <c:v>8019</c:v>
                </c:pt>
                <c:pt idx="8019">
                  <c:v>8020</c:v>
                </c:pt>
                <c:pt idx="8020">
                  <c:v>8021</c:v>
                </c:pt>
                <c:pt idx="8021">
                  <c:v>8022</c:v>
                </c:pt>
                <c:pt idx="8022">
                  <c:v>8023</c:v>
                </c:pt>
                <c:pt idx="8023">
                  <c:v>8024</c:v>
                </c:pt>
                <c:pt idx="8024">
                  <c:v>8025</c:v>
                </c:pt>
                <c:pt idx="8025">
                  <c:v>8026</c:v>
                </c:pt>
                <c:pt idx="8026">
                  <c:v>8027</c:v>
                </c:pt>
                <c:pt idx="8027">
                  <c:v>8028</c:v>
                </c:pt>
                <c:pt idx="8028">
                  <c:v>8029</c:v>
                </c:pt>
                <c:pt idx="8029">
                  <c:v>8030</c:v>
                </c:pt>
                <c:pt idx="8030">
                  <c:v>8031</c:v>
                </c:pt>
                <c:pt idx="8031">
                  <c:v>8032</c:v>
                </c:pt>
                <c:pt idx="8032">
                  <c:v>8033</c:v>
                </c:pt>
                <c:pt idx="8033">
                  <c:v>8034</c:v>
                </c:pt>
                <c:pt idx="8034">
                  <c:v>8035</c:v>
                </c:pt>
                <c:pt idx="8035">
                  <c:v>8036</c:v>
                </c:pt>
                <c:pt idx="8036">
                  <c:v>8037</c:v>
                </c:pt>
                <c:pt idx="8037">
                  <c:v>8038</c:v>
                </c:pt>
                <c:pt idx="8038">
                  <c:v>8039</c:v>
                </c:pt>
                <c:pt idx="8039">
                  <c:v>8040</c:v>
                </c:pt>
                <c:pt idx="8040">
                  <c:v>8041</c:v>
                </c:pt>
                <c:pt idx="8041">
                  <c:v>8042</c:v>
                </c:pt>
                <c:pt idx="8042">
                  <c:v>8043</c:v>
                </c:pt>
                <c:pt idx="8043">
                  <c:v>8044</c:v>
                </c:pt>
                <c:pt idx="8044">
                  <c:v>8045</c:v>
                </c:pt>
                <c:pt idx="8045">
                  <c:v>8046</c:v>
                </c:pt>
                <c:pt idx="8046">
                  <c:v>8047</c:v>
                </c:pt>
                <c:pt idx="8047">
                  <c:v>8048</c:v>
                </c:pt>
                <c:pt idx="8048">
                  <c:v>8049</c:v>
                </c:pt>
                <c:pt idx="8049">
                  <c:v>8050</c:v>
                </c:pt>
                <c:pt idx="8050">
                  <c:v>8051</c:v>
                </c:pt>
                <c:pt idx="8051">
                  <c:v>8052</c:v>
                </c:pt>
                <c:pt idx="8052">
                  <c:v>8053</c:v>
                </c:pt>
                <c:pt idx="8053">
                  <c:v>8054</c:v>
                </c:pt>
                <c:pt idx="8054">
                  <c:v>8055</c:v>
                </c:pt>
                <c:pt idx="8055">
                  <c:v>8056</c:v>
                </c:pt>
                <c:pt idx="8056">
                  <c:v>8057</c:v>
                </c:pt>
                <c:pt idx="8057">
                  <c:v>8058</c:v>
                </c:pt>
                <c:pt idx="8058">
                  <c:v>8059</c:v>
                </c:pt>
                <c:pt idx="8059">
                  <c:v>8060</c:v>
                </c:pt>
                <c:pt idx="8060">
                  <c:v>8061</c:v>
                </c:pt>
                <c:pt idx="8061">
                  <c:v>8062</c:v>
                </c:pt>
                <c:pt idx="8062">
                  <c:v>8063</c:v>
                </c:pt>
                <c:pt idx="8063">
                  <c:v>8064</c:v>
                </c:pt>
                <c:pt idx="8064">
                  <c:v>8065</c:v>
                </c:pt>
                <c:pt idx="8065">
                  <c:v>8066</c:v>
                </c:pt>
                <c:pt idx="8066">
                  <c:v>8067</c:v>
                </c:pt>
                <c:pt idx="8067">
                  <c:v>8068</c:v>
                </c:pt>
                <c:pt idx="8068">
                  <c:v>8069</c:v>
                </c:pt>
                <c:pt idx="8069">
                  <c:v>8070</c:v>
                </c:pt>
                <c:pt idx="8070">
                  <c:v>8071</c:v>
                </c:pt>
                <c:pt idx="8071">
                  <c:v>8072</c:v>
                </c:pt>
                <c:pt idx="8072">
                  <c:v>8073</c:v>
                </c:pt>
                <c:pt idx="8073">
                  <c:v>8074</c:v>
                </c:pt>
                <c:pt idx="8074">
                  <c:v>8075</c:v>
                </c:pt>
                <c:pt idx="8075">
                  <c:v>8076</c:v>
                </c:pt>
                <c:pt idx="8076">
                  <c:v>8077</c:v>
                </c:pt>
                <c:pt idx="8077">
                  <c:v>8078</c:v>
                </c:pt>
                <c:pt idx="8078">
                  <c:v>8079</c:v>
                </c:pt>
                <c:pt idx="8079">
                  <c:v>8080</c:v>
                </c:pt>
                <c:pt idx="8080">
                  <c:v>8081</c:v>
                </c:pt>
                <c:pt idx="8081">
                  <c:v>8082</c:v>
                </c:pt>
                <c:pt idx="8082">
                  <c:v>8083</c:v>
                </c:pt>
                <c:pt idx="8083">
                  <c:v>8084</c:v>
                </c:pt>
                <c:pt idx="8084">
                  <c:v>8085</c:v>
                </c:pt>
                <c:pt idx="8085">
                  <c:v>8086</c:v>
                </c:pt>
                <c:pt idx="8086">
                  <c:v>8087</c:v>
                </c:pt>
                <c:pt idx="8087">
                  <c:v>8088</c:v>
                </c:pt>
                <c:pt idx="8088">
                  <c:v>8089</c:v>
                </c:pt>
                <c:pt idx="8089">
                  <c:v>8090</c:v>
                </c:pt>
                <c:pt idx="8090">
                  <c:v>8091</c:v>
                </c:pt>
                <c:pt idx="8091">
                  <c:v>8092</c:v>
                </c:pt>
                <c:pt idx="8092">
                  <c:v>8093</c:v>
                </c:pt>
                <c:pt idx="8093">
                  <c:v>8094</c:v>
                </c:pt>
                <c:pt idx="8094">
                  <c:v>8095</c:v>
                </c:pt>
                <c:pt idx="8095">
                  <c:v>8096</c:v>
                </c:pt>
                <c:pt idx="8096">
                  <c:v>8097</c:v>
                </c:pt>
                <c:pt idx="8097">
                  <c:v>8098</c:v>
                </c:pt>
                <c:pt idx="8098">
                  <c:v>8099</c:v>
                </c:pt>
                <c:pt idx="8099">
                  <c:v>8100</c:v>
                </c:pt>
                <c:pt idx="8100">
                  <c:v>8101</c:v>
                </c:pt>
                <c:pt idx="8101">
                  <c:v>8102</c:v>
                </c:pt>
                <c:pt idx="8102">
                  <c:v>8103</c:v>
                </c:pt>
                <c:pt idx="8103">
                  <c:v>8104</c:v>
                </c:pt>
                <c:pt idx="8104">
                  <c:v>8105</c:v>
                </c:pt>
                <c:pt idx="8105">
                  <c:v>8106</c:v>
                </c:pt>
                <c:pt idx="8106">
                  <c:v>8107</c:v>
                </c:pt>
                <c:pt idx="8107">
                  <c:v>8108</c:v>
                </c:pt>
                <c:pt idx="8108">
                  <c:v>8109</c:v>
                </c:pt>
                <c:pt idx="8109">
                  <c:v>8110</c:v>
                </c:pt>
                <c:pt idx="8110">
                  <c:v>8111</c:v>
                </c:pt>
                <c:pt idx="8111">
                  <c:v>8112</c:v>
                </c:pt>
                <c:pt idx="8112">
                  <c:v>8113</c:v>
                </c:pt>
                <c:pt idx="8113">
                  <c:v>8114</c:v>
                </c:pt>
                <c:pt idx="8114">
                  <c:v>8115</c:v>
                </c:pt>
                <c:pt idx="8115">
                  <c:v>8116</c:v>
                </c:pt>
                <c:pt idx="8116">
                  <c:v>8117</c:v>
                </c:pt>
                <c:pt idx="8117">
                  <c:v>8118</c:v>
                </c:pt>
                <c:pt idx="8118">
                  <c:v>8119</c:v>
                </c:pt>
                <c:pt idx="8119">
                  <c:v>8120</c:v>
                </c:pt>
                <c:pt idx="8120">
                  <c:v>8121</c:v>
                </c:pt>
                <c:pt idx="8121">
                  <c:v>8122</c:v>
                </c:pt>
                <c:pt idx="8122">
                  <c:v>8123</c:v>
                </c:pt>
                <c:pt idx="8123">
                  <c:v>8124</c:v>
                </c:pt>
                <c:pt idx="8124">
                  <c:v>8125</c:v>
                </c:pt>
                <c:pt idx="8125">
                  <c:v>8126</c:v>
                </c:pt>
                <c:pt idx="8126">
                  <c:v>8127</c:v>
                </c:pt>
                <c:pt idx="8127">
                  <c:v>8128</c:v>
                </c:pt>
                <c:pt idx="8128">
                  <c:v>8129</c:v>
                </c:pt>
                <c:pt idx="8129">
                  <c:v>8130</c:v>
                </c:pt>
                <c:pt idx="8130">
                  <c:v>8131</c:v>
                </c:pt>
                <c:pt idx="8131">
                  <c:v>8132</c:v>
                </c:pt>
                <c:pt idx="8132">
                  <c:v>8133</c:v>
                </c:pt>
                <c:pt idx="8133">
                  <c:v>8134</c:v>
                </c:pt>
                <c:pt idx="8134">
                  <c:v>8135</c:v>
                </c:pt>
                <c:pt idx="8135">
                  <c:v>8136</c:v>
                </c:pt>
                <c:pt idx="8136">
                  <c:v>8137</c:v>
                </c:pt>
                <c:pt idx="8137">
                  <c:v>8138</c:v>
                </c:pt>
                <c:pt idx="8138">
                  <c:v>8139</c:v>
                </c:pt>
                <c:pt idx="8139">
                  <c:v>8140</c:v>
                </c:pt>
                <c:pt idx="8140">
                  <c:v>8141</c:v>
                </c:pt>
                <c:pt idx="8141">
                  <c:v>8142</c:v>
                </c:pt>
                <c:pt idx="8142">
                  <c:v>8143</c:v>
                </c:pt>
                <c:pt idx="8143">
                  <c:v>8144</c:v>
                </c:pt>
                <c:pt idx="8144">
                  <c:v>8145</c:v>
                </c:pt>
                <c:pt idx="8145">
                  <c:v>8146</c:v>
                </c:pt>
                <c:pt idx="8146">
                  <c:v>8147</c:v>
                </c:pt>
                <c:pt idx="8147">
                  <c:v>8148</c:v>
                </c:pt>
                <c:pt idx="8148">
                  <c:v>8149</c:v>
                </c:pt>
                <c:pt idx="8149">
                  <c:v>8150</c:v>
                </c:pt>
                <c:pt idx="8150">
                  <c:v>8151</c:v>
                </c:pt>
                <c:pt idx="8151">
                  <c:v>8152</c:v>
                </c:pt>
                <c:pt idx="8152">
                  <c:v>8153</c:v>
                </c:pt>
                <c:pt idx="8153">
                  <c:v>8154</c:v>
                </c:pt>
                <c:pt idx="8154">
                  <c:v>8155</c:v>
                </c:pt>
                <c:pt idx="8155">
                  <c:v>8156</c:v>
                </c:pt>
                <c:pt idx="8156">
                  <c:v>8157</c:v>
                </c:pt>
                <c:pt idx="8157">
                  <c:v>8158</c:v>
                </c:pt>
                <c:pt idx="8158">
                  <c:v>8159</c:v>
                </c:pt>
                <c:pt idx="8159">
                  <c:v>8160</c:v>
                </c:pt>
                <c:pt idx="8160">
                  <c:v>8161</c:v>
                </c:pt>
                <c:pt idx="8161">
                  <c:v>8162</c:v>
                </c:pt>
                <c:pt idx="8162">
                  <c:v>8163</c:v>
                </c:pt>
                <c:pt idx="8163">
                  <c:v>8164</c:v>
                </c:pt>
                <c:pt idx="8164">
                  <c:v>8165</c:v>
                </c:pt>
                <c:pt idx="8165">
                  <c:v>8166</c:v>
                </c:pt>
                <c:pt idx="8166">
                  <c:v>8167</c:v>
                </c:pt>
                <c:pt idx="8167">
                  <c:v>8168</c:v>
                </c:pt>
                <c:pt idx="8168">
                  <c:v>8169</c:v>
                </c:pt>
                <c:pt idx="8169">
                  <c:v>8170</c:v>
                </c:pt>
                <c:pt idx="8170">
                  <c:v>8171</c:v>
                </c:pt>
                <c:pt idx="8171">
                  <c:v>8172</c:v>
                </c:pt>
                <c:pt idx="8172">
                  <c:v>8173</c:v>
                </c:pt>
                <c:pt idx="8173">
                  <c:v>8174</c:v>
                </c:pt>
                <c:pt idx="8174">
                  <c:v>8175</c:v>
                </c:pt>
                <c:pt idx="8175">
                  <c:v>8176</c:v>
                </c:pt>
                <c:pt idx="8176">
                  <c:v>8177</c:v>
                </c:pt>
                <c:pt idx="8177">
                  <c:v>8178</c:v>
                </c:pt>
                <c:pt idx="8178">
                  <c:v>8179</c:v>
                </c:pt>
                <c:pt idx="8179">
                  <c:v>8180</c:v>
                </c:pt>
                <c:pt idx="8180">
                  <c:v>8181</c:v>
                </c:pt>
                <c:pt idx="8181">
                  <c:v>8182</c:v>
                </c:pt>
                <c:pt idx="8182">
                  <c:v>8183</c:v>
                </c:pt>
                <c:pt idx="8183">
                  <c:v>8184</c:v>
                </c:pt>
                <c:pt idx="8184">
                  <c:v>8185</c:v>
                </c:pt>
                <c:pt idx="8185">
                  <c:v>8186</c:v>
                </c:pt>
                <c:pt idx="8186">
                  <c:v>8187</c:v>
                </c:pt>
                <c:pt idx="8187">
                  <c:v>8188</c:v>
                </c:pt>
                <c:pt idx="8188">
                  <c:v>8189</c:v>
                </c:pt>
                <c:pt idx="8189">
                  <c:v>8190</c:v>
                </c:pt>
                <c:pt idx="8190">
                  <c:v>8191</c:v>
                </c:pt>
                <c:pt idx="8191">
                  <c:v>8192</c:v>
                </c:pt>
                <c:pt idx="8192">
                  <c:v>8193</c:v>
                </c:pt>
                <c:pt idx="8193">
                  <c:v>8194</c:v>
                </c:pt>
                <c:pt idx="8194">
                  <c:v>8195</c:v>
                </c:pt>
                <c:pt idx="8195">
                  <c:v>8196</c:v>
                </c:pt>
                <c:pt idx="8196">
                  <c:v>8197</c:v>
                </c:pt>
                <c:pt idx="8197">
                  <c:v>8198</c:v>
                </c:pt>
                <c:pt idx="8198">
                  <c:v>8199</c:v>
                </c:pt>
                <c:pt idx="8199">
                  <c:v>8200</c:v>
                </c:pt>
                <c:pt idx="8200">
                  <c:v>8201</c:v>
                </c:pt>
                <c:pt idx="8201">
                  <c:v>8202</c:v>
                </c:pt>
                <c:pt idx="8202">
                  <c:v>8203</c:v>
                </c:pt>
                <c:pt idx="8203">
                  <c:v>8204</c:v>
                </c:pt>
                <c:pt idx="8204">
                  <c:v>8205</c:v>
                </c:pt>
                <c:pt idx="8205">
                  <c:v>8206</c:v>
                </c:pt>
                <c:pt idx="8206">
                  <c:v>8207</c:v>
                </c:pt>
                <c:pt idx="8207">
                  <c:v>8208</c:v>
                </c:pt>
                <c:pt idx="8208">
                  <c:v>8209</c:v>
                </c:pt>
                <c:pt idx="8209">
                  <c:v>8210</c:v>
                </c:pt>
                <c:pt idx="8210">
                  <c:v>8211</c:v>
                </c:pt>
                <c:pt idx="8211">
                  <c:v>8212</c:v>
                </c:pt>
                <c:pt idx="8212">
                  <c:v>8213</c:v>
                </c:pt>
                <c:pt idx="8213">
                  <c:v>8214</c:v>
                </c:pt>
                <c:pt idx="8214">
                  <c:v>8215</c:v>
                </c:pt>
                <c:pt idx="8215">
                  <c:v>8216</c:v>
                </c:pt>
                <c:pt idx="8216">
                  <c:v>8217</c:v>
                </c:pt>
                <c:pt idx="8217">
                  <c:v>8218</c:v>
                </c:pt>
                <c:pt idx="8218">
                  <c:v>8219</c:v>
                </c:pt>
                <c:pt idx="8219">
                  <c:v>8220</c:v>
                </c:pt>
                <c:pt idx="8220">
                  <c:v>8221</c:v>
                </c:pt>
                <c:pt idx="8221">
                  <c:v>8222</c:v>
                </c:pt>
                <c:pt idx="8222">
                  <c:v>8223</c:v>
                </c:pt>
                <c:pt idx="8223">
                  <c:v>8224</c:v>
                </c:pt>
                <c:pt idx="8224">
                  <c:v>8225</c:v>
                </c:pt>
                <c:pt idx="8225">
                  <c:v>8226</c:v>
                </c:pt>
                <c:pt idx="8226">
                  <c:v>8227</c:v>
                </c:pt>
                <c:pt idx="8227">
                  <c:v>8228</c:v>
                </c:pt>
                <c:pt idx="8228">
                  <c:v>8229</c:v>
                </c:pt>
                <c:pt idx="8229">
                  <c:v>8230</c:v>
                </c:pt>
                <c:pt idx="8230">
                  <c:v>8231</c:v>
                </c:pt>
                <c:pt idx="8231">
                  <c:v>8232</c:v>
                </c:pt>
                <c:pt idx="8232">
                  <c:v>8233</c:v>
                </c:pt>
                <c:pt idx="8233">
                  <c:v>8234</c:v>
                </c:pt>
                <c:pt idx="8234">
                  <c:v>8235</c:v>
                </c:pt>
                <c:pt idx="8235">
                  <c:v>8236</c:v>
                </c:pt>
                <c:pt idx="8236">
                  <c:v>8237</c:v>
                </c:pt>
                <c:pt idx="8237">
                  <c:v>8238</c:v>
                </c:pt>
                <c:pt idx="8238">
                  <c:v>8239</c:v>
                </c:pt>
                <c:pt idx="8239">
                  <c:v>8240</c:v>
                </c:pt>
                <c:pt idx="8240">
                  <c:v>8241</c:v>
                </c:pt>
                <c:pt idx="8241">
                  <c:v>8242</c:v>
                </c:pt>
                <c:pt idx="8242">
                  <c:v>8243</c:v>
                </c:pt>
                <c:pt idx="8243">
                  <c:v>8244</c:v>
                </c:pt>
                <c:pt idx="8244">
                  <c:v>8245</c:v>
                </c:pt>
                <c:pt idx="8245">
                  <c:v>8246</c:v>
                </c:pt>
                <c:pt idx="8246">
                  <c:v>8247</c:v>
                </c:pt>
                <c:pt idx="8247">
                  <c:v>8248</c:v>
                </c:pt>
                <c:pt idx="8248">
                  <c:v>8249</c:v>
                </c:pt>
                <c:pt idx="8249">
                  <c:v>8250</c:v>
                </c:pt>
                <c:pt idx="8250">
                  <c:v>8251</c:v>
                </c:pt>
                <c:pt idx="8251">
                  <c:v>8252</c:v>
                </c:pt>
                <c:pt idx="8252">
                  <c:v>8253</c:v>
                </c:pt>
                <c:pt idx="8253">
                  <c:v>8254</c:v>
                </c:pt>
                <c:pt idx="8254">
                  <c:v>8255</c:v>
                </c:pt>
                <c:pt idx="8255">
                  <c:v>8256</c:v>
                </c:pt>
                <c:pt idx="8256">
                  <c:v>8257</c:v>
                </c:pt>
                <c:pt idx="8257">
                  <c:v>8258</c:v>
                </c:pt>
                <c:pt idx="8258">
                  <c:v>8259</c:v>
                </c:pt>
                <c:pt idx="8259">
                  <c:v>8260</c:v>
                </c:pt>
                <c:pt idx="8260">
                  <c:v>8261</c:v>
                </c:pt>
                <c:pt idx="8261">
                  <c:v>8262</c:v>
                </c:pt>
                <c:pt idx="8262">
                  <c:v>8263</c:v>
                </c:pt>
                <c:pt idx="8263">
                  <c:v>8264</c:v>
                </c:pt>
                <c:pt idx="8264">
                  <c:v>8265</c:v>
                </c:pt>
                <c:pt idx="8265">
                  <c:v>8266</c:v>
                </c:pt>
                <c:pt idx="8266">
                  <c:v>8267</c:v>
                </c:pt>
                <c:pt idx="8267">
                  <c:v>8268</c:v>
                </c:pt>
                <c:pt idx="8268">
                  <c:v>8269</c:v>
                </c:pt>
                <c:pt idx="8269">
                  <c:v>8270</c:v>
                </c:pt>
                <c:pt idx="8270">
                  <c:v>8271</c:v>
                </c:pt>
                <c:pt idx="8271">
                  <c:v>8272</c:v>
                </c:pt>
                <c:pt idx="8272">
                  <c:v>8273</c:v>
                </c:pt>
                <c:pt idx="8273">
                  <c:v>8274</c:v>
                </c:pt>
                <c:pt idx="8274">
                  <c:v>8275</c:v>
                </c:pt>
                <c:pt idx="8275">
                  <c:v>8276</c:v>
                </c:pt>
                <c:pt idx="8276">
                  <c:v>8277</c:v>
                </c:pt>
                <c:pt idx="8277">
                  <c:v>8278</c:v>
                </c:pt>
                <c:pt idx="8278">
                  <c:v>8279</c:v>
                </c:pt>
                <c:pt idx="8279">
                  <c:v>8280</c:v>
                </c:pt>
                <c:pt idx="8280">
                  <c:v>8281</c:v>
                </c:pt>
                <c:pt idx="8281">
                  <c:v>8282</c:v>
                </c:pt>
                <c:pt idx="8282">
                  <c:v>8283</c:v>
                </c:pt>
                <c:pt idx="8283">
                  <c:v>8284</c:v>
                </c:pt>
                <c:pt idx="8284">
                  <c:v>8285</c:v>
                </c:pt>
                <c:pt idx="8285">
                  <c:v>8286</c:v>
                </c:pt>
                <c:pt idx="8286">
                  <c:v>8287</c:v>
                </c:pt>
                <c:pt idx="8287">
                  <c:v>8288</c:v>
                </c:pt>
                <c:pt idx="8288">
                  <c:v>8289</c:v>
                </c:pt>
                <c:pt idx="8289">
                  <c:v>8290</c:v>
                </c:pt>
                <c:pt idx="8290">
                  <c:v>8291</c:v>
                </c:pt>
                <c:pt idx="8291">
                  <c:v>8292</c:v>
                </c:pt>
                <c:pt idx="8292">
                  <c:v>8293</c:v>
                </c:pt>
                <c:pt idx="8293">
                  <c:v>8294</c:v>
                </c:pt>
                <c:pt idx="8294">
                  <c:v>8295</c:v>
                </c:pt>
                <c:pt idx="8295">
                  <c:v>8296</c:v>
                </c:pt>
                <c:pt idx="8296">
                  <c:v>8297</c:v>
                </c:pt>
                <c:pt idx="8297">
                  <c:v>8298</c:v>
                </c:pt>
                <c:pt idx="8298">
                  <c:v>8299</c:v>
                </c:pt>
                <c:pt idx="8299">
                  <c:v>8300</c:v>
                </c:pt>
                <c:pt idx="8300">
                  <c:v>8301</c:v>
                </c:pt>
                <c:pt idx="8301">
                  <c:v>8302</c:v>
                </c:pt>
                <c:pt idx="8302">
                  <c:v>8303</c:v>
                </c:pt>
                <c:pt idx="8303">
                  <c:v>8304</c:v>
                </c:pt>
                <c:pt idx="8304">
                  <c:v>8305</c:v>
                </c:pt>
                <c:pt idx="8305">
                  <c:v>8306</c:v>
                </c:pt>
                <c:pt idx="8306">
                  <c:v>8307</c:v>
                </c:pt>
                <c:pt idx="8307">
                  <c:v>8308</c:v>
                </c:pt>
                <c:pt idx="8308">
                  <c:v>8309</c:v>
                </c:pt>
                <c:pt idx="8309">
                  <c:v>8310</c:v>
                </c:pt>
                <c:pt idx="8310">
                  <c:v>8311</c:v>
                </c:pt>
                <c:pt idx="8311">
                  <c:v>8312</c:v>
                </c:pt>
                <c:pt idx="8312">
                  <c:v>8313</c:v>
                </c:pt>
                <c:pt idx="8313">
                  <c:v>8314</c:v>
                </c:pt>
                <c:pt idx="8314">
                  <c:v>8315</c:v>
                </c:pt>
                <c:pt idx="8315">
                  <c:v>8316</c:v>
                </c:pt>
                <c:pt idx="8316">
                  <c:v>8317</c:v>
                </c:pt>
                <c:pt idx="8317">
                  <c:v>8318</c:v>
                </c:pt>
                <c:pt idx="8318">
                  <c:v>8319</c:v>
                </c:pt>
                <c:pt idx="8319">
                  <c:v>8320</c:v>
                </c:pt>
                <c:pt idx="8320">
                  <c:v>8321</c:v>
                </c:pt>
                <c:pt idx="8321">
                  <c:v>8322</c:v>
                </c:pt>
                <c:pt idx="8322">
                  <c:v>8323</c:v>
                </c:pt>
                <c:pt idx="8323">
                  <c:v>8324</c:v>
                </c:pt>
                <c:pt idx="8324">
                  <c:v>8325</c:v>
                </c:pt>
                <c:pt idx="8325">
                  <c:v>8326</c:v>
                </c:pt>
                <c:pt idx="8326">
                  <c:v>8327</c:v>
                </c:pt>
                <c:pt idx="8327">
                  <c:v>8328</c:v>
                </c:pt>
                <c:pt idx="8328">
                  <c:v>8329</c:v>
                </c:pt>
                <c:pt idx="8329">
                  <c:v>8330</c:v>
                </c:pt>
                <c:pt idx="8330">
                  <c:v>8331</c:v>
                </c:pt>
                <c:pt idx="8331">
                  <c:v>8332</c:v>
                </c:pt>
                <c:pt idx="8332">
                  <c:v>8333</c:v>
                </c:pt>
                <c:pt idx="8333">
                  <c:v>8334</c:v>
                </c:pt>
                <c:pt idx="8334">
                  <c:v>8335</c:v>
                </c:pt>
                <c:pt idx="8335">
                  <c:v>8336</c:v>
                </c:pt>
                <c:pt idx="8336">
                  <c:v>8337</c:v>
                </c:pt>
                <c:pt idx="8337">
                  <c:v>8338</c:v>
                </c:pt>
                <c:pt idx="8338">
                  <c:v>8339</c:v>
                </c:pt>
                <c:pt idx="8339">
                  <c:v>8340</c:v>
                </c:pt>
                <c:pt idx="8340">
                  <c:v>8341</c:v>
                </c:pt>
                <c:pt idx="8341">
                  <c:v>8342</c:v>
                </c:pt>
                <c:pt idx="8342">
                  <c:v>8343</c:v>
                </c:pt>
                <c:pt idx="8343">
                  <c:v>8344</c:v>
                </c:pt>
                <c:pt idx="8344">
                  <c:v>8345</c:v>
                </c:pt>
                <c:pt idx="8345">
                  <c:v>8346</c:v>
                </c:pt>
                <c:pt idx="8346">
                  <c:v>8347</c:v>
                </c:pt>
                <c:pt idx="8347">
                  <c:v>8348</c:v>
                </c:pt>
                <c:pt idx="8348">
                  <c:v>8349</c:v>
                </c:pt>
                <c:pt idx="8349">
                  <c:v>8350</c:v>
                </c:pt>
                <c:pt idx="8350">
                  <c:v>8351</c:v>
                </c:pt>
                <c:pt idx="8351">
                  <c:v>8352</c:v>
                </c:pt>
                <c:pt idx="8352">
                  <c:v>8353</c:v>
                </c:pt>
                <c:pt idx="8353">
                  <c:v>8354</c:v>
                </c:pt>
                <c:pt idx="8354">
                  <c:v>8355</c:v>
                </c:pt>
                <c:pt idx="8355">
                  <c:v>8356</c:v>
                </c:pt>
                <c:pt idx="8356">
                  <c:v>8357</c:v>
                </c:pt>
                <c:pt idx="8357">
                  <c:v>8358</c:v>
                </c:pt>
                <c:pt idx="8358">
                  <c:v>8359</c:v>
                </c:pt>
                <c:pt idx="8359">
                  <c:v>8360</c:v>
                </c:pt>
                <c:pt idx="8360">
                  <c:v>8361</c:v>
                </c:pt>
                <c:pt idx="8361">
                  <c:v>8362</c:v>
                </c:pt>
                <c:pt idx="8362">
                  <c:v>8363</c:v>
                </c:pt>
                <c:pt idx="8363">
                  <c:v>8364</c:v>
                </c:pt>
                <c:pt idx="8364">
                  <c:v>8365</c:v>
                </c:pt>
                <c:pt idx="8365">
                  <c:v>8366</c:v>
                </c:pt>
                <c:pt idx="8366">
                  <c:v>8367</c:v>
                </c:pt>
                <c:pt idx="8367">
                  <c:v>8368</c:v>
                </c:pt>
                <c:pt idx="8368">
                  <c:v>8369</c:v>
                </c:pt>
                <c:pt idx="8369">
                  <c:v>8370</c:v>
                </c:pt>
                <c:pt idx="8370">
                  <c:v>8371</c:v>
                </c:pt>
                <c:pt idx="8371">
                  <c:v>8372</c:v>
                </c:pt>
                <c:pt idx="8372">
                  <c:v>8373</c:v>
                </c:pt>
                <c:pt idx="8373">
                  <c:v>8374</c:v>
                </c:pt>
                <c:pt idx="8374">
                  <c:v>8375</c:v>
                </c:pt>
                <c:pt idx="8375">
                  <c:v>8376</c:v>
                </c:pt>
                <c:pt idx="8376">
                  <c:v>8377</c:v>
                </c:pt>
                <c:pt idx="8377">
                  <c:v>8378</c:v>
                </c:pt>
                <c:pt idx="8378">
                  <c:v>8379</c:v>
                </c:pt>
                <c:pt idx="8379">
                  <c:v>8380</c:v>
                </c:pt>
                <c:pt idx="8380">
                  <c:v>8381</c:v>
                </c:pt>
                <c:pt idx="8381">
                  <c:v>8382</c:v>
                </c:pt>
                <c:pt idx="8382">
                  <c:v>8383</c:v>
                </c:pt>
                <c:pt idx="8383">
                  <c:v>8384</c:v>
                </c:pt>
                <c:pt idx="8384">
                  <c:v>8385</c:v>
                </c:pt>
                <c:pt idx="8385">
                  <c:v>8386</c:v>
                </c:pt>
                <c:pt idx="8386">
                  <c:v>8387</c:v>
                </c:pt>
                <c:pt idx="8387">
                  <c:v>8388</c:v>
                </c:pt>
                <c:pt idx="8388">
                  <c:v>8389</c:v>
                </c:pt>
                <c:pt idx="8389">
                  <c:v>8390</c:v>
                </c:pt>
                <c:pt idx="8390">
                  <c:v>8391</c:v>
                </c:pt>
                <c:pt idx="8391">
                  <c:v>8392</c:v>
                </c:pt>
                <c:pt idx="8392">
                  <c:v>8393</c:v>
                </c:pt>
                <c:pt idx="8393">
                  <c:v>8394</c:v>
                </c:pt>
                <c:pt idx="8394">
                  <c:v>8395</c:v>
                </c:pt>
                <c:pt idx="8395">
                  <c:v>8396</c:v>
                </c:pt>
                <c:pt idx="8396">
                  <c:v>8397</c:v>
                </c:pt>
                <c:pt idx="8397">
                  <c:v>8398</c:v>
                </c:pt>
                <c:pt idx="8398">
                  <c:v>8399</c:v>
                </c:pt>
                <c:pt idx="8399">
                  <c:v>8400</c:v>
                </c:pt>
                <c:pt idx="8400">
                  <c:v>8401</c:v>
                </c:pt>
                <c:pt idx="8401">
                  <c:v>8402</c:v>
                </c:pt>
                <c:pt idx="8402">
                  <c:v>8403</c:v>
                </c:pt>
                <c:pt idx="8403">
                  <c:v>8404</c:v>
                </c:pt>
                <c:pt idx="8404">
                  <c:v>8405</c:v>
                </c:pt>
                <c:pt idx="8405">
                  <c:v>8406</c:v>
                </c:pt>
                <c:pt idx="8406">
                  <c:v>8407</c:v>
                </c:pt>
                <c:pt idx="8407">
                  <c:v>8408</c:v>
                </c:pt>
                <c:pt idx="8408">
                  <c:v>8409</c:v>
                </c:pt>
                <c:pt idx="8409">
                  <c:v>8410</c:v>
                </c:pt>
                <c:pt idx="8410">
                  <c:v>8411</c:v>
                </c:pt>
                <c:pt idx="8411">
                  <c:v>8412</c:v>
                </c:pt>
                <c:pt idx="8412">
                  <c:v>8413</c:v>
                </c:pt>
                <c:pt idx="8413">
                  <c:v>8414</c:v>
                </c:pt>
                <c:pt idx="8414">
                  <c:v>8415</c:v>
                </c:pt>
                <c:pt idx="8415">
                  <c:v>8416</c:v>
                </c:pt>
                <c:pt idx="8416">
                  <c:v>8417</c:v>
                </c:pt>
                <c:pt idx="8417">
                  <c:v>8418</c:v>
                </c:pt>
                <c:pt idx="8418">
                  <c:v>8419</c:v>
                </c:pt>
                <c:pt idx="8419">
                  <c:v>8420</c:v>
                </c:pt>
                <c:pt idx="8420">
                  <c:v>8421</c:v>
                </c:pt>
                <c:pt idx="8421">
                  <c:v>8422</c:v>
                </c:pt>
                <c:pt idx="8422">
                  <c:v>8423</c:v>
                </c:pt>
                <c:pt idx="8423">
                  <c:v>8424</c:v>
                </c:pt>
                <c:pt idx="8424">
                  <c:v>8425</c:v>
                </c:pt>
                <c:pt idx="8425">
                  <c:v>8426</c:v>
                </c:pt>
                <c:pt idx="8426">
                  <c:v>8427</c:v>
                </c:pt>
                <c:pt idx="8427">
                  <c:v>8428</c:v>
                </c:pt>
                <c:pt idx="8428">
                  <c:v>8429</c:v>
                </c:pt>
                <c:pt idx="8429">
                  <c:v>8430</c:v>
                </c:pt>
                <c:pt idx="8430">
                  <c:v>8431</c:v>
                </c:pt>
                <c:pt idx="8431">
                  <c:v>8432</c:v>
                </c:pt>
                <c:pt idx="8432">
                  <c:v>8433</c:v>
                </c:pt>
                <c:pt idx="8433">
                  <c:v>8434</c:v>
                </c:pt>
                <c:pt idx="8434">
                  <c:v>8435</c:v>
                </c:pt>
                <c:pt idx="8435">
                  <c:v>8436</c:v>
                </c:pt>
                <c:pt idx="8436">
                  <c:v>8437</c:v>
                </c:pt>
                <c:pt idx="8437">
                  <c:v>8438</c:v>
                </c:pt>
                <c:pt idx="8438">
                  <c:v>8439</c:v>
                </c:pt>
                <c:pt idx="8439">
                  <c:v>8440</c:v>
                </c:pt>
                <c:pt idx="8440">
                  <c:v>8441</c:v>
                </c:pt>
                <c:pt idx="8441">
                  <c:v>8442</c:v>
                </c:pt>
                <c:pt idx="8442">
                  <c:v>8443</c:v>
                </c:pt>
                <c:pt idx="8443">
                  <c:v>8444</c:v>
                </c:pt>
                <c:pt idx="8444">
                  <c:v>8445</c:v>
                </c:pt>
                <c:pt idx="8445">
                  <c:v>8446</c:v>
                </c:pt>
                <c:pt idx="8446">
                  <c:v>8447</c:v>
                </c:pt>
                <c:pt idx="8447">
                  <c:v>8448</c:v>
                </c:pt>
                <c:pt idx="8448">
                  <c:v>8449</c:v>
                </c:pt>
                <c:pt idx="8449">
                  <c:v>8450</c:v>
                </c:pt>
                <c:pt idx="8450">
                  <c:v>8451</c:v>
                </c:pt>
                <c:pt idx="8451">
                  <c:v>8452</c:v>
                </c:pt>
                <c:pt idx="8452">
                  <c:v>8453</c:v>
                </c:pt>
                <c:pt idx="8453">
                  <c:v>8454</c:v>
                </c:pt>
                <c:pt idx="8454">
                  <c:v>8455</c:v>
                </c:pt>
                <c:pt idx="8455">
                  <c:v>8456</c:v>
                </c:pt>
                <c:pt idx="8456">
                  <c:v>8457</c:v>
                </c:pt>
                <c:pt idx="8457">
                  <c:v>8458</c:v>
                </c:pt>
                <c:pt idx="8458">
                  <c:v>8459</c:v>
                </c:pt>
                <c:pt idx="8459">
                  <c:v>8460</c:v>
                </c:pt>
                <c:pt idx="8460">
                  <c:v>8461</c:v>
                </c:pt>
                <c:pt idx="8461">
                  <c:v>8462</c:v>
                </c:pt>
                <c:pt idx="8462">
                  <c:v>8463</c:v>
                </c:pt>
                <c:pt idx="8463">
                  <c:v>8464</c:v>
                </c:pt>
                <c:pt idx="8464">
                  <c:v>8465</c:v>
                </c:pt>
                <c:pt idx="8465">
                  <c:v>8466</c:v>
                </c:pt>
                <c:pt idx="8466">
                  <c:v>8467</c:v>
                </c:pt>
                <c:pt idx="8467">
                  <c:v>8468</c:v>
                </c:pt>
                <c:pt idx="8468">
                  <c:v>8469</c:v>
                </c:pt>
                <c:pt idx="8469">
                  <c:v>8470</c:v>
                </c:pt>
                <c:pt idx="8470">
                  <c:v>8471</c:v>
                </c:pt>
                <c:pt idx="8471">
                  <c:v>8472</c:v>
                </c:pt>
                <c:pt idx="8472">
                  <c:v>8473</c:v>
                </c:pt>
                <c:pt idx="8473">
                  <c:v>8474</c:v>
                </c:pt>
                <c:pt idx="8474">
                  <c:v>8475</c:v>
                </c:pt>
                <c:pt idx="8475">
                  <c:v>8476</c:v>
                </c:pt>
                <c:pt idx="8476">
                  <c:v>8477</c:v>
                </c:pt>
                <c:pt idx="8477">
                  <c:v>8478</c:v>
                </c:pt>
                <c:pt idx="8478">
                  <c:v>8479</c:v>
                </c:pt>
                <c:pt idx="8479">
                  <c:v>8480</c:v>
                </c:pt>
                <c:pt idx="8480">
                  <c:v>8481</c:v>
                </c:pt>
                <c:pt idx="8481">
                  <c:v>8482</c:v>
                </c:pt>
                <c:pt idx="8482">
                  <c:v>8483</c:v>
                </c:pt>
                <c:pt idx="8483">
                  <c:v>8484</c:v>
                </c:pt>
                <c:pt idx="8484">
                  <c:v>8485</c:v>
                </c:pt>
                <c:pt idx="8485">
                  <c:v>8486</c:v>
                </c:pt>
                <c:pt idx="8486">
                  <c:v>8487</c:v>
                </c:pt>
                <c:pt idx="8487">
                  <c:v>8488</c:v>
                </c:pt>
                <c:pt idx="8488">
                  <c:v>8489</c:v>
                </c:pt>
                <c:pt idx="8489">
                  <c:v>8490</c:v>
                </c:pt>
                <c:pt idx="8490">
                  <c:v>8491</c:v>
                </c:pt>
                <c:pt idx="8491">
                  <c:v>8492</c:v>
                </c:pt>
                <c:pt idx="8492">
                  <c:v>8493</c:v>
                </c:pt>
                <c:pt idx="8493">
                  <c:v>8494</c:v>
                </c:pt>
                <c:pt idx="8494">
                  <c:v>8495</c:v>
                </c:pt>
                <c:pt idx="8495">
                  <c:v>8496</c:v>
                </c:pt>
                <c:pt idx="8496">
                  <c:v>8497</c:v>
                </c:pt>
                <c:pt idx="8497">
                  <c:v>8498</c:v>
                </c:pt>
                <c:pt idx="8498">
                  <c:v>8499</c:v>
                </c:pt>
                <c:pt idx="8499">
                  <c:v>8500</c:v>
                </c:pt>
                <c:pt idx="8500">
                  <c:v>8501</c:v>
                </c:pt>
                <c:pt idx="8501">
                  <c:v>8502</c:v>
                </c:pt>
                <c:pt idx="8502">
                  <c:v>8503</c:v>
                </c:pt>
                <c:pt idx="8503">
                  <c:v>8504</c:v>
                </c:pt>
                <c:pt idx="8504">
                  <c:v>8505</c:v>
                </c:pt>
                <c:pt idx="8505">
                  <c:v>8506</c:v>
                </c:pt>
                <c:pt idx="8506">
                  <c:v>8507</c:v>
                </c:pt>
                <c:pt idx="8507">
                  <c:v>8508</c:v>
                </c:pt>
                <c:pt idx="8508">
                  <c:v>8509</c:v>
                </c:pt>
                <c:pt idx="8509">
                  <c:v>8510</c:v>
                </c:pt>
                <c:pt idx="8510">
                  <c:v>8511</c:v>
                </c:pt>
                <c:pt idx="8511">
                  <c:v>8512</c:v>
                </c:pt>
                <c:pt idx="8512">
                  <c:v>8513</c:v>
                </c:pt>
                <c:pt idx="8513">
                  <c:v>8514</c:v>
                </c:pt>
                <c:pt idx="8514">
                  <c:v>8515</c:v>
                </c:pt>
                <c:pt idx="8515">
                  <c:v>8516</c:v>
                </c:pt>
                <c:pt idx="8516">
                  <c:v>8517</c:v>
                </c:pt>
                <c:pt idx="8517">
                  <c:v>8518</c:v>
                </c:pt>
                <c:pt idx="8518">
                  <c:v>8519</c:v>
                </c:pt>
                <c:pt idx="8519">
                  <c:v>8520</c:v>
                </c:pt>
                <c:pt idx="8520">
                  <c:v>8521</c:v>
                </c:pt>
                <c:pt idx="8521">
                  <c:v>8522</c:v>
                </c:pt>
                <c:pt idx="8522">
                  <c:v>8523</c:v>
                </c:pt>
                <c:pt idx="8523">
                  <c:v>8524</c:v>
                </c:pt>
                <c:pt idx="8524">
                  <c:v>8525</c:v>
                </c:pt>
                <c:pt idx="8525">
                  <c:v>8526</c:v>
                </c:pt>
                <c:pt idx="8526">
                  <c:v>8527</c:v>
                </c:pt>
                <c:pt idx="8527">
                  <c:v>8528</c:v>
                </c:pt>
                <c:pt idx="8528">
                  <c:v>8529</c:v>
                </c:pt>
                <c:pt idx="8529">
                  <c:v>8530</c:v>
                </c:pt>
                <c:pt idx="8530">
                  <c:v>8531</c:v>
                </c:pt>
                <c:pt idx="8531">
                  <c:v>8532</c:v>
                </c:pt>
                <c:pt idx="8532">
                  <c:v>8533</c:v>
                </c:pt>
                <c:pt idx="8533">
                  <c:v>8534</c:v>
                </c:pt>
                <c:pt idx="8534">
                  <c:v>8535</c:v>
                </c:pt>
                <c:pt idx="8535">
                  <c:v>8536</c:v>
                </c:pt>
                <c:pt idx="8536">
                  <c:v>8537</c:v>
                </c:pt>
                <c:pt idx="8537">
                  <c:v>8538</c:v>
                </c:pt>
                <c:pt idx="8538">
                  <c:v>8539</c:v>
                </c:pt>
                <c:pt idx="8539">
                  <c:v>8540</c:v>
                </c:pt>
                <c:pt idx="8540">
                  <c:v>8541</c:v>
                </c:pt>
                <c:pt idx="8541">
                  <c:v>8542</c:v>
                </c:pt>
                <c:pt idx="8542">
                  <c:v>8543</c:v>
                </c:pt>
                <c:pt idx="8543">
                  <c:v>8544</c:v>
                </c:pt>
                <c:pt idx="8544">
                  <c:v>8545</c:v>
                </c:pt>
                <c:pt idx="8545">
                  <c:v>8546</c:v>
                </c:pt>
                <c:pt idx="8546">
                  <c:v>8547</c:v>
                </c:pt>
                <c:pt idx="8547">
                  <c:v>8548</c:v>
                </c:pt>
                <c:pt idx="8548">
                  <c:v>8549</c:v>
                </c:pt>
                <c:pt idx="8549">
                  <c:v>8550</c:v>
                </c:pt>
                <c:pt idx="8550">
                  <c:v>8551</c:v>
                </c:pt>
                <c:pt idx="8551">
                  <c:v>8552</c:v>
                </c:pt>
                <c:pt idx="8552">
                  <c:v>8553</c:v>
                </c:pt>
                <c:pt idx="8553">
                  <c:v>8554</c:v>
                </c:pt>
                <c:pt idx="8554">
                  <c:v>8555</c:v>
                </c:pt>
                <c:pt idx="8555">
                  <c:v>8556</c:v>
                </c:pt>
                <c:pt idx="8556">
                  <c:v>8557</c:v>
                </c:pt>
                <c:pt idx="8557">
                  <c:v>8558</c:v>
                </c:pt>
                <c:pt idx="8558">
                  <c:v>8559</c:v>
                </c:pt>
                <c:pt idx="8559">
                  <c:v>8560</c:v>
                </c:pt>
                <c:pt idx="8560">
                  <c:v>8561</c:v>
                </c:pt>
                <c:pt idx="8561">
                  <c:v>8562</c:v>
                </c:pt>
                <c:pt idx="8562">
                  <c:v>8563</c:v>
                </c:pt>
                <c:pt idx="8563">
                  <c:v>8564</c:v>
                </c:pt>
                <c:pt idx="8564">
                  <c:v>8565</c:v>
                </c:pt>
                <c:pt idx="8565">
                  <c:v>8566</c:v>
                </c:pt>
                <c:pt idx="8566">
                  <c:v>8567</c:v>
                </c:pt>
                <c:pt idx="8567">
                  <c:v>8568</c:v>
                </c:pt>
                <c:pt idx="8568">
                  <c:v>8569</c:v>
                </c:pt>
                <c:pt idx="8569">
                  <c:v>8570</c:v>
                </c:pt>
                <c:pt idx="8570">
                  <c:v>8571</c:v>
                </c:pt>
                <c:pt idx="8571">
                  <c:v>8572</c:v>
                </c:pt>
                <c:pt idx="8572">
                  <c:v>8573</c:v>
                </c:pt>
                <c:pt idx="8573">
                  <c:v>8574</c:v>
                </c:pt>
                <c:pt idx="8574">
                  <c:v>8575</c:v>
                </c:pt>
                <c:pt idx="8575">
                  <c:v>8576</c:v>
                </c:pt>
                <c:pt idx="8576">
                  <c:v>8577</c:v>
                </c:pt>
                <c:pt idx="8577">
                  <c:v>8578</c:v>
                </c:pt>
                <c:pt idx="8578">
                  <c:v>8579</c:v>
                </c:pt>
                <c:pt idx="8579">
                  <c:v>8580</c:v>
                </c:pt>
                <c:pt idx="8580">
                  <c:v>8581</c:v>
                </c:pt>
                <c:pt idx="8581">
                  <c:v>8582</c:v>
                </c:pt>
                <c:pt idx="8582">
                  <c:v>8583</c:v>
                </c:pt>
                <c:pt idx="8583">
                  <c:v>8584</c:v>
                </c:pt>
                <c:pt idx="8584">
                  <c:v>8585</c:v>
                </c:pt>
                <c:pt idx="8585">
                  <c:v>8586</c:v>
                </c:pt>
                <c:pt idx="8586">
                  <c:v>8587</c:v>
                </c:pt>
                <c:pt idx="8587">
                  <c:v>8588</c:v>
                </c:pt>
                <c:pt idx="8588">
                  <c:v>8589</c:v>
                </c:pt>
                <c:pt idx="8589">
                  <c:v>8590</c:v>
                </c:pt>
                <c:pt idx="8590">
                  <c:v>8591</c:v>
                </c:pt>
                <c:pt idx="8591">
                  <c:v>8592</c:v>
                </c:pt>
                <c:pt idx="8592">
                  <c:v>8593</c:v>
                </c:pt>
                <c:pt idx="8593">
                  <c:v>8594</c:v>
                </c:pt>
                <c:pt idx="8594">
                  <c:v>8595</c:v>
                </c:pt>
                <c:pt idx="8595">
                  <c:v>8596</c:v>
                </c:pt>
                <c:pt idx="8596">
                  <c:v>8597</c:v>
                </c:pt>
                <c:pt idx="8597">
                  <c:v>8598</c:v>
                </c:pt>
                <c:pt idx="8598">
                  <c:v>8599</c:v>
                </c:pt>
                <c:pt idx="8599">
                  <c:v>8600</c:v>
                </c:pt>
                <c:pt idx="8600">
                  <c:v>8601</c:v>
                </c:pt>
                <c:pt idx="8601">
                  <c:v>8602</c:v>
                </c:pt>
                <c:pt idx="8602">
                  <c:v>8603</c:v>
                </c:pt>
                <c:pt idx="8603">
                  <c:v>8604</c:v>
                </c:pt>
                <c:pt idx="8604">
                  <c:v>8605</c:v>
                </c:pt>
                <c:pt idx="8605">
                  <c:v>8606</c:v>
                </c:pt>
                <c:pt idx="8606">
                  <c:v>8607</c:v>
                </c:pt>
                <c:pt idx="8607">
                  <c:v>8608</c:v>
                </c:pt>
                <c:pt idx="8608">
                  <c:v>8609</c:v>
                </c:pt>
                <c:pt idx="8609">
                  <c:v>8610</c:v>
                </c:pt>
                <c:pt idx="8610">
                  <c:v>8611</c:v>
                </c:pt>
                <c:pt idx="8611">
                  <c:v>8612</c:v>
                </c:pt>
                <c:pt idx="8612">
                  <c:v>8613</c:v>
                </c:pt>
                <c:pt idx="8613">
                  <c:v>8614</c:v>
                </c:pt>
                <c:pt idx="8614">
                  <c:v>8615</c:v>
                </c:pt>
                <c:pt idx="8615">
                  <c:v>8616</c:v>
                </c:pt>
                <c:pt idx="8616">
                  <c:v>8617</c:v>
                </c:pt>
                <c:pt idx="8617">
                  <c:v>8618</c:v>
                </c:pt>
                <c:pt idx="8618">
                  <c:v>8619</c:v>
                </c:pt>
                <c:pt idx="8619">
                  <c:v>8620</c:v>
                </c:pt>
                <c:pt idx="8620">
                  <c:v>8621</c:v>
                </c:pt>
                <c:pt idx="8621">
                  <c:v>8622</c:v>
                </c:pt>
                <c:pt idx="8622">
                  <c:v>8623</c:v>
                </c:pt>
                <c:pt idx="8623">
                  <c:v>8624</c:v>
                </c:pt>
                <c:pt idx="8624">
                  <c:v>8625</c:v>
                </c:pt>
                <c:pt idx="8625">
                  <c:v>8626</c:v>
                </c:pt>
                <c:pt idx="8626">
                  <c:v>8627</c:v>
                </c:pt>
                <c:pt idx="8627">
                  <c:v>8628</c:v>
                </c:pt>
                <c:pt idx="8628">
                  <c:v>8629</c:v>
                </c:pt>
                <c:pt idx="8629">
                  <c:v>8630</c:v>
                </c:pt>
                <c:pt idx="8630">
                  <c:v>8631</c:v>
                </c:pt>
                <c:pt idx="8631">
                  <c:v>8632</c:v>
                </c:pt>
                <c:pt idx="8632">
                  <c:v>8633</c:v>
                </c:pt>
                <c:pt idx="8633">
                  <c:v>8634</c:v>
                </c:pt>
                <c:pt idx="8634">
                  <c:v>8635</c:v>
                </c:pt>
                <c:pt idx="8635">
                  <c:v>8636</c:v>
                </c:pt>
                <c:pt idx="8636">
                  <c:v>8637</c:v>
                </c:pt>
                <c:pt idx="8637">
                  <c:v>8638</c:v>
                </c:pt>
                <c:pt idx="8638">
                  <c:v>8639</c:v>
                </c:pt>
                <c:pt idx="8639">
                  <c:v>8640</c:v>
                </c:pt>
                <c:pt idx="8640">
                  <c:v>8641</c:v>
                </c:pt>
                <c:pt idx="8641">
                  <c:v>8642</c:v>
                </c:pt>
                <c:pt idx="8642">
                  <c:v>8643</c:v>
                </c:pt>
                <c:pt idx="8643">
                  <c:v>8644</c:v>
                </c:pt>
                <c:pt idx="8644">
                  <c:v>8645</c:v>
                </c:pt>
                <c:pt idx="8645">
                  <c:v>8646</c:v>
                </c:pt>
                <c:pt idx="8646">
                  <c:v>8647</c:v>
                </c:pt>
                <c:pt idx="8647">
                  <c:v>8648</c:v>
                </c:pt>
                <c:pt idx="8648">
                  <c:v>8649</c:v>
                </c:pt>
                <c:pt idx="8649">
                  <c:v>8650</c:v>
                </c:pt>
                <c:pt idx="8650">
                  <c:v>8651</c:v>
                </c:pt>
                <c:pt idx="8651">
                  <c:v>8652</c:v>
                </c:pt>
                <c:pt idx="8652">
                  <c:v>8653</c:v>
                </c:pt>
                <c:pt idx="8653">
                  <c:v>8654</c:v>
                </c:pt>
                <c:pt idx="8654">
                  <c:v>8655</c:v>
                </c:pt>
                <c:pt idx="8655">
                  <c:v>8656</c:v>
                </c:pt>
                <c:pt idx="8656">
                  <c:v>8657</c:v>
                </c:pt>
                <c:pt idx="8657">
                  <c:v>8658</c:v>
                </c:pt>
                <c:pt idx="8658">
                  <c:v>8659</c:v>
                </c:pt>
                <c:pt idx="8659">
                  <c:v>8660</c:v>
                </c:pt>
                <c:pt idx="8660">
                  <c:v>8661</c:v>
                </c:pt>
                <c:pt idx="8661">
                  <c:v>8662</c:v>
                </c:pt>
                <c:pt idx="8662">
                  <c:v>8663</c:v>
                </c:pt>
                <c:pt idx="8663">
                  <c:v>8664</c:v>
                </c:pt>
                <c:pt idx="8664">
                  <c:v>8665</c:v>
                </c:pt>
                <c:pt idx="8665">
                  <c:v>8666</c:v>
                </c:pt>
                <c:pt idx="8666">
                  <c:v>8667</c:v>
                </c:pt>
                <c:pt idx="8667">
                  <c:v>8668</c:v>
                </c:pt>
                <c:pt idx="8668">
                  <c:v>8669</c:v>
                </c:pt>
                <c:pt idx="8669">
                  <c:v>8670</c:v>
                </c:pt>
                <c:pt idx="8670">
                  <c:v>8671</c:v>
                </c:pt>
                <c:pt idx="8671">
                  <c:v>8672</c:v>
                </c:pt>
                <c:pt idx="8672">
                  <c:v>8673</c:v>
                </c:pt>
                <c:pt idx="8673">
                  <c:v>8674</c:v>
                </c:pt>
                <c:pt idx="8674">
                  <c:v>8675</c:v>
                </c:pt>
                <c:pt idx="8675">
                  <c:v>8676</c:v>
                </c:pt>
                <c:pt idx="8676">
                  <c:v>8677</c:v>
                </c:pt>
                <c:pt idx="8677">
                  <c:v>8678</c:v>
                </c:pt>
                <c:pt idx="8678">
                  <c:v>8679</c:v>
                </c:pt>
                <c:pt idx="8679">
                  <c:v>8680</c:v>
                </c:pt>
                <c:pt idx="8680">
                  <c:v>8681</c:v>
                </c:pt>
                <c:pt idx="8681">
                  <c:v>8682</c:v>
                </c:pt>
                <c:pt idx="8682">
                  <c:v>8683</c:v>
                </c:pt>
                <c:pt idx="8683">
                  <c:v>8684</c:v>
                </c:pt>
                <c:pt idx="8684">
                  <c:v>8685</c:v>
                </c:pt>
                <c:pt idx="8685">
                  <c:v>8686</c:v>
                </c:pt>
                <c:pt idx="8686">
                  <c:v>8687</c:v>
                </c:pt>
                <c:pt idx="8687">
                  <c:v>8688</c:v>
                </c:pt>
                <c:pt idx="8688">
                  <c:v>8689</c:v>
                </c:pt>
                <c:pt idx="8689">
                  <c:v>8690</c:v>
                </c:pt>
                <c:pt idx="8690">
                  <c:v>8691</c:v>
                </c:pt>
                <c:pt idx="8691">
                  <c:v>8692</c:v>
                </c:pt>
                <c:pt idx="8692">
                  <c:v>8693</c:v>
                </c:pt>
                <c:pt idx="8693">
                  <c:v>8694</c:v>
                </c:pt>
                <c:pt idx="8694">
                  <c:v>8695</c:v>
                </c:pt>
                <c:pt idx="8695">
                  <c:v>8696</c:v>
                </c:pt>
                <c:pt idx="8696">
                  <c:v>8697</c:v>
                </c:pt>
                <c:pt idx="8697">
                  <c:v>8698</c:v>
                </c:pt>
                <c:pt idx="8698">
                  <c:v>8699</c:v>
                </c:pt>
                <c:pt idx="8699">
                  <c:v>8700</c:v>
                </c:pt>
                <c:pt idx="8700">
                  <c:v>8701</c:v>
                </c:pt>
                <c:pt idx="8701">
                  <c:v>8702</c:v>
                </c:pt>
                <c:pt idx="8702">
                  <c:v>8703</c:v>
                </c:pt>
                <c:pt idx="8703">
                  <c:v>8704</c:v>
                </c:pt>
                <c:pt idx="8704">
                  <c:v>8705</c:v>
                </c:pt>
                <c:pt idx="8705">
                  <c:v>8706</c:v>
                </c:pt>
                <c:pt idx="8706">
                  <c:v>8707</c:v>
                </c:pt>
                <c:pt idx="8707">
                  <c:v>8708</c:v>
                </c:pt>
                <c:pt idx="8708">
                  <c:v>8709</c:v>
                </c:pt>
                <c:pt idx="8709">
                  <c:v>8710</c:v>
                </c:pt>
                <c:pt idx="8710">
                  <c:v>8711</c:v>
                </c:pt>
                <c:pt idx="8711">
                  <c:v>8712</c:v>
                </c:pt>
                <c:pt idx="8712">
                  <c:v>8713</c:v>
                </c:pt>
                <c:pt idx="8713">
                  <c:v>8714</c:v>
                </c:pt>
                <c:pt idx="8714">
                  <c:v>8715</c:v>
                </c:pt>
                <c:pt idx="8715">
                  <c:v>8716</c:v>
                </c:pt>
                <c:pt idx="8716">
                  <c:v>8717</c:v>
                </c:pt>
                <c:pt idx="8717">
                  <c:v>8718</c:v>
                </c:pt>
                <c:pt idx="8718">
                  <c:v>8719</c:v>
                </c:pt>
                <c:pt idx="8719">
                  <c:v>8720</c:v>
                </c:pt>
                <c:pt idx="8720">
                  <c:v>8721</c:v>
                </c:pt>
                <c:pt idx="8721">
                  <c:v>8722</c:v>
                </c:pt>
                <c:pt idx="8722">
                  <c:v>8723</c:v>
                </c:pt>
                <c:pt idx="8723">
                  <c:v>8724</c:v>
                </c:pt>
                <c:pt idx="8724">
                  <c:v>8725</c:v>
                </c:pt>
                <c:pt idx="8725">
                  <c:v>8726</c:v>
                </c:pt>
                <c:pt idx="8726">
                  <c:v>8727</c:v>
                </c:pt>
                <c:pt idx="8727">
                  <c:v>8728</c:v>
                </c:pt>
                <c:pt idx="8728">
                  <c:v>8729</c:v>
                </c:pt>
                <c:pt idx="8729">
                  <c:v>8730</c:v>
                </c:pt>
                <c:pt idx="8730">
                  <c:v>8731</c:v>
                </c:pt>
                <c:pt idx="8731">
                  <c:v>8732</c:v>
                </c:pt>
                <c:pt idx="8732">
                  <c:v>8733</c:v>
                </c:pt>
                <c:pt idx="8733">
                  <c:v>8734</c:v>
                </c:pt>
                <c:pt idx="8734">
                  <c:v>8735</c:v>
                </c:pt>
                <c:pt idx="8735">
                  <c:v>8736</c:v>
                </c:pt>
                <c:pt idx="8736">
                  <c:v>8737</c:v>
                </c:pt>
                <c:pt idx="8737">
                  <c:v>8738</c:v>
                </c:pt>
                <c:pt idx="8738">
                  <c:v>8739</c:v>
                </c:pt>
                <c:pt idx="8739">
                  <c:v>8740</c:v>
                </c:pt>
                <c:pt idx="8740">
                  <c:v>8741</c:v>
                </c:pt>
                <c:pt idx="8741">
                  <c:v>8742</c:v>
                </c:pt>
                <c:pt idx="8742">
                  <c:v>8743</c:v>
                </c:pt>
                <c:pt idx="8743">
                  <c:v>8744</c:v>
                </c:pt>
                <c:pt idx="8744">
                  <c:v>8745</c:v>
                </c:pt>
                <c:pt idx="8745">
                  <c:v>8746</c:v>
                </c:pt>
                <c:pt idx="8746">
                  <c:v>8747</c:v>
                </c:pt>
                <c:pt idx="8747">
                  <c:v>8748</c:v>
                </c:pt>
                <c:pt idx="8748">
                  <c:v>8749</c:v>
                </c:pt>
                <c:pt idx="8749">
                  <c:v>8750</c:v>
                </c:pt>
                <c:pt idx="8750">
                  <c:v>8751</c:v>
                </c:pt>
                <c:pt idx="8751">
                  <c:v>8752</c:v>
                </c:pt>
                <c:pt idx="8752">
                  <c:v>8753</c:v>
                </c:pt>
                <c:pt idx="8753">
                  <c:v>8754</c:v>
                </c:pt>
                <c:pt idx="8754">
                  <c:v>8755</c:v>
                </c:pt>
                <c:pt idx="8755">
                  <c:v>8756</c:v>
                </c:pt>
                <c:pt idx="8756">
                  <c:v>8757</c:v>
                </c:pt>
                <c:pt idx="8757">
                  <c:v>8758</c:v>
                </c:pt>
                <c:pt idx="8758">
                  <c:v>8759</c:v>
                </c:pt>
                <c:pt idx="8759">
                  <c:v>8760</c:v>
                </c:pt>
                <c:pt idx="8760">
                  <c:v>8761</c:v>
                </c:pt>
                <c:pt idx="8761">
                  <c:v>8762</c:v>
                </c:pt>
                <c:pt idx="8762">
                  <c:v>8763</c:v>
                </c:pt>
                <c:pt idx="8763">
                  <c:v>8764</c:v>
                </c:pt>
                <c:pt idx="8764">
                  <c:v>8765</c:v>
                </c:pt>
                <c:pt idx="8765">
                  <c:v>8766</c:v>
                </c:pt>
                <c:pt idx="8766">
                  <c:v>8767</c:v>
                </c:pt>
                <c:pt idx="8767">
                  <c:v>8768</c:v>
                </c:pt>
                <c:pt idx="8768">
                  <c:v>8769</c:v>
                </c:pt>
                <c:pt idx="8769">
                  <c:v>8770</c:v>
                </c:pt>
                <c:pt idx="8770">
                  <c:v>8771</c:v>
                </c:pt>
                <c:pt idx="8771">
                  <c:v>8772</c:v>
                </c:pt>
                <c:pt idx="8772">
                  <c:v>8773</c:v>
                </c:pt>
                <c:pt idx="8773">
                  <c:v>8774</c:v>
                </c:pt>
                <c:pt idx="8774">
                  <c:v>8775</c:v>
                </c:pt>
                <c:pt idx="8775">
                  <c:v>8776</c:v>
                </c:pt>
                <c:pt idx="8776">
                  <c:v>8777</c:v>
                </c:pt>
                <c:pt idx="8777">
                  <c:v>8778</c:v>
                </c:pt>
                <c:pt idx="8778">
                  <c:v>8779</c:v>
                </c:pt>
                <c:pt idx="8779">
                  <c:v>8780</c:v>
                </c:pt>
                <c:pt idx="8780">
                  <c:v>8781</c:v>
                </c:pt>
                <c:pt idx="8781">
                  <c:v>8782</c:v>
                </c:pt>
                <c:pt idx="8782">
                  <c:v>8783</c:v>
                </c:pt>
                <c:pt idx="8783">
                  <c:v>8784</c:v>
                </c:pt>
                <c:pt idx="8784">
                  <c:v>8785</c:v>
                </c:pt>
                <c:pt idx="8785">
                  <c:v>8786</c:v>
                </c:pt>
                <c:pt idx="8786">
                  <c:v>8787</c:v>
                </c:pt>
                <c:pt idx="8787">
                  <c:v>8788</c:v>
                </c:pt>
                <c:pt idx="8788">
                  <c:v>8789</c:v>
                </c:pt>
                <c:pt idx="8789">
                  <c:v>8790</c:v>
                </c:pt>
                <c:pt idx="8790">
                  <c:v>8791</c:v>
                </c:pt>
                <c:pt idx="8791">
                  <c:v>8792</c:v>
                </c:pt>
                <c:pt idx="8792">
                  <c:v>8793</c:v>
                </c:pt>
                <c:pt idx="8793">
                  <c:v>8794</c:v>
                </c:pt>
                <c:pt idx="8794">
                  <c:v>8795</c:v>
                </c:pt>
                <c:pt idx="8795">
                  <c:v>8796</c:v>
                </c:pt>
                <c:pt idx="8796">
                  <c:v>8797</c:v>
                </c:pt>
                <c:pt idx="8797">
                  <c:v>8798</c:v>
                </c:pt>
                <c:pt idx="8798">
                  <c:v>8799</c:v>
                </c:pt>
                <c:pt idx="8799">
                  <c:v>8800</c:v>
                </c:pt>
                <c:pt idx="8800">
                  <c:v>8801</c:v>
                </c:pt>
                <c:pt idx="8801">
                  <c:v>8802</c:v>
                </c:pt>
                <c:pt idx="8802">
                  <c:v>8803</c:v>
                </c:pt>
                <c:pt idx="8803">
                  <c:v>8804</c:v>
                </c:pt>
                <c:pt idx="8804">
                  <c:v>8805</c:v>
                </c:pt>
                <c:pt idx="8805">
                  <c:v>8806</c:v>
                </c:pt>
                <c:pt idx="8806">
                  <c:v>8807</c:v>
                </c:pt>
                <c:pt idx="8807">
                  <c:v>8808</c:v>
                </c:pt>
                <c:pt idx="8808">
                  <c:v>8809</c:v>
                </c:pt>
                <c:pt idx="8809">
                  <c:v>8810</c:v>
                </c:pt>
                <c:pt idx="8810">
                  <c:v>8811</c:v>
                </c:pt>
                <c:pt idx="8811">
                  <c:v>8812</c:v>
                </c:pt>
                <c:pt idx="8812">
                  <c:v>8813</c:v>
                </c:pt>
                <c:pt idx="8813">
                  <c:v>8814</c:v>
                </c:pt>
                <c:pt idx="8814">
                  <c:v>8815</c:v>
                </c:pt>
                <c:pt idx="8815">
                  <c:v>8816</c:v>
                </c:pt>
                <c:pt idx="8816">
                  <c:v>8817</c:v>
                </c:pt>
                <c:pt idx="8817">
                  <c:v>8818</c:v>
                </c:pt>
                <c:pt idx="8818">
                  <c:v>8819</c:v>
                </c:pt>
                <c:pt idx="8819">
                  <c:v>8820</c:v>
                </c:pt>
                <c:pt idx="8820">
                  <c:v>8821</c:v>
                </c:pt>
                <c:pt idx="8821">
                  <c:v>8822</c:v>
                </c:pt>
                <c:pt idx="8822">
                  <c:v>8823</c:v>
                </c:pt>
                <c:pt idx="8823">
                  <c:v>8824</c:v>
                </c:pt>
                <c:pt idx="8824">
                  <c:v>8825</c:v>
                </c:pt>
                <c:pt idx="8825">
                  <c:v>8826</c:v>
                </c:pt>
                <c:pt idx="8826">
                  <c:v>8827</c:v>
                </c:pt>
                <c:pt idx="8827">
                  <c:v>8828</c:v>
                </c:pt>
                <c:pt idx="8828">
                  <c:v>8829</c:v>
                </c:pt>
                <c:pt idx="8829">
                  <c:v>8830</c:v>
                </c:pt>
                <c:pt idx="8830">
                  <c:v>8831</c:v>
                </c:pt>
                <c:pt idx="8831">
                  <c:v>8832</c:v>
                </c:pt>
                <c:pt idx="8832">
                  <c:v>8833</c:v>
                </c:pt>
                <c:pt idx="8833">
                  <c:v>8834</c:v>
                </c:pt>
                <c:pt idx="8834">
                  <c:v>8835</c:v>
                </c:pt>
                <c:pt idx="8835">
                  <c:v>8836</c:v>
                </c:pt>
                <c:pt idx="8836">
                  <c:v>8837</c:v>
                </c:pt>
                <c:pt idx="8837">
                  <c:v>8838</c:v>
                </c:pt>
                <c:pt idx="8838">
                  <c:v>8839</c:v>
                </c:pt>
                <c:pt idx="8839">
                  <c:v>8840</c:v>
                </c:pt>
                <c:pt idx="8840">
                  <c:v>8841</c:v>
                </c:pt>
                <c:pt idx="8841">
                  <c:v>8842</c:v>
                </c:pt>
                <c:pt idx="8842">
                  <c:v>8843</c:v>
                </c:pt>
                <c:pt idx="8843">
                  <c:v>8844</c:v>
                </c:pt>
                <c:pt idx="8844">
                  <c:v>8845</c:v>
                </c:pt>
                <c:pt idx="8845">
                  <c:v>8846</c:v>
                </c:pt>
                <c:pt idx="8846">
                  <c:v>8847</c:v>
                </c:pt>
                <c:pt idx="8847">
                  <c:v>8848</c:v>
                </c:pt>
                <c:pt idx="8848">
                  <c:v>8849</c:v>
                </c:pt>
                <c:pt idx="8849">
                  <c:v>8850</c:v>
                </c:pt>
                <c:pt idx="8850">
                  <c:v>8851</c:v>
                </c:pt>
                <c:pt idx="8851">
                  <c:v>8852</c:v>
                </c:pt>
                <c:pt idx="8852">
                  <c:v>8853</c:v>
                </c:pt>
                <c:pt idx="8853">
                  <c:v>8854</c:v>
                </c:pt>
                <c:pt idx="8854">
                  <c:v>8855</c:v>
                </c:pt>
                <c:pt idx="8855">
                  <c:v>8856</c:v>
                </c:pt>
                <c:pt idx="8856">
                  <c:v>8857</c:v>
                </c:pt>
                <c:pt idx="8857">
                  <c:v>8858</c:v>
                </c:pt>
                <c:pt idx="8858">
                  <c:v>8859</c:v>
                </c:pt>
                <c:pt idx="8859">
                  <c:v>8860</c:v>
                </c:pt>
                <c:pt idx="8860">
                  <c:v>8861</c:v>
                </c:pt>
                <c:pt idx="8861">
                  <c:v>8862</c:v>
                </c:pt>
                <c:pt idx="8862">
                  <c:v>8863</c:v>
                </c:pt>
                <c:pt idx="8863">
                  <c:v>8864</c:v>
                </c:pt>
                <c:pt idx="8864">
                  <c:v>8865</c:v>
                </c:pt>
                <c:pt idx="8865">
                  <c:v>8866</c:v>
                </c:pt>
                <c:pt idx="8866">
                  <c:v>8867</c:v>
                </c:pt>
                <c:pt idx="8867">
                  <c:v>8868</c:v>
                </c:pt>
                <c:pt idx="8868">
                  <c:v>8869</c:v>
                </c:pt>
                <c:pt idx="8869">
                  <c:v>8870</c:v>
                </c:pt>
                <c:pt idx="8870">
                  <c:v>8871</c:v>
                </c:pt>
                <c:pt idx="8871">
                  <c:v>8872</c:v>
                </c:pt>
                <c:pt idx="8872">
                  <c:v>8873</c:v>
                </c:pt>
                <c:pt idx="8873">
                  <c:v>8874</c:v>
                </c:pt>
                <c:pt idx="8874">
                  <c:v>8875</c:v>
                </c:pt>
                <c:pt idx="8875">
                  <c:v>8876</c:v>
                </c:pt>
                <c:pt idx="8876">
                  <c:v>8877</c:v>
                </c:pt>
                <c:pt idx="8877">
                  <c:v>8878</c:v>
                </c:pt>
                <c:pt idx="8878">
                  <c:v>8879</c:v>
                </c:pt>
                <c:pt idx="8879">
                  <c:v>8880</c:v>
                </c:pt>
                <c:pt idx="8880">
                  <c:v>8881</c:v>
                </c:pt>
                <c:pt idx="8881">
                  <c:v>8882</c:v>
                </c:pt>
                <c:pt idx="8882">
                  <c:v>8883</c:v>
                </c:pt>
                <c:pt idx="8883">
                  <c:v>8884</c:v>
                </c:pt>
                <c:pt idx="8884">
                  <c:v>8885</c:v>
                </c:pt>
                <c:pt idx="8885">
                  <c:v>8886</c:v>
                </c:pt>
                <c:pt idx="8886">
                  <c:v>8887</c:v>
                </c:pt>
                <c:pt idx="8887">
                  <c:v>8888</c:v>
                </c:pt>
                <c:pt idx="8888">
                  <c:v>8889</c:v>
                </c:pt>
                <c:pt idx="8889">
                  <c:v>8890</c:v>
                </c:pt>
                <c:pt idx="8890">
                  <c:v>8891</c:v>
                </c:pt>
                <c:pt idx="8891">
                  <c:v>8892</c:v>
                </c:pt>
                <c:pt idx="8892">
                  <c:v>8893</c:v>
                </c:pt>
                <c:pt idx="8893">
                  <c:v>8894</c:v>
                </c:pt>
                <c:pt idx="8894">
                  <c:v>8895</c:v>
                </c:pt>
                <c:pt idx="8895">
                  <c:v>8896</c:v>
                </c:pt>
                <c:pt idx="8896">
                  <c:v>8897</c:v>
                </c:pt>
                <c:pt idx="8897">
                  <c:v>8898</c:v>
                </c:pt>
                <c:pt idx="8898">
                  <c:v>8899</c:v>
                </c:pt>
                <c:pt idx="8899">
                  <c:v>8900</c:v>
                </c:pt>
                <c:pt idx="8900">
                  <c:v>8901</c:v>
                </c:pt>
                <c:pt idx="8901">
                  <c:v>8902</c:v>
                </c:pt>
                <c:pt idx="8902">
                  <c:v>8903</c:v>
                </c:pt>
                <c:pt idx="8903">
                  <c:v>8904</c:v>
                </c:pt>
                <c:pt idx="8904">
                  <c:v>8905</c:v>
                </c:pt>
                <c:pt idx="8905">
                  <c:v>8906</c:v>
                </c:pt>
                <c:pt idx="8906">
                  <c:v>8907</c:v>
                </c:pt>
                <c:pt idx="8907">
                  <c:v>8908</c:v>
                </c:pt>
                <c:pt idx="8908">
                  <c:v>8909</c:v>
                </c:pt>
                <c:pt idx="8909">
                  <c:v>8910</c:v>
                </c:pt>
                <c:pt idx="8910">
                  <c:v>8911</c:v>
                </c:pt>
                <c:pt idx="8911">
                  <c:v>8912</c:v>
                </c:pt>
                <c:pt idx="8912">
                  <c:v>8913</c:v>
                </c:pt>
                <c:pt idx="8913">
                  <c:v>8914</c:v>
                </c:pt>
                <c:pt idx="8914">
                  <c:v>8915</c:v>
                </c:pt>
                <c:pt idx="8915">
                  <c:v>8916</c:v>
                </c:pt>
                <c:pt idx="8916">
                  <c:v>8917</c:v>
                </c:pt>
                <c:pt idx="8917">
                  <c:v>8918</c:v>
                </c:pt>
                <c:pt idx="8918">
                  <c:v>8919</c:v>
                </c:pt>
                <c:pt idx="8919">
                  <c:v>8920</c:v>
                </c:pt>
                <c:pt idx="8920">
                  <c:v>8921</c:v>
                </c:pt>
                <c:pt idx="8921">
                  <c:v>8922</c:v>
                </c:pt>
                <c:pt idx="8922">
                  <c:v>8923</c:v>
                </c:pt>
                <c:pt idx="8923">
                  <c:v>8924</c:v>
                </c:pt>
                <c:pt idx="8924">
                  <c:v>8925</c:v>
                </c:pt>
                <c:pt idx="8925">
                  <c:v>8926</c:v>
                </c:pt>
                <c:pt idx="8926">
                  <c:v>8927</c:v>
                </c:pt>
                <c:pt idx="8927">
                  <c:v>8928</c:v>
                </c:pt>
                <c:pt idx="8928">
                  <c:v>8929</c:v>
                </c:pt>
                <c:pt idx="8929">
                  <c:v>8930</c:v>
                </c:pt>
                <c:pt idx="8930">
                  <c:v>8931</c:v>
                </c:pt>
                <c:pt idx="8931">
                  <c:v>8932</c:v>
                </c:pt>
                <c:pt idx="8932">
                  <c:v>8933</c:v>
                </c:pt>
                <c:pt idx="8933">
                  <c:v>8934</c:v>
                </c:pt>
                <c:pt idx="8934">
                  <c:v>8935</c:v>
                </c:pt>
                <c:pt idx="8935">
                  <c:v>8936</c:v>
                </c:pt>
                <c:pt idx="8936">
                  <c:v>8937</c:v>
                </c:pt>
                <c:pt idx="8937">
                  <c:v>8938</c:v>
                </c:pt>
                <c:pt idx="8938">
                  <c:v>8939</c:v>
                </c:pt>
                <c:pt idx="8939">
                  <c:v>8940</c:v>
                </c:pt>
                <c:pt idx="8940">
                  <c:v>8941</c:v>
                </c:pt>
                <c:pt idx="8941">
                  <c:v>8942</c:v>
                </c:pt>
                <c:pt idx="8942">
                  <c:v>8943</c:v>
                </c:pt>
                <c:pt idx="8943">
                  <c:v>8944</c:v>
                </c:pt>
                <c:pt idx="8944">
                  <c:v>8945</c:v>
                </c:pt>
                <c:pt idx="8945">
                  <c:v>8946</c:v>
                </c:pt>
                <c:pt idx="8946">
                  <c:v>8947</c:v>
                </c:pt>
                <c:pt idx="8947">
                  <c:v>8948</c:v>
                </c:pt>
                <c:pt idx="8948">
                  <c:v>8949</c:v>
                </c:pt>
                <c:pt idx="8949">
                  <c:v>8950</c:v>
                </c:pt>
                <c:pt idx="8950">
                  <c:v>8951</c:v>
                </c:pt>
                <c:pt idx="8951">
                  <c:v>8952</c:v>
                </c:pt>
                <c:pt idx="8952">
                  <c:v>8953</c:v>
                </c:pt>
                <c:pt idx="8953">
                  <c:v>8954</c:v>
                </c:pt>
                <c:pt idx="8954">
                  <c:v>8955</c:v>
                </c:pt>
                <c:pt idx="8955">
                  <c:v>8956</c:v>
                </c:pt>
                <c:pt idx="8956">
                  <c:v>8957</c:v>
                </c:pt>
                <c:pt idx="8957">
                  <c:v>8958</c:v>
                </c:pt>
                <c:pt idx="8958">
                  <c:v>8959</c:v>
                </c:pt>
                <c:pt idx="8959">
                  <c:v>8960</c:v>
                </c:pt>
                <c:pt idx="8960">
                  <c:v>8961</c:v>
                </c:pt>
                <c:pt idx="8961">
                  <c:v>8962</c:v>
                </c:pt>
                <c:pt idx="8962">
                  <c:v>8963</c:v>
                </c:pt>
                <c:pt idx="8963">
                  <c:v>8964</c:v>
                </c:pt>
                <c:pt idx="8964">
                  <c:v>8965</c:v>
                </c:pt>
                <c:pt idx="8965">
                  <c:v>8966</c:v>
                </c:pt>
                <c:pt idx="8966">
                  <c:v>8967</c:v>
                </c:pt>
                <c:pt idx="8967">
                  <c:v>8968</c:v>
                </c:pt>
                <c:pt idx="8968">
                  <c:v>8969</c:v>
                </c:pt>
                <c:pt idx="8969">
                  <c:v>8970</c:v>
                </c:pt>
                <c:pt idx="8970">
                  <c:v>8971</c:v>
                </c:pt>
                <c:pt idx="8971">
                  <c:v>8972</c:v>
                </c:pt>
                <c:pt idx="8972">
                  <c:v>8973</c:v>
                </c:pt>
                <c:pt idx="8973">
                  <c:v>8974</c:v>
                </c:pt>
                <c:pt idx="8974">
                  <c:v>8975</c:v>
                </c:pt>
                <c:pt idx="8975">
                  <c:v>8976</c:v>
                </c:pt>
                <c:pt idx="8976">
                  <c:v>8977</c:v>
                </c:pt>
                <c:pt idx="8977">
                  <c:v>8978</c:v>
                </c:pt>
                <c:pt idx="8978">
                  <c:v>8979</c:v>
                </c:pt>
                <c:pt idx="8979">
                  <c:v>8980</c:v>
                </c:pt>
                <c:pt idx="8980">
                  <c:v>8981</c:v>
                </c:pt>
                <c:pt idx="8981">
                  <c:v>8982</c:v>
                </c:pt>
                <c:pt idx="8982">
                  <c:v>8983</c:v>
                </c:pt>
                <c:pt idx="8983">
                  <c:v>8984</c:v>
                </c:pt>
                <c:pt idx="8984">
                  <c:v>8985</c:v>
                </c:pt>
                <c:pt idx="8985">
                  <c:v>8986</c:v>
                </c:pt>
                <c:pt idx="8986">
                  <c:v>8987</c:v>
                </c:pt>
                <c:pt idx="8987">
                  <c:v>8988</c:v>
                </c:pt>
                <c:pt idx="8988">
                  <c:v>8989</c:v>
                </c:pt>
                <c:pt idx="8989">
                  <c:v>8990</c:v>
                </c:pt>
                <c:pt idx="8990">
                  <c:v>8991</c:v>
                </c:pt>
                <c:pt idx="8991">
                  <c:v>8992</c:v>
                </c:pt>
                <c:pt idx="8992">
                  <c:v>8993</c:v>
                </c:pt>
                <c:pt idx="8993">
                  <c:v>8994</c:v>
                </c:pt>
                <c:pt idx="8994">
                  <c:v>8995</c:v>
                </c:pt>
                <c:pt idx="8995">
                  <c:v>8996</c:v>
                </c:pt>
                <c:pt idx="8996">
                  <c:v>8997</c:v>
                </c:pt>
                <c:pt idx="8997">
                  <c:v>8998</c:v>
                </c:pt>
                <c:pt idx="8998">
                  <c:v>8999</c:v>
                </c:pt>
                <c:pt idx="8999">
                  <c:v>9000</c:v>
                </c:pt>
                <c:pt idx="9000">
                  <c:v>9001</c:v>
                </c:pt>
                <c:pt idx="9001">
                  <c:v>9002</c:v>
                </c:pt>
                <c:pt idx="9002">
                  <c:v>9003</c:v>
                </c:pt>
                <c:pt idx="9003">
                  <c:v>9004</c:v>
                </c:pt>
                <c:pt idx="9004">
                  <c:v>9005</c:v>
                </c:pt>
                <c:pt idx="9005">
                  <c:v>9006</c:v>
                </c:pt>
                <c:pt idx="9006">
                  <c:v>9007</c:v>
                </c:pt>
                <c:pt idx="9007">
                  <c:v>9008</c:v>
                </c:pt>
                <c:pt idx="9008">
                  <c:v>9009</c:v>
                </c:pt>
                <c:pt idx="9009">
                  <c:v>9010</c:v>
                </c:pt>
                <c:pt idx="9010">
                  <c:v>9011</c:v>
                </c:pt>
                <c:pt idx="9011">
                  <c:v>9012</c:v>
                </c:pt>
                <c:pt idx="9012">
                  <c:v>9013</c:v>
                </c:pt>
                <c:pt idx="9013">
                  <c:v>9014</c:v>
                </c:pt>
                <c:pt idx="9014">
                  <c:v>9015</c:v>
                </c:pt>
                <c:pt idx="9015">
                  <c:v>9016</c:v>
                </c:pt>
                <c:pt idx="9016">
                  <c:v>9017</c:v>
                </c:pt>
                <c:pt idx="9017">
                  <c:v>9018</c:v>
                </c:pt>
                <c:pt idx="9018">
                  <c:v>9019</c:v>
                </c:pt>
                <c:pt idx="9019">
                  <c:v>9020</c:v>
                </c:pt>
                <c:pt idx="9020">
                  <c:v>9021</c:v>
                </c:pt>
                <c:pt idx="9021">
                  <c:v>9022</c:v>
                </c:pt>
                <c:pt idx="9022">
                  <c:v>9023</c:v>
                </c:pt>
                <c:pt idx="9023">
                  <c:v>9024</c:v>
                </c:pt>
                <c:pt idx="9024">
                  <c:v>9025</c:v>
                </c:pt>
                <c:pt idx="9025">
                  <c:v>9026</c:v>
                </c:pt>
                <c:pt idx="9026">
                  <c:v>9027</c:v>
                </c:pt>
                <c:pt idx="9027">
                  <c:v>9028</c:v>
                </c:pt>
                <c:pt idx="9028">
                  <c:v>9029</c:v>
                </c:pt>
                <c:pt idx="9029">
                  <c:v>9030</c:v>
                </c:pt>
                <c:pt idx="9030">
                  <c:v>9031</c:v>
                </c:pt>
                <c:pt idx="9031">
                  <c:v>9032</c:v>
                </c:pt>
                <c:pt idx="9032">
                  <c:v>9033</c:v>
                </c:pt>
                <c:pt idx="9033">
                  <c:v>9034</c:v>
                </c:pt>
                <c:pt idx="9034">
                  <c:v>9035</c:v>
                </c:pt>
                <c:pt idx="9035">
                  <c:v>9036</c:v>
                </c:pt>
                <c:pt idx="9036">
                  <c:v>9037</c:v>
                </c:pt>
                <c:pt idx="9037">
                  <c:v>9038</c:v>
                </c:pt>
                <c:pt idx="9038">
                  <c:v>9039</c:v>
                </c:pt>
                <c:pt idx="9039">
                  <c:v>9040</c:v>
                </c:pt>
                <c:pt idx="9040">
                  <c:v>9041</c:v>
                </c:pt>
                <c:pt idx="9041">
                  <c:v>9042</c:v>
                </c:pt>
                <c:pt idx="9042">
                  <c:v>9043</c:v>
                </c:pt>
                <c:pt idx="9043">
                  <c:v>9044</c:v>
                </c:pt>
                <c:pt idx="9044">
                  <c:v>9045</c:v>
                </c:pt>
                <c:pt idx="9045">
                  <c:v>9046</c:v>
                </c:pt>
                <c:pt idx="9046">
                  <c:v>9047</c:v>
                </c:pt>
                <c:pt idx="9047">
                  <c:v>9048</c:v>
                </c:pt>
                <c:pt idx="9048">
                  <c:v>9049</c:v>
                </c:pt>
              </c:numCache>
            </c:numRef>
          </c:cat>
          <c:val>
            <c:numRef>
              <c:f>'10'!$B$3:$B$9051</c:f>
              <c:numCache>
                <c:formatCode>General</c:formatCode>
                <c:ptCount val="9049"/>
                <c:pt idx="0">
                  <c:v>0</c:v>
                </c:pt>
                <c:pt idx="1">
                  <c:v>0</c:v>
                </c:pt>
                <c:pt idx="2">
                  <c:v>0</c:v>
                </c:pt>
                <c:pt idx="3">
                  <c:v>0</c:v>
                </c:pt>
                <c:pt idx="4">
                  <c:v>0</c:v>
                </c:pt>
                <c:pt idx="5">
                  <c:v>0</c:v>
                </c:pt>
                <c:pt idx="6">
                  <c:v>0</c:v>
                </c:pt>
                <c:pt idx="7">
                  <c:v>0</c:v>
                </c:pt>
                <c:pt idx="8">
                  <c:v>0</c:v>
                </c:pt>
                <c:pt idx="9">
                  <c:v>0.3</c:v>
                </c:pt>
                <c:pt idx="10">
                  <c:v>0.9</c:v>
                </c:pt>
                <c:pt idx="11">
                  <c:v>3.1</c:v>
                </c:pt>
                <c:pt idx="12">
                  <c:v>6.2</c:v>
                </c:pt>
                <c:pt idx="13">
                  <c:v>11.8</c:v>
                </c:pt>
                <c:pt idx="14">
                  <c:v>15.8</c:v>
                </c:pt>
                <c:pt idx="15">
                  <c:v>17.9</c:v>
                </c:pt>
                <c:pt idx="16">
                  <c:v>21</c:v>
                </c:pt>
                <c:pt idx="17">
                  <c:v>21</c:v>
                </c:pt>
                <c:pt idx="18">
                  <c:v>21</c:v>
                </c:pt>
                <c:pt idx="19">
                  <c:v>21</c:v>
                </c:pt>
                <c:pt idx="20">
                  <c:v>21</c:v>
                </c:pt>
                <c:pt idx="21">
                  <c:v>21</c:v>
                </c:pt>
                <c:pt idx="22">
                  <c:v>21</c:v>
                </c:pt>
                <c:pt idx="23">
                  <c:v>21</c:v>
                </c:pt>
                <c:pt idx="24">
                  <c:v>21</c:v>
                </c:pt>
                <c:pt idx="25">
                  <c:v>22.7</c:v>
                </c:pt>
                <c:pt idx="26">
                  <c:v>24.7</c:v>
                </c:pt>
                <c:pt idx="27">
                  <c:v>25.7</c:v>
                </c:pt>
                <c:pt idx="28">
                  <c:v>27.6</c:v>
                </c:pt>
                <c:pt idx="29">
                  <c:v>29.8</c:v>
                </c:pt>
                <c:pt idx="30">
                  <c:v>32.4</c:v>
                </c:pt>
                <c:pt idx="31">
                  <c:v>35.1</c:v>
                </c:pt>
                <c:pt idx="32">
                  <c:v>36.4</c:v>
                </c:pt>
                <c:pt idx="33">
                  <c:v>39</c:v>
                </c:pt>
                <c:pt idx="34">
                  <c:v>40.2</c:v>
                </c:pt>
                <c:pt idx="35">
                  <c:v>40.2</c:v>
                </c:pt>
                <c:pt idx="36">
                  <c:v>40.2</c:v>
                </c:pt>
                <c:pt idx="37">
                  <c:v>40.2</c:v>
                </c:pt>
                <c:pt idx="38">
                  <c:v>40.8</c:v>
                </c:pt>
                <c:pt idx="39">
                  <c:v>41.9</c:v>
                </c:pt>
                <c:pt idx="40">
                  <c:v>43.1</c:v>
                </c:pt>
                <c:pt idx="41">
                  <c:v>44.3</c:v>
                </c:pt>
                <c:pt idx="42">
                  <c:v>44.9</c:v>
                </c:pt>
                <c:pt idx="43">
                  <c:v>46.1</c:v>
                </c:pt>
                <c:pt idx="44">
                  <c:v>48.1</c:v>
                </c:pt>
                <c:pt idx="45">
                  <c:v>50.5</c:v>
                </c:pt>
                <c:pt idx="46">
                  <c:v>53.5</c:v>
                </c:pt>
                <c:pt idx="47">
                  <c:v>56.7</c:v>
                </c:pt>
                <c:pt idx="48">
                  <c:v>58.5</c:v>
                </c:pt>
                <c:pt idx="49">
                  <c:v>60.5</c:v>
                </c:pt>
                <c:pt idx="50">
                  <c:v>60.4</c:v>
                </c:pt>
                <c:pt idx="51">
                  <c:v>60.4</c:v>
                </c:pt>
                <c:pt idx="52">
                  <c:v>60.3</c:v>
                </c:pt>
                <c:pt idx="53">
                  <c:v>60.3</c:v>
                </c:pt>
                <c:pt idx="54">
                  <c:v>60.3</c:v>
                </c:pt>
                <c:pt idx="55">
                  <c:v>60.2</c:v>
                </c:pt>
                <c:pt idx="56">
                  <c:v>60.1</c:v>
                </c:pt>
                <c:pt idx="57">
                  <c:v>60.1</c:v>
                </c:pt>
                <c:pt idx="58">
                  <c:v>60.1</c:v>
                </c:pt>
                <c:pt idx="59">
                  <c:v>60</c:v>
                </c:pt>
                <c:pt idx="60">
                  <c:v>60</c:v>
                </c:pt>
                <c:pt idx="61">
                  <c:v>60</c:v>
                </c:pt>
                <c:pt idx="62">
                  <c:v>60</c:v>
                </c:pt>
                <c:pt idx="63">
                  <c:v>59.9</c:v>
                </c:pt>
                <c:pt idx="64">
                  <c:v>59.9</c:v>
                </c:pt>
                <c:pt idx="65">
                  <c:v>59.9</c:v>
                </c:pt>
                <c:pt idx="66">
                  <c:v>59.8</c:v>
                </c:pt>
                <c:pt idx="67">
                  <c:v>59.8</c:v>
                </c:pt>
                <c:pt idx="68">
                  <c:v>59.8</c:v>
                </c:pt>
                <c:pt idx="69">
                  <c:v>59.7</c:v>
                </c:pt>
                <c:pt idx="70">
                  <c:v>59.7</c:v>
                </c:pt>
                <c:pt idx="71">
                  <c:v>59.7</c:v>
                </c:pt>
                <c:pt idx="72">
                  <c:v>59.7</c:v>
                </c:pt>
                <c:pt idx="73">
                  <c:v>59.7</c:v>
                </c:pt>
                <c:pt idx="74">
                  <c:v>59.6</c:v>
                </c:pt>
                <c:pt idx="75">
                  <c:v>59.6</c:v>
                </c:pt>
                <c:pt idx="76">
                  <c:v>59.6</c:v>
                </c:pt>
                <c:pt idx="77">
                  <c:v>59.6</c:v>
                </c:pt>
                <c:pt idx="78">
                  <c:v>59.6</c:v>
                </c:pt>
                <c:pt idx="79">
                  <c:v>59.6</c:v>
                </c:pt>
                <c:pt idx="80">
                  <c:v>59.6</c:v>
                </c:pt>
                <c:pt idx="81">
                  <c:v>59.6</c:v>
                </c:pt>
                <c:pt idx="82">
                  <c:v>59.6</c:v>
                </c:pt>
                <c:pt idx="83">
                  <c:v>59.6</c:v>
                </c:pt>
                <c:pt idx="84">
                  <c:v>59.6</c:v>
                </c:pt>
                <c:pt idx="85">
                  <c:v>59.6</c:v>
                </c:pt>
                <c:pt idx="86">
                  <c:v>59.6</c:v>
                </c:pt>
                <c:pt idx="87">
                  <c:v>59.6</c:v>
                </c:pt>
                <c:pt idx="88">
                  <c:v>59.6</c:v>
                </c:pt>
                <c:pt idx="89">
                  <c:v>59.6</c:v>
                </c:pt>
                <c:pt idx="90">
                  <c:v>59.6</c:v>
                </c:pt>
                <c:pt idx="91">
                  <c:v>59.5</c:v>
                </c:pt>
                <c:pt idx="92">
                  <c:v>59.5</c:v>
                </c:pt>
                <c:pt idx="93">
                  <c:v>59.5</c:v>
                </c:pt>
                <c:pt idx="94">
                  <c:v>59.5</c:v>
                </c:pt>
                <c:pt idx="95">
                  <c:v>59.5</c:v>
                </c:pt>
                <c:pt idx="96">
                  <c:v>59.5</c:v>
                </c:pt>
                <c:pt idx="97">
                  <c:v>59.5</c:v>
                </c:pt>
                <c:pt idx="98">
                  <c:v>59.5</c:v>
                </c:pt>
                <c:pt idx="99">
                  <c:v>59.5</c:v>
                </c:pt>
                <c:pt idx="100">
                  <c:v>59.5</c:v>
                </c:pt>
                <c:pt idx="101">
                  <c:v>59.5</c:v>
                </c:pt>
                <c:pt idx="102">
                  <c:v>59.5</c:v>
                </c:pt>
                <c:pt idx="103">
                  <c:v>59.5</c:v>
                </c:pt>
                <c:pt idx="104">
                  <c:v>59.5</c:v>
                </c:pt>
                <c:pt idx="105">
                  <c:v>59.5</c:v>
                </c:pt>
                <c:pt idx="106">
                  <c:v>59.5</c:v>
                </c:pt>
                <c:pt idx="107">
                  <c:v>59.5</c:v>
                </c:pt>
                <c:pt idx="108">
                  <c:v>59.5</c:v>
                </c:pt>
                <c:pt idx="109">
                  <c:v>59.5</c:v>
                </c:pt>
                <c:pt idx="110">
                  <c:v>59.5</c:v>
                </c:pt>
                <c:pt idx="111">
                  <c:v>59.5</c:v>
                </c:pt>
                <c:pt idx="112">
                  <c:v>59.5</c:v>
                </c:pt>
                <c:pt idx="113">
                  <c:v>59.5</c:v>
                </c:pt>
                <c:pt idx="114">
                  <c:v>59.5</c:v>
                </c:pt>
                <c:pt idx="115">
                  <c:v>59.4</c:v>
                </c:pt>
                <c:pt idx="116">
                  <c:v>59.4</c:v>
                </c:pt>
                <c:pt idx="117">
                  <c:v>59.4</c:v>
                </c:pt>
                <c:pt idx="118">
                  <c:v>59.4</c:v>
                </c:pt>
                <c:pt idx="119">
                  <c:v>59.4</c:v>
                </c:pt>
                <c:pt idx="120">
                  <c:v>59.4</c:v>
                </c:pt>
                <c:pt idx="121">
                  <c:v>59.4</c:v>
                </c:pt>
                <c:pt idx="122">
                  <c:v>59.4</c:v>
                </c:pt>
                <c:pt idx="123">
                  <c:v>59.4</c:v>
                </c:pt>
                <c:pt idx="124">
                  <c:v>59.4</c:v>
                </c:pt>
                <c:pt idx="125">
                  <c:v>59.4</c:v>
                </c:pt>
                <c:pt idx="126">
                  <c:v>59.4</c:v>
                </c:pt>
                <c:pt idx="127">
                  <c:v>59.4</c:v>
                </c:pt>
                <c:pt idx="128">
                  <c:v>59.4</c:v>
                </c:pt>
                <c:pt idx="129">
                  <c:v>59.4</c:v>
                </c:pt>
                <c:pt idx="130">
                  <c:v>59.4</c:v>
                </c:pt>
                <c:pt idx="131">
                  <c:v>59.4</c:v>
                </c:pt>
                <c:pt idx="132">
                  <c:v>59.4</c:v>
                </c:pt>
                <c:pt idx="133">
                  <c:v>59.4</c:v>
                </c:pt>
                <c:pt idx="134">
                  <c:v>59.4</c:v>
                </c:pt>
                <c:pt idx="135">
                  <c:v>59.4</c:v>
                </c:pt>
                <c:pt idx="136">
                  <c:v>59.3</c:v>
                </c:pt>
                <c:pt idx="137">
                  <c:v>59.2</c:v>
                </c:pt>
                <c:pt idx="138">
                  <c:v>59.2</c:v>
                </c:pt>
                <c:pt idx="139">
                  <c:v>59.2</c:v>
                </c:pt>
                <c:pt idx="140">
                  <c:v>59.2</c:v>
                </c:pt>
                <c:pt idx="141">
                  <c:v>59.2</c:v>
                </c:pt>
                <c:pt idx="142">
                  <c:v>59.2</c:v>
                </c:pt>
                <c:pt idx="143">
                  <c:v>59.2</c:v>
                </c:pt>
                <c:pt idx="144">
                  <c:v>59.2</c:v>
                </c:pt>
                <c:pt idx="145">
                  <c:v>59.2</c:v>
                </c:pt>
                <c:pt idx="146">
                  <c:v>59.2</c:v>
                </c:pt>
                <c:pt idx="147">
                  <c:v>59.2</c:v>
                </c:pt>
                <c:pt idx="148">
                  <c:v>59.2</c:v>
                </c:pt>
                <c:pt idx="149">
                  <c:v>59.2</c:v>
                </c:pt>
                <c:pt idx="150">
                  <c:v>59.2</c:v>
                </c:pt>
                <c:pt idx="151">
                  <c:v>59.2</c:v>
                </c:pt>
                <c:pt idx="152">
                  <c:v>59.2</c:v>
                </c:pt>
                <c:pt idx="153">
                  <c:v>59.2</c:v>
                </c:pt>
                <c:pt idx="154">
                  <c:v>59.2</c:v>
                </c:pt>
                <c:pt idx="155">
                  <c:v>59.2</c:v>
                </c:pt>
                <c:pt idx="156">
                  <c:v>59.2</c:v>
                </c:pt>
                <c:pt idx="157">
                  <c:v>59.2</c:v>
                </c:pt>
                <c:pt idx="158">
                  <c:v>59.2</c:v>
                </c:pt>
                <c:pt idx="159">
                  <c:v>59.2</c:v>
                </c:pt>
                <c:pt idx="160">
                  <c:v>59.2</c:v>
                </c:pt>
                <c:pt idx="161">
                  <c:v>59.2</c:v>
                </c:pt>
                <c:pt idx="162">
                  <c:v>59.2</c:v>
                </c:pt>
                <c:pt idx="163">
                  <c:v>59.2</c:v>
                </c:pt>
                <c:pt idx="164">
                  <c:v>59.2</c:v>
                </c:pt>
                <c:pt idx="165">
                  <c:v>59.2</c:v>
                </c:pt>
                <c:pt idx="166">
                  <c:v>59.2</c:v>
                </c:pt>
                <c:pt idx="167">
                  <c:v>59.2</c:v>
                </c:pt>
                <c:pt idx="168">
                  <c:v>59.2</c:v>
                </c:pt>
                <c:pt idx="169">
                  <c:v>59.2</c:v>
                </c:pt>
                <c:pt idx="170">
                  <c:v>59.2</c:v>
                </c:pt>
                <c:pt idx="171">
                  <c:v>59.2</c:v>
                </c:pt>
                <c:pt idx="172">
                  <c:v>59.2</c:v>
                </c:pt>
                <c:pt idx="173">
                  <c:v>59.2</c:v>
                </c:pt>
                <c:pt idx="174">
                  <c:v>59.2</c:v>
                </c:pt>
                <c:pt idx="175">
                  <c:v>59.2</c:v>
                </c:pt>
                <c:pt idx="176">
                  <c:v>59.2</c:v>
                </c:pt>
                <c:pt idx="177">
                  <c:v>59.2</c:v>
                </c:pt>
                <c:pt idx="178">
                  <c:v>59.2</c:v>
                </c:pt>
                <c:pt idx="179">
                  <c:v>59.2</c:v>
                </c:pt>
                <c:pt idx="180">
                  <c:v>59.2</c:v>
                </c:pt>
                <c:pt idx="181">
                  <c:v>59.2</c:v>
                </c:pt>
                <c:pt idx="182">
                  <c:v>59.2</c:v>
                </c:pt>
                <c:pt idx="183">
                  <c:v>59.2</c:v>
                </c:pt>
                <c:pt idx="184">
                  <c:v>59.2</c:v>
                </c:pt>
                <c:pt idx="185">
                  <c:v>59.2</c:v>
                </c:pt>
                <c:pt idx="186">
                  <c:v>59.2</c:v>
                </c:pt>
                <c:pt idx="187">
                  <c:v>59.2</c:v>
                </c:pt>
                <c:pt idx="188">
                  <c:v>59.2</c:v>
                </c:pt>
                <c:pt idx="189">
                  <c:v>59.2</c:v>
                </c:pt>
                <c:pt idx="190">
                  <c:v>59.2</c:v>
                </c:pt>
                <c:pt idx="191">
                  <c:v>59.2</c:v>
                </c:pt>
                <c:pt idx="192">
                  <c:v>59.2</c:v>
                </c:pt>
                <c:pt idx="193">
                  <c:v>59.2</c:v>
                </c:pt>
                <c:pt idx="194">
                  <c:v>59.2</c:v>
                </c:pt>
                <c:pt idx="195">
                  <c:v>59.2</c:v>
                </c:pt>
                <c:pt idx="196">
                  <c:v>59.2</c:v>
                </c:pt>
                <c:pt idx="197">
                  <c:v>59.2</c:v>
                </c:pt>
                <c:pt idx="198">
                  <c:v>59.2</c:v>
                </c:pt>
                <c:pt idx="199">
                  <c:v>59.2</c:v>
                </c:pt>
                <c:pt idx="200">
                  <c:v>59.2</c:v>
                </c:pt>
                <c:pt idx="201">
                  <c:v>59.2</c:v>
                </c:pt>
                <c:pt idx="202">
                  <c:v>59.2</c:v>
                </c:pt>
                <c:pt idx="203">
                  <c:v>59.2</c:v>
                </c:pt>
                <c:pt idx="204">
                  <c:v>59.2</c:v>
                </c:pt>
                <c:pt idx="205">
                  <c:v>59.2</c:v>
                </c:pt>
                <c:pt idx="206">
                  <c:v>59.2</c:v>
                </c:pt>
                <c:pt idx="207">
                  <c:v>59.2</c:v>
                </c:pt>
                <c:pt idx="208">
                  <c:v>59.2</c:v>
                </c:pt>
                <c:pt idx="209">
                  <c:v>59.2</c:v>
                </c:pt>
                <c:pt idx="210">
                  <c:v>59.2</c:v>
                </c:pt>
                <c:pt idx="211">
                  <c:v>59.2</c:v>
                </c:pt>
                <c:pt idx="212">
                  <c:v>59.2</c:v>
                </c:pt>
                <c:pt idx="213">
                  <c:v>59.2</c:v>
                </c:pt>
                <c:pt idx="214">
                  <c:v>59.2</c:v>
                </c:pt>
                <c:pt idx="215">
                  <c:v>59.2</c:v>
                </c:pt>
                <c:pt idx="216">
                  <c:v>59.2</c:v>
                </c:pt>
                <c:pt idx="217">
                  <c:v>59.2</c:v>
                </c:pt>
                <c:pt idx="218">
                  <c:v>59.2</c:v>
                </c:pt>
                <c:pt idx="219">
                  <c:v>59.2</c:v>
                </c:pt>
                <c:pt idx="220">
                  <c:v>59.2</c:v>
                </c:pt>
                <c:pt idx="221">
                  <c:v>59.2</c:v>
                </c:pt>
                <c:pt idx="222">
                  <c:v>59.2</c:v>
                </c:pt>
                <c:pt idx="223">
                  <c:v>59.2</c:v>
                </c:pt>
                <c:pt idx="224">
                  <c:v>59.2</c:v>
                </c:pt>
                <c:pt idx="225">
                  <c:v>59.2</c:v>
                </c:pt>
                <c:pt idx="226">
                  <c:v>59.2</c:v>
                </c:pt>
                <c:pt idx="227">
                  <c:v>59.2</c:v>
                </c:pt>
                <c:pt idx="228">
                  <c:v>59.2</c:v>
                </c:pt>
                <c:pt idx="229">
                  <c:v>59.2</c:v>
                </c:pt>
                <c:pt idx="230">
                  <c:v>59.2</c:v>
                </c:pt>
                <c:pt idx="231">
                  <c:v>59.2</c:v>
                </c:pt>
                <c:pt idx="232">
                  <c:v>59.2</c:v>
                </c:pt>
                <c:pt idx="233">
                  <c:v>59.2</c:v>
                </c:pt>
                <c:pt idx="234">
                  <c:v>59.2</c:v>
                </c:pt>
                <c:pt idx="235">
                  <c:v>59.2</c:v>
                </c:pt>
                <c:pt idx="236">
                  <c:v>59.2</c:v>
                </c:pt>
                <c:pt idx="237">
                  <c:v>59.2</c:v>
                </c:pt>
                <c:pt idx="238">
                  <c:v>59.2</c:v>
                </c:pt>
                <c:pt idx="239">
                  <c:v>59.2</c:v>
                </c:pt>
                <c:pt idx="240">
                  <c:v>59.2</c:v>
                </c:pt>
                <c:pt idx="241">
                  <c:v>59.2</c:v>
                </c:pt>
                <c:pt idx="242">
                  <c:v>59.2</c:v>
                </c:pt>
                <c:pt idx="243">
                  <c:v>59.2</c:v>
                </c:pt>
                <c:pt idx="244">
                  <c:v>59.2</c:v>
                </c:pt>
                <c:pt idx="245">
                  <c:v>59.2</c:v>
                </c:pt>
                <c:pt idx="246">
                  <c:v>59.2</c:v>
                </c:pt>
                <c:pt idx="247">
                  <c:v>59.2</c:v>
                </c:pt>
                <c:pt idx="248">
                  <c:v>59.2</c:v>
                </c:pt>
                <c:pt idx="249">
                  <c:v>59.2</c:v>
                </c:pt>
                <c:pt idx="250">
                  <c:v>59.2</c:v>
                </c:pt>
                <c:pt idx="251">
                  <c:v>59.2</c:v>
                </c:pt>
                <c:pt idx="252">
                  <c:v>59.2</c:v>
                </c:pt>
                <c:pt idx="253">
                  <c:v>59.2</c:v>
                </c:pt>
                <c:pt idx="254">
                  <c:v>59.2</c:v>
                </c:pt>
                <c:pt idx="255">
                  <c:v>59.2</c:v>
                </c:pt>
                <c:pt idx="256">
                  <c:v>59.2</c:v>
                </c:pt>
                <c:pt idx="257">
                  <c:v>59.2</c:v>
                </c:pt>
                <c:pt idx="258">
                  <c:v>59.2</c:v>
                </c:pt>
                <c:pt idx="259">
                  <c:v>59.2</c:v>
                </c:pt>
                <c:pt idx="260">
                  <c:v>59.2</c:v>
                </c:pt>
                <c:pt idx="261">
                  <c:v>59.2</c:v>
                </c:pt>
                <c:pt idx="262">
                  <c:v>59.2</c:v>
                </c:pt>
                <c:pt idx="263">
                  <c:v>59.2</c:v>
                </c:pt>
                <c:pt idx="264">
                  <c:v>59.2</c:v>
                </c:pt>
                <c:pt idx="265">
                  <c:v>59.2</c:v>
                </c:pt>
                <c:pt idx="266">
                  <c:v>59.2</c:v>
                </c:pt>
                <c:pt idx="267">
                  <c:v>59.2</c:v>
                </c:pt>
                <c:pt idx="268">
                  <c:v>59.2</c:v>
                </c:pt>
                <c:pt idx="269">
                  <c:v>59.2</c:v>
                </c:pt>
                <c:pt idx="270">
                  <c:v>59.2</c:v>
                </c:pt>
                <c:pt idx="271">
                  <c:v>59.2</c:v>
                </c:pt>
                <c:pt idx="272">
                  <c:v>59.2</c:v>
                </c:pt>
                <c:pt idx="273">
                  <c:v>59.2</c:v>
                </c:pt>
                <c:pt idx="274">
                  <c:v>59.2</c:v>
                </c:pt>
                <c:pt idx="275">
                  <c:v>59.2</c:v>
                </c:pt>
                <c:pt idx="276">
                  <c:v>59.2</c:v>
                </c:pt>
                <c:pt idx="277">
                  <c:v>59.2</c:v>
                </c:pt>
                <c:pt idx="278">
                  <c:v>59.2</c:v>
                </c:pt>
                <c:pt idx="279">
                  <c:v>59.2</c:v>
                </c:pt>
                <c:pt idx="280">
                  <c:v>59.2</c:v>
                </c:pt>
                <c:pt idx="281">
                  <c:v>59.2</c:v>
                </c:pt>
                <c:pt idx="282">
                  <c:v>59.2</c:v>
                </c:pt>
                <c:pt idx="283">
                  <c:v>59.2</c:v>
                </c:pt>
                <c:pt idx="284">
                  <c:v>59.2</c:v>
                </c:pt>
                <c:pt idx="285">
                  <c:v>59.2</c:v>
                </c:pt>
                <c:pt idx="286">
                  <c:v>59.2</c:v>
                </c:pt>
                <c:pt idx="287">
                  <c:v>59.2</c:v>
                </c:pt>
                <c:pt idx="288">
                  <c:v>59.2</c:v>
                </c:pt>
                <c:pt idx="289">
                  <c:v>59.2</c:v>
                </c:pt>
                <c:pt idx="290">
                  <c:v>59.2</c:v>
                </c:pt>
                <c:pt idx="291">
                  <c:v>59.2</c:v>
                </c:pt>
                <c:pt idx="292">
                  <c:v>59.2</c:v>
                </c:pt>
                <c:pt idx="293">
                  <c:v>59.2</c:v>
                </c:pt>
                <c:pt idx="294">
                  <c:v>59.2</c:v>
                </c:pt>
                <c:pt idx="295">
                  <c:v>59.2</c:v>
                </c:pt>
                <c:pt idx="296">
                  <c:v>59.2</c:v>
                </c:pt>
                <c:pt idx="297">
                  <c:v>59.2</c:v>
                </c:pt>
                <c:pt idx="298">
                  <c:v>59.2</c:v>
                </c:pt>
                <c:pt idx="299">
                  <c:v>59.2</c:v>
                </c:pt>
                <c:pt idx="300">
                  <c:v>59.2</c:v>
                </c:pt>
                <c:pt idx="301">
                  <c:v>59.2</c:v>
                </c:pt>
                <c:pt idx="302">
                  <c:v>59.2</c:v>
                </c:pt>
                <c:pt idx="303">
                  <c:v>59.2</c:v>
                </c:pt>
                <c:pt idx="304">
                  <c:v>59.2</c:v>
                </c:pt>
                <c:pt idx="305">
                  <c:v>59.2</c:v>
                </c:pt>
                <c:pt idx="306">
                  <c:v>59.2</c:v>
                </c:pt>
                <c:pt idx="307">
                  <c:v>59.2</c:v>
                </c:pt>
                <c:pt idx="308">
                  <c:v>59.2</c:v>
                </c:pt>
                <c:pt idx="309">
                  <c:v>59.2</c:v>
                </c:pt>
                <c:pt idx="310">
                  <c:v>59.2</c:v>
                </c:pt>
                <c:pt idx="311">
                  <c:v>59.2</c:v>
                </c:pt>
                <c:pt idx="312">
                  <c:v>59.2</c:v>
                </c:pt>
                <c:pt idx="313">
                  <c:v>59.2</c:v>
                </c:pt>
                <c:pt idx="314">
                  <c:v>59.2</c:v>
                </c:pt>
                <c:pt idx="315">
                  <c:v>59.2</c:v>
                </c:pt>
                <c:pt idx="316">
                  <c:v>59.2</c:v>
                </c:pt>
                <c:pt idx="317">
                  <c:v>59.2</c:v>
                </c:pt>
                <c:pt idx="318">
                  <c:v>59.2</c:v>
                </c:pt>
                <c:pt idx="319">
                  <c:v>59.2</c:v>
                </c:pt>
                <c:pt idx="320">
                  <c:v>59.2</c:v>
                </c:pt>
                <c:pt idx="321">
                  <c:v>59.2</c:v>
                </c:pt>
                <c:pt idx="322">
                  <c:v>59.2</c:v>
                </c:pt>
                <c:pt idx="323">
                  <c:v>59.2</c:v>
                </c:pt>
                <c:pt idx="324">
                  <c:v>59.2</c:v>
                </c:pt>
                <c:pt idx="325">
                  <c:v>59.2</c:v>
                </c:pt>
                <c:pt idx="326">
                  <c:v>59.2</c:v>
                </c:pt>
                <c:pt idx="327">
                  <c:v>59.2</c:v>
                </c:pt>
                <c:pt idx="328">
                  <c:v>59.2</c:v>
                </c:pt>
                <c:pt idx="329">
                  <c:v>59.2</c:v>
                </c:pt>
                <c:pt idx="330">
                  <c:v>59.2</c:v>
                </c:pt>
                <c:pt idx="331">
                  <c:v>59.2</c:v>
                </c:pt>
                <c:pt idx="332">
                  <c:v>59.2</c:v>
                </c:pt>
                <c:pt idx="333">
                  <c:v>59.2</c:v>
                </c:pt>
                <c:pt idx="334">
                  <c:v>59.2</c:v>
                </c:pt>
                <c:pt idx="335">
                  <c:v>59.2</c:v>
                </c:pt>
                <c:pt idx="336">
                  <c:v>59.2</c:v>
                </c:pt>
                <c:pt idx="337">
                  <c:v>59.2</c:v>
                </c:pt>
                <c:pt idx="338">
                  <c:v>59.2</c:v>
                </c:pt>
                <c:pt idx="339">
                  <c:v>59.2</c:v>
                </c:pt>
                <c:pt idx="340">
                  <c:v>59.2</c:v>
                </c:pt>
                <c:pt idx="341">
                  <c:v>59.2</c:v>
                </c:pt>
                <c:pt idx="342">
                  <c:v>59.2</c:v>
                </c:pt>
                <c:pt idx="343">
                  <c:v>59.2</c:v>
                </c:pt>
                <c:pt idx="344">
                  <c:v>59.2</c:v>
                </c:pt>
                <c:pt idx="345">
                  <c:v>59.2</c:v>
                </c:pt>
                <c:pt idx="346">
                  <c:v>59.2</c:v>
                </c:pt>
                <c:pt idx="347">
                  <c:v>59.2</c:v>
                </c:pt>
                <c:pt idx="348">
                  <c:v>59.2</c:v>
                </c:pt>
                <c:pt idx="349">
                  <c:v>59.2</c:v>
                </c:pt>
                <c:pt idx="350">
                  <c:v>59.2</c:v>
                </c:pt>
                <c:pt idx="351">
                  <c:v>59.2</c:v>
                </c:pt>
                <c:pt idx="352">
                  <c:v>59.2</c:v>
                </c:pt>
                <c:pt idx="353">
                  <c:v>59.2</c:v>
                </c:pt>
                <c:pt idx="354">
                  <c:v>59.2</c:v>
                </c:pt>
                <c:pt idx="355">
                  <c:v>59.2</c:v>
                </c:pt>
                <c:pt idx="356">
                  <c:v>59.2</c:v>
                </c:pt>
                <c:pt idx="357">
                  <c:v>59.2</c:v>
                </c:pt>
                <c:pt idx="358">
                  <c:v>59.2</c:v>
                </c:pt>
                <c:pt idx="359">
                  <c:v>59.2</c:v>
                </c:pt>
                <c:pt idx="360">
                  <c:v>59.2</c:v>
                </c:pt>
                <c:pt idx="361">
                  <c:v>59.2</c:v>
                </c:pt>
                <c:pt idx="362">
                  <c:v>59.2</c:v>
                </c:pt>
                <c:pt idx="363">
                  <c:v>59.2</c:v>
                </c:pt>
                <c:pt idx="364">
                  <c:v>59.2</c:v>
                </c:pt>
                <c:pt idx="365">
                  <c:v>59.2</c:v>
                </c:pt>
                <c:pt idx="366">
                  <c:v>59.2</c:v>
                </c:pt>
                <c:pt idx="367">
                  <c:v>59.2</c:v>
                </c:pt>
                <c:pt idx="368">
                  <c:v>59.2</c:v>
                </c:pt>
                <c:pt idx="369">
                  <c:v>59.8</c:v>
                </c:pt>
                <c:pt idx="370">
                  <c:v>60</c:v>
                </c:pt>
                <c:pt idx="371">
                  <c:v>60.1</c:v>
                </c:pt>
                <c:pt idx="372">
                  <c:v>60.2</c:v>
                </c:pt>
                <c:pt idx="373">
                  <c:v>60.3</c:v>
                </c:pt>
                <c:pt idx="374">
                  <c:v>60.3</c:v>
                </c:pt>
                <c:pt idx="375">
                  <c:v>60.2</c:v>
                </c:pt>
                <c:pt idx="376">
                  <c:v>59.6</c:v>
                </c:pt>
                <c:pt idx="377">
                  <c:v>59.7</c:v>
                </c:pt>
                <c:pt idx="378">
                  <c:v>59.8</c:v>
                </c:pt>
                <c:pt idx="379">
                  <c:v>59.9</c:v>
                </c:pt>
                <c:pt idx="380">
                  <c:v>59.9</c:v>
                </c:pt>
                <c:pt idx="381">
                  <c:v>60.2</c:v>
                </c:pt>
                <c:pt idx="382">
                  <c:v>60.5</c:v>
                </c:pt>
                <c:pt idx="383">
                  <c:v>60.7</c:v>
                </c:pt>
                <c:pt idx="384">
                  <c:v>60.5</c:v>
                </c:pt>
                <c:pt idx="385">
                  <c:v>60.4</c:v>
                </c:pt>
                <c:pt idx="386">
                  <c:v>60.2</c:v>
                </c:pt>
                <c:pt idx="387">
                  <c:v>60.3</c:v>
                </c:pt>
                <c:pt idx="388">
                  <c:v>60.5</c:v>
                </c:pt>
                <c:pt idx="389">
                  <c:v>60.7</c:v>
                </c:pt>
                <c:pt idx="390">
                  <c:v>60.8</c:v>
                </c:pt>
                <c:pt idx="391">
                  <c:v>61</c:v>
                </c:pt>
                <c:pt idx="392">
                  <c:v>61.4</c:v>
                </c:pt>
                <c:pt idx="393">
                  <c:v>61.7</c:v>
                </c:pt>
                <c:pt idx="394">
                  <c:v>61.8</c:v>
                </c:pt>
                <c:pt idx="395">
                  <c:v>61.7</c:v>
                </c:pt>
                <c:pt idx="396">
                  <c:v>61.7</c:v>
                </c:pt>
                <c:pt idx="397">
                  <c:v>62.2</c:v>
                </c:pt>
                <c:pt idx="398">
                  <c:v>62.5</c:v>
                </c:pt>
                <c:pt idx="399">
                  <c:v>62.6</c:v>
                </c:pt>
                <c:pt idx="400">
                  <c:v>62.7</c:v>
                </c:pt>
                <c:pt idx="401">
                  <c:v>62.7</c:v>
                </c:pt>
                <c:pt idx="402">
                  <c:v>62.8</c:v>
                </c:pt>
                <c:pt idx="403">
                  <c:v>62.8</c:v>
                </c:pt>
                <c:pt idx="404">
                  <c:v>62.6</c:v>
                </c:pt>
                <c:pt idx="405">
                  <c:v>62.5</c:v>
                </c:pt>
                <c:pt idx="406">
                  <c:v>62.5</c:v>
                </c:pt>
                <c:pt idx="407">
                  <c:v>62.5</c:v>
                </c:pt>
                <c:pt idx="408">
                  <c:v>62.4</c:v>
                </c:pt>
                <c:pt idx="409">
                  <c:v>62.4</c:v>
                </c:pt>
                <c:pt idx="410">
                  <c:v>62.5</c:v>
                </c:pt>
                <c:pt idx="411">
                  <c:v>63.5</c:v>
                </c:pt>
                <c:pt idx="412">
                  <c:v>63.8</c:v>
                </c:pt>
                <c:pt idx="413">
                  <c:v>63.9</c:v>
                </c:pt>
                <c:pt idx="414">
                  <c:v>64.2</c:v>
                </c:pt>
                <c:pt idx="415">
                  <c:v>64.3</c:v>
                </c:pt>
                <c:pt idx="416">
                  <c:v>64.5</c:v>
                </c:pt>
                <c:pt idx="417">
                  <c:v>64.5</c:v>
                </c:pt>
                <c:pt idx="418">
                  <c:v>64.5</c:v>
                </c:pt>
                <c:pt idx="419">
                  <c:v>64.2</c:v>
                </c:pt>
                <c:pt idx="420">
                  <c:v>64.2</c:v>
                </c:pt>
                <c:pt idx="421">
                  <c:v>64.1</c:v>
                </c:pt>
                <c:pt idx="422">
                  <c:v>64.3</c:v>
                </c:pt>
                <c:pt idx="423">
                  <c:v>64.9</c:v>
                </c:pt>
                <c:pt idx="424">
                  <c:v>65.1</c:v>
                </c:pt>
                <c:pt idx="425">
                  <c:v>65.6</c:v>
                </c:pt>
                <c:pt idx="426">
                  <c:v>65.9</c:v>
                </c:pt>
                <c:pt idx="427">
                  <c:v>66.2</c:v>
                </c:pt>
                <c:pt idx="428">
                  <c:v>66.4</c:v>
                </c:pt>
                <c:pt idx="429">
                  <c:v>66.5</c:v>
                </c:pt>
                <c:pt idx="430">
                  <c:v>66.5</c:v>
                </c:pt>
                <c:pt idx="431">
                  <c:v>66.4</c:v>
                </c:pt>
                <c:pt idx="432">
                  <c:v>66.3</c:v>
                </c:pt>
                <c:pt idx="433">
                  <c:v>66.9</c:v>
                </c:pt>
                <c:pt idx="434">
                  <c:v>67.1</c:v>
                </c:pt>
                <c:pt idx="435">
                  <c:v>67.6</c:v>
                </c:pt>
                <c:pt idx="436">
                  <c:v>68</c:v>
                </c:pt>
                <c:pt idx="437">
                  <c:v>68.3</c:v>
                </c:pt>
                <c:pt idx="438">
                  <c:v>68.5</c:v>
                </c:pt>
                <c:pt idx="439">
                  <c:v>68.7</c:v>
                </c:pt>
                <c:pt idx="440">
                  <c:v>68.7</c:v>
                </c:pt>
                <c:pt idx="441">
                  <c:v>68.7</c:v>
                </c:pt>
                <c:pt idx="442">
                  <c:v>69.4</c:v>
                </c:pt>
                <c:pt idx="443">
                  <c:v>69.9</c:v>
                </c:pt>
                <c:pt idx="444">
                  <c:v>70.4</c:v>
                </c:pt>
                <c:pt idx="445">
                  <c:v>70.7</c:v>
                </c:pt>
                <c:pt idx="446">
                  <c:v>70.8</c:v>
                </c:pt>
                <c:pt idx="447">
                  <c:v>71</c:v>
                </c:pt>
                <c:pt idx="448">
                  <c:v>71.2</c:v>
                </c:pt>
                <c:pt idx="449">
                  <c:v>71.3</c:v>
                </c:pt>
                <c:pt idx="450">
                  <c:v>71.3</c:v>
                </c:pt>
                <c:pt idx="451">
                  <c:v>71.3</c:v>
                </c:pt>
                <c:pt idx="452">
                  <c:v>71.3</c:v>
                </c:pt>
                <c:pt idx="453">
                  <c:v>71.3</c:v>
                </c:pt>
                <c:pt idx="454">
                  <c:v>71.3</c:v>
                </c:pt>
                <c:pt idx="455">
                  <c:v>71.3</c:v>
                </c:pt>
                <c:pt idx="456">
                  <c:v>71.3</c:v>
                </c:pt>
                <c:pt idx="457">
                  <c:v>71.3</c:v>
                </c:pt>
                <c:pt idx="458">
                  <c:v>71.4</c:v>
                </c:pt>
                <c:pt idx="459">
                  <c:v>71.4</c:v>
                </c:pt>
                <c:pt idx="460">
                  <c:v>71.4</c:v>
                </c:pt>
                <c:pt idx="461">
                  <c:v>71.4</c:v>
                </c:pt>
                <c:pt idx="462">
                  <c:v>71.9</c:v>
                </c:pt>
                <c:pt idx="463">
                  <c:v>72.4</c:v>
                </c:pt>
                <c:pt idx="464">
                  <c:v>73.5</c:v>
                </c:pt>
                <c:pt idx="465">
                  <c:v>74.4</c:v>
                </c:pt>
                <c:pt idx="466">
                  <c:v>75.2</c:v>
                </c:pt>
                <c:pt idx="467">
                  <c:v>75.9</c:v>
                </c:pt>
                <c:pt idx="468">
                  <c:v>76.2</c:v>
                </c:pt>
                <c:pt idx="469">
                  <c:v>76.7</c:v>
                </c:pt>
                <c:pt idx="470">
                  <c:v>76.8</c:v>
                </c:pt>
                <c:pt idx="471">
                  <c:v>76.9</c:v>
                </c:pt>
                <c:pt idx="472">
                  <c:v>76.9</c:v>
                </c:pt>
                <c:pt idx="473">
                  <c:v>76.7</c:v>
                </c:pt>
                <c:pt idx="474">
                  <c:v>76.7</c:v>
                </c:pt>
                <c:pt idx="475">
                  <c:v>76.6</c:v>
                </c:pt>
                <c:pt idx="476">
                  <c:v>76.6</c:v>
                </c:pt>
                <c:pt idx="477">
                  <c:v>76.5</c:v>
                </c:pt>
                <c:pt idx="478">
                  <c:v>76.5</c:v>
                </c:pt>
                <c:pt idx="479">
                  <c:v>76.4</c:v>
                </c:pt>
                <c:pt idx="480">
                  <c:v>76.4</c:v>
                </c:pt>
                <c:pt idx="481">
                  <c:v>76.4</c:v>
                </c:pt>
                <c:pt idx="482">
                  <c:v>76.4</c:v>
                </c:pt>
                <c:pt idx="483">
                  <c:v>76.4</c:v>
                </c:pt>
                <c:pt idx="484">
                  <c:v>76.3</c:v>
                </c:pt>
                <c:pt idx="485">
                  <c:v>76.3</c:v>
                </c:pt>
                <c:pt idx="486">
                  <c:v>76.3</c:v>
                </c:pt>
                <c:pt idx="487">
                  <c:v>76.3</c:v>
                </c:pt>
                <c:pt idx="488">
                  <c:v>76.3</c:v>
                </c:pt>
                <c:pt idx="489">
                  <c:v>76.3</c:v>
                </c:pt>
                <c:pt idx="490">
                  <c:v>76.3</c:v>
                </c:pt>
                <c:pt idx="491">
                  <c:v>76.3</c:v>
                </c:pt>
                <c:pt idx="492">
                  <c:v>76.3</c:v>
                </c:pt>
                <c:pt idx="493">
                  <c:v>76.3</c:v>
                </c:pt>
                <c:pt idx="494">
                  <c:v>76.3</c:v>
                </c:pt>
                <c:pt idx="495">
                  <c:v>76.3</c:v>
                </c:pt>
                <c:pt idx="496">
                  <c:v>76.3</c:v>
                </c:pt>
                <c:pt idx="497">
                  <c:v>76.3</c:v>
                </c:pt>
                <c:pt idx="498">
                  <c:v>76.2</c:v>
                </c:pt>
                <c:pt idx="499">
                  <c:v>76.2</c:v>
                </c:pt>
                <c:pt idx="500">
                  <c:v>76.2</c:v>
                </c:pt>
                <c:pt idx="501">
                  <c:v>76.2</c:v>
                </c:pt>
                <c:pt idx="502">
                  <c:v>76.1</c:v>
                </c:pt>
                <c:pt idx="503">
                  <c:v>76.1</c:v>
                </c:pt>
                <c:pt idx="504">
                  <c:v>76.1</c:v>
                </c:pt>
                <c:pt idx="505">
                  <c:v>76.1</c:v>
                </c:pt>
                <c:pt idx="506">
                  <c:v>76.1</c:v>
                </c:pt>
                <c:pt idx="507">
                  <c:v>76.1</c:v>
                </c:pt>
                <c:pt idx="508">
                  <c:v>76.1</c:v>
                </c:pt>
                <c:pt idx="509">
                  <c:v>76.1</c:v>
                </c:pt>
                <c:pt idx="510">
                  <c:v>76.1</c:v>
                </c:pt>
                <c:pt idx="511">
                  <c:v>76.1</c:v>
                </c:pt>
                <c:pt idx="512">
                  <c:v>76.1</c:v>
                </c:pt>
                <c:pt idx="513">
                  <c:v>76.1</c:v>
                </c:pt>
                <c:pt idx="514">
                  <c:v>76.1</c:v>
                </c:pt>
                <c:pt idx="515">
                  <c:v>76.1</c:v>
                </c:pt>
                <c:pt idx="516">
                  <c:v>76</c:v>
                </c:pt>
                <c:pt idx="517">
                  <c:v>76</c:v>
                </c:pt>
                <c:pt idx="518">
                  <c:v>76</c:v>
                </c:pt>
                <c:pt idx="519">
                  <c:v>76</c:v>
                </c:pt>
                <c:pt idx="520">
                  <c:v>76</c:v>
                </c:pt>
                <c:pt idx="521">
                  <c:v>76</c:v>
                </c:pt>
                <c:pt idx="522">
                  <c:v>76</c:v>
                </c:pt>
                <c:pt idx="523">
                  <c:v>76</c:v>
                </c:pt>
                <c:pt idx="524">
                  <c:v>75.9</c:v>
                </c:pt>
                <c:pt idx="525">
                  <c:v>75.9</c:v>
                </c:pt>
                <c:pt idx="526">
                  <c:v>75.9</c:v>
                </c:pt>
                <c:pt idx="527">
                  <c:v>75.9</c:v>
                </c:pt>
                <c:pt idx="528">
                  <c:v>75.9</c:v>
                </c:pt>
                <c:pt idx="529">
                  <c:v>75.9</c:v>
                </c:pt>
                <c:pt idx="530">
                  <c:v>75.9</c:v>
                </c:pt>
                <c:pt idx="531">
                  <c:v>75.9</c:v>
                </c:pt>
                <c:pt idx="532">
                  <c:v>75.9</c:v>
                </c:pt>
                <c:pt idx="533">
                  <c:v>75.9</c:v>
                </c:pt>
                <c:pt idx="534">
                  <c:v>75.9</c:v>
                </c:pt>
                <c:pt idx="535">
                  <c:v>75.8</c:v>
                </c:pt>
                <c:pt idx="536">
                  <c:v>75.8</c:v>
                </c:pt>
                <c:pt idx="537">
                  <c:v>75.8</c:v>
                </c:pt>
                <c:pt idx="538">
                  <c:v>75.8</c:v>
                </c:pt>
                <c:pt idx="539">
                  <c:v>75.7</c:v>
                </c:pt>
                <c:pt idx="540">
                  <c:v>75.8</c:v>
                </c:pt>
                <c:pt idx="541">
                  <c:v>75.7</c:v>
                </c:pt>
                <c:pt idx="542">
                  <c:v>75.7</c:v>
                </c:pt>
                <c:pt idx="543">
                  <c:v>75.7</c:v>
                </c:pt>
                <c:pt idx="544">
                  <c:v>75.7</c:v>
                </c:pt>
                <c:pt idx="545">
                  <c:v>75.7</c:v>
                </c:pt>
                <c:pt idx="546">
                  <c:v>75.6</c:v>
                </c:pt>
                <c:pt idx="547">
                  <c:v>75.6</c:v>
                </c:pt>
                <c:pt idx="548">
                  <c:v>75.6</c:v>
                </c:pt>
                <c:pt idx="549">
                  <c:v>75.6</c:v>
                </c:pt>
                <c:pt idx="550">
                  <c:v>75.6</c:v>
                </c:pt>
                <c:pt idx="551">
                  <c:v>75.5</c:v>
                </c:pt>
                <c:pt idx="552">
                  <c:v>75.6</c:v>
                </c:pt>
                <c:pt idx="553">
                  <c:v>75.5</c:v>
                </c:pt>
                <c:pt idx="554">
                  <c:v>75.5</c:v>
                </c:pt>
                <c:pt idx="555">
                  <c:v>75.5</c:v>
                </c:pt>
                <c:pt idx="556">
                  <c:v>75.5</c:v>
                </c:pt>
                <c:pt idx="557">
                  <c:v>75.5</c:v>
                </c:pt>
                <c:pt idx="558">
                  <c:v>75.5</c:v>
                </c:pt>
                <c:pt idx="559">
                  <c:v>75.5</c:v>
                </c:pt>
                <c:pt idx="560">
                  <c:v>75.5</c:v>
                </c:pt>
                <c:pt idx="561">
                  <c:v>75.5</c:v>
                </c:pt>
                <c:pt idx="562">
                  <c:v>75.5</c:v>
                </c:pt>
                <c:pt idx="563">
                  <c:v>75.5</c:v>
                </c:pt>
                <c:pt idx="564">
                  <c:v>75.5</c:v>
                </c:pt>
                <c:pt idx="565">
                  <c:v>75.5</c:v>
                </c:pt>
                <c:pt idx="566">
                  <c:v>75.4</c:v>
                </c:pt>
                <c:pt idx="567">
                  <c:v>75.4</c:v>
                </c:pt>
                <c:pt idx="568">
                  <c:v>75.4</c:v>
                </c:pt>
                <c:pt idx="569">
                  <c:v>75.4</c:v>
                </c:pt>
                <c:pt idx="570">
                  <c:v>75.4</c:v>
                </c:pt>
                <c:pt idx="571">
                  <c:v>75.4</c:v>
                </c:pt>
                <c:pt idx="572">
                  <c:v>75.4</c:v>
                </c:pt>
                <c:pt idx="573">
                  <c:v>75.4</c:v>
                </c:pt>
                <c:pt idx="574">
                  <c:v>75.3</c:v>
                </c:pt>
                <c:pt idx="575">
                  <c:v>75.3</c:v>
                </c:pt>
                <c:pt idx="576">
                  <c:v>75.4</c:v>
                </c:pt>
                <c:pt idx="577">
                  <c:v>75.3</c:v>
                </c:pt>
                <c:pt idx="578">
                  <c:v>75.3</c:v>
                </c:pt>
                <c:pt idx="579">
                  <c:v>75.3</c:v>
                </c:pt>
                <c:pt idx="580">
                  <c:v>75.3</c:v>
                </c:pt>
                <c:pt idx="581">
                  <c:v>75.3</c:v>
                </c:pt>
                <c:pt idx="582">
                  <c:v>75.2</c:v>
                </c:pt>
                <c:pt idx="583">
                  <c:v>75.2</c:v>
                </c:pt>
                <c:pt idx="584">
                  <c:v>75.2</c:v>
                </c:pt>
                <c:pt idx="585">
                  <c:v>75.2</c:v>
                </c:pt>
                <c:pt idx="586">
                  <c:v>75.2</c:v>
                </c:pt>
                <c:pt idx="587">
                  <c:v>75.2</c:v>
                </c:pt>
                <c:pt idx="588">
                  <c:v>75.1</c:v>
                </c:pt>
                <c:pt idx="589">
                  <c:v>75.2</c:v>
                </c:pt>
                <c:pt idx="590">
                  <c:v>75.1</c:v>
                </c:pt>
                <c:pt idx="591">
                  <c:v>75.1</c:v>
                </c:pt>
                <c:pt idx="592">
                  <c:v>75.1</c:v>
                </c:pt>
                <c:pt idx="593">
                  <c:v>75.1</c:v>
                </c:pt>
                <c:pt idx="594">
                  <c:v>75.1</c:v>
                </c:pt>
                <c:pt idx="595">
                  <c:v>75.1</c:v>
                </c:pt>
                <c:pt idx="596">
                  <c:v>75</c:v>
                </c:pt>
                <c:pt idx="597">
                  <c:v>75.1</c:v>
                </c:pt>
                <c:pt idx="598">
                  <c:v>75</c:v>
                </c:pt>
                <c:pt idx="599">
                  <c:v>75</c:v>
                </c:pt>
                <c:pt idx="600">
                  <c:v>75</c:v>
                </c:pt>
                <c:pt idx="601">
                  <c:v>75</c:v>
                </c:pt>
                <c:pt idx="602">
                  <c:v>75</c:v>
                </c:pt>
                <c:pt idx="603">
                  <c:v>75</c:v>
                </c:pt>
                <c:pt idx="604">
                  <c:v>75</c:v>
                </c:pt>
                <c:pt idx="605">
                  <c:v>74.9</c:v>
                </c:pt>
                <c:pt idx="606">
                  <c:v>74.9</c:v>
                </c:pt>
                <c:pt idx="607">
                  <c:v>74.9</c:v>
                </c:pt>
                <c:pt idx="608">
                  <c:v>74.9</c:v>
                </c:pt>
                <c:pt idx="609">
                  <c:v>74.9</c:v>
                </c:pt>
                <c:pt idx="610">
                  <c:v>74.9</c:v>
                </c:pt>
                <c:pt idx="611">
                  <c:v>74.9</c:v>
                </c:pt>
                <c:pt idx="612">
                  <c:v>74.8</c:v>
                </c:pt>
                <c:pt idx="613">
                  <c:v>74.8</c:v>
                </c:pt>
                <c:pt idx="614">
                  <c:v>74.8</c:v>
                </c:pt>
                <c:pt idx="615">
                  <c:v>74.8</c:v>
                </c:pt>
                <c:pt idx="616">
                  <c:v>74.8</c:v>
                </c:pt>
                <c:pt idx="617">
                  <c:v>74.8</c:v>
                </c:pt>
                <c:pt idx="618">
                  <c:v>74.7</c:v>
                </c:pt>
                <c:pt idx="619">
                  <c:v>74.7</c:v>
                </c:pt>
                <c:pt idx="620">
                  <c:v>74.7</c:v>
                </c:pt>
                <c:pt idx="621">
                  <c:v>74.7</c:v>
                </c:pt>
                <c:pt idx="622">
                  <c:v>74.7</c:v>
                </c:pt>
                <c:pt idx="623">
                  <c:v>74.7</c:v>
                </c:pt>
                <c:pt idx="624">
                  <c:v>74.6</c:v>
                </c:pt>
                <c:pt idx="625">
                  <c:v>74.7</c:v>
                </c:pt>
                <c:pt idx="626">
                  <c:v>74.6</c:v>
                </c:pt>
                <c:pt idx="627">
                  <c:v>74.6</c:v>
                </c:pt>
                <c:pt idx="628">
                  <c:v>74.6</c:v>
                </c:pt>
                <c:pt idx="629">
                  <c:v>74.6</c:v>
                </c:pt>
                <c:pt idx="630">
                  <c:v>74.5</c:v>
                </c:pt>
                <c:pt idx="631">
                  <c:v>74.5</c:v>
                </c:pt>
                <c:pt idx="632">
                  <c:v>74.5</c:v>
                </c:pt>
                <c:pt idx="633">
                  <c:v>74.5</c:v>
                </c:pt>
                <c:pt idx="634">
                  <c:v>74.5</c:v>
                </c:pt>
                <c:pt idx="635">
                  <c:v>74.5</c:v>
                </c:pt>
                <c:pt idx="636">
                  <c:v>74.5</c:v>
                </c:pt>
                <c:pt idx="637">
                  <c:v>74.5</c:v>
                </c:pt>
                <c:pt idx="638">
                  <c:v>74.4</c:v>
                </c:pt>
                <c:pt idx="639">
                  <c:v>74.4</c:v>
                </c:pt>
                <c:pt idx="640">
                  <c:v>74.4</c:v>
                </c:pt>
                <c:pt idx="641">
                  <c:v>74.4</c:v>
                </c:pt>
                <c:pt idx="642">
                  <c:v>74.4</c:v>
                </c:pt>
                <c:pt idx="643">
                  <c:v>74.4</c:v>
                </c:pt>
                <c:pt idx="644">
                  <c:v>74.4</c:v>
                </c:pt>
                <c:pt idx="645">
                  <c:v>74.3</c:v>
                </c:pt>
                <c:pt idx="646">
                  <c:v>74.3</c:v>
                </c:pt>
                <c:pt idx="647">
                  <c:v>74.3</c:v>
                </c:pt>
                <c:pt idx="648">
                  <c:v>74.3</c:v>
                </c:pt>
                <c:pt idx="649">
                  <c:v>74.3</c:v>
                </c:pt>
                <c:pt idx="650">
                  <c:v>74.3</c:v>
                </c:pt>
                <c:pt idx="651">
                  <c:v>74.3</c:v>
                </c:pt>
                <c:pt idx="652">
                  <c:v>74.2</c:v>
                </c:pt>
                <c:pt idx="653">
                  <c:v>74.2</c:v>
                </c:pt>
                <c:pt idx="654">
                  <c:v>74.2</c:v>
                </c:pt>
                <c:pt idx="655">
                  <c:v>74.2</c:v>
                </c:pt>
                <c:pt idx="656">
                  <c:v>74.2</c:v>
                </c:pt>
                <c:pt idx="657">
                  <c:v>74.2</c:v>
                </c:pt>
                <c:pt idx="658">
                  <c:v>74.1</c:v>
                </c:pt>
                <c:pt idx="659">
                  <c:v>74.1</c:v>
                </c:pt>
                <c:pt idx="660">
                  <c:v>74.1</c:v>
                </c:pt>
                <c:pt idx="661">
                  <c:v>74.1</c:v>
                </c:pt>
                <c:pt idx="662">
                  <c:v>74.1</c:v>
                </c:pt>
                <c:pt idx="663">
                  <c:v>74.1</c:v>
                </c:pt>
                <c:pt idx="664">
                  <c:v>74</c:v>
                </c:pt>
                <c:pt idx="665">
                  <c:v>74</c:v>
                </c:pt>
                <c:pt idx="666">
                  <c:v>74</c:v>
                </c:pt>
                <c:pt idx="667">
                  <c:v>74</c:v>
                </c:pt>
                <c:pt idx="668">
                  <c:v>74</c:v>
                </c:pt>
                <c:pt idx="669">
                  <c:v>74</c:v>
                </c:pt>
                <c:pt idx="670">
                  <c:v>74</c:v>
                </c:pt>
                <c:pt idx="671">
                  <c:v>74</c:v>
                </c:pt>
                <c:pt idx="672">
                  <c:v>74</c:v>
                </c:pt>
                <c:pt idx="673">
                  <c:v>73.9</c:v>
                </c:pt>
                <c:pt idx="674">
                  <c:v>73.9</c:v>
                </c:pt>
                <c:pt idx="675">
                  <c:v>73.9</c:v>
                </c:pt>
                <c:pt idx="676">
                  <c:v>73.9</c:v>
                </c:pt>
                <c:pt idx="677">
                  <c:v>73.9</c:v>
                </c:pt>
                <c:pt idx="678">
                  <c:v>73.8</c:v>
                </c:pt>
                <c:pt idx="679">
                  <c:v>73.9</c:v>
                </c:pt>
                <c:pt idx="680">
                  <c:v>73.8</c:v>
                </c:pt>
                <c:pt idx="681">
                  <c:v>73.8</c:v>
                </c:pt>
                <c:pt idx="682">
                  <c:v>73.8</c:v>
                </c:pt>
                <c:pt idx="683">
                  <c:v>73.8</c:v>
                </c:pt>
                <c:pt idx="684">
                  <c:v>73.8</c:v>
                </c:pt>
                <c:pt idx="685">
                  <c:v>73.7</c:v>
                </c:pt>
                <c:pt idx="686">
                  <c:v>73.7</c:v>
                </c:pt>
                <c:pt idx="687">
                  <c:v>73.7</c:v>
                </c:pt>
                <c:pt idx="688">
                  <c:v>73.7</c:v>
                </c:pt>
                <c:pt idx="689">
                  <c:v>73.7</c:v>
                </c:pt>
                <c:pt idx="690">
                  <c:v>73.7</c:v>
                </c:pt>
                <c:pt idx="691">
                  <c:v>73.7</c:v>
                </c:pt>
                <c:pt idx="692">
                  <c:v>73.6</c:v>
                </c:pt>
                <c:pt idx="693">
                  <c:v>73.6</c:v>
                </c:pt>
                <c:pt idx="694">
                  <c:v>73.6</c:v>
                </c:pt>
                <c:pt idx="695">
                  <c:v>73.6</c:v>
                </c:pt>
                <c:pt idx="696">
                  <c:v>73.6</c:v>
                </c:pt>
                <c:pt idx="697">
                  <c:v>73.6</c:v>
                </c:pt>
                <c:pt idx="698">
                  <c:v>73.6</c:v>
                </c:pt>
                <c:pt idx="699">
                  <c:v>73.5</c:v>
                </c:pt>
                <c:pt idx="700">
                  <c:v>73.5</c:v>
                </c:pt>
                <c:pt idx="701">
                  <c:v>73.5</c:v>
                </c:pt>
                <c:pt idx="702">
                  <c:v>73.5</c:v>
                </c:pt>
                <c:pt idx="703">
                  <c:v>73.5</c:v>
                </c:pt>
                <c:pt idx="704">
                  <c:v>73.5</c:v>
                </c:pt>
                <c:pt idx="705">
                  <c:v>73.4</c:v>
                </c:pt>
                <c:pt idx="706">
                  <c:v>73.4</c:v>
                </c:pt>
                <c:pt idx="707">
                  <c:v>73.4</c:v>
                </c:pt>
                <c:pt idx="708">
                  <c:v>73.4</c:v>
                </c:pt>
                <c:pt idx="709">
                  <c:v>73.4</c:v>
                </c:pt>
                <c:pt idx="710">
                  <c:v>73.4</c:v>
                </c:pt>
                <c:pt idx="711">
                  <c:v>73.4</c:v>
                </c:pt>
                <c:pt idx="712">
                  <c:v>73.4</c:v>
                </c:pt>
                <c:pt idx="713">
                  <c:v>73.3</c:v>
                </c:pt>
                <c:pt idx="714">
                  <c:v>73.3</c:v>
                </c:pt>
                <c:pt idx="715">
                  <c:v>73.3</c:v>
                </c:pt>
                <c:pt idx="716">
                  <c:v>73.3</c:v>
                </c:pt>
                <c:pt idx="717">
                  <c:v>73.3</c:v>
                </c:pt>
                <c:pt idx="718">
                  <c:v>73.3</c:v>
                </c:pt>
                <c:pt idx="719">
                  <c:v>73.3</c:v>
                </c:pt>
                <c:pt idx="720">
                  <c:v>73.3</c:v>
                </c:pt>
                <c:pt idx="721">
                  <c:v>73.2</c:v>
                </c:pt>
                <c:pt idx="722">
                  <c:v>73.2</c:v>
                </c:pt>
                <c:pt idx="723">
                  <c:v>73.2</c:v>
                </c:pt>
                <c:pt idx="724">
                  <c:v>73.2</c:v>
                </c:pt>
                <c:pt idx="725">
                  <c:v>73.1</c:v>
                </c:pt>
                <c:pt idx="726">
                  <c:v>73.2</c:v>
                </c:pt>
                <c:pt idx="727">
                  <c:v>73.1</c:v>
                </c:pt>
                <c:pt idx="728">
                  <c:v>73.1</c:v>
                </c:pt>
                <c:pt idx="729">
                  <c:v>73.1</c:v>
                </c:pt>
                <c:pt idx="730">
                  <c:v>73.1</c:v>
                </c:pt>
                <c:pt idx="731">
                  <c:v>73</c:v>
                </c:pt>
                <c:pt idx="732">
                  <c:v>73</c:v>
                </c:pt>
                <c:pt idx="733">
                  <c:v>73</c:v>
                </c:pt>
                <c:pt idx="734">
                  <c:v>73</c:v>
                </c:pt>
                <c:pt idx="735">
                  <c:v>73</c:v>
                </c:pt>
                <c:pt idx="736">
                  <c:v>73</c:v>
                </c:pt>
                <c:pt idx="737">
                  <c:v>73</c:v>
                </c:pt>
                <c:pt idx="738">
                  <c:v>73</c:v>
                </c:pt>
                <c:pt idx="739">
                  <c:v>73</c:v>
                </c:pt>
                <c:pt idx="740">
                  <c:v>73</c:v>
                </c:pt>
                <c:pt idx="741">
                  <c:v>72.9</c:v>
                </c:pt>
                <c:pt idx="742">
                  <c:v>72.9</c:v>
                </c:pt>
                <c:pt idx="743">
                  <c:v>72.9</c:v>
                </c:pt>
                <c:pt idx="744">
                  <c:v>72.9</c:v>
                </c:pt>
                <c:pt idx="745">
                  <c:v>72.9</c:v>
                </c:pt>
                <c:pt idx="746">
                  <c:v>72.9</c:v>
                </c:pt>
                <c:pt idx="747">
                  <c:v>72.8</c:v>
                </c:pt>
                <c:pt idx="748">
                  <c:v>72.8</c:v>
                </c:pt>
                <c:pt idx="749">
                  <c:v>72.8</c:v>
                </c:pt>
                <c:pt idx="750">
                  <c:v>72.8</c:v>
                </c:pt>
                <c:pt idx="751">
                  <c:v>72.8</c:v>
                </c:pt>
                <c:pt idx="752">
                  <c:v>72.8</c:v>
                </c:pt>
                <c:pt idx="753">
                  <c:v>72.7</c:v>
                </c:pt>
                <c:pt idx="754">
                  <c:v>72.8</c:v>
                </c:pt>
                <c:pt idx="755">
                  <c:v>72.7</c:v>
                </c:pt>
                <c:pt idx="756">
                  <c:v>72.7</c:v>
                </c:pt>
                <c:pt idx="757">
                  <c:v>72.7</c:v>
                </c:pt>
                <c:pt idx="758">
                  <c:v>72.7</c:v>
                </c:pt>
                <c:pt idx="759">
                  <c:v>72.7</c:v>
                </c:pt>
                <c:pt idx="760">
                  <c:v>72.7</c:v>
                </c:pt>
                <c:pt idx="761">
                  <c:v>72.6</c:v>
                </c:pt>
                <c:pt idx="762">
                  <c:v>72.6</c:v>
                </c:pt>
                <c:pt idx="763">
                  <c:v>72.6</c:v>
                </c:pt>
                <c:pt idx="764">
                  <c:v>72.6</c:v>
                </c:pt>
                <c:pt idx="765">
                  <c:v>72.6</c:v>
                </c:pt>
                <c:pt idx="766">
                  <c:v>72.6</c:v>
                </c:pt>
                <c:pt idx="767">
                  <c:v>72.6</c:v>
                </c:pt>
                <c:pt idx="768">
                  <c:v>72.5</c:v>
                </c:pt>
                <c:pt idx="769">
                  <c:v>72.5</c:v>
                </c:pt>
                <c:pt idx="770">
                  <c:v>72.5</c:v>
                </c:pt>
                <c:pt idx="771">
                  <c:v>72.5</c:v>
                </c:pt>
                <c:pt idx="772">
                  <c:v>72.5</c:v>
                </c:pt>
                <c:pt idx="773">
                  <c:v>72.5</c:v>
                </c:pt>
                <c:pt idx="774">
                  <c:v>72.5</c:v>
                </c:pt>
                <c:pt idx="775">
                  <c:v>72.5</c:v>
                </c:pt>
                <c:pt idx="776">
                  <c:v>72.4</c:v>
                </c:pt>
                <c:pt idx="777">
                  <c:v>72.4</c:v>
                </c:pt>
                <c:pt idx="778">
                  <c:v>72.4</c:v>
                </c:pt>
                <c:pt idx="779">
                  <c:v>72.4</c:v>
                </c:pt>
                <c:pt idx="780">
                  <c:v>72.4</c:v>
                </c:pt>
                <c:pt idx="781">
                  <c:v>72.3</c:v>
                </c:pt>
                <c:pt idx="782">
                  <c:v>72.3</c:v>
                </c:pt>
                <c:pt idx="783">
                  <c:v>72.3</c:v>
                </c:pt>
                <c:pt idx="784">
                  <c:v>72.3</c:v>
                </c:pt>
                <c:pt idx="785">
                  <c:v>72.3</c:v>
                </c:pt>
                <c:pt idx="786">
                  <c:v>72.3</c:v>
                </c:pt>
                <c:pt idx="787">
                  <c:v>72.3</c:v>
                </c:pt>
                <c:pt idx="788">
                  <c:v>72.2</c:v>
                </c:pt>
                <c:pt idx="789">
                  <c:v>72.2</c:v>
                </c:pt>
                <c:pt idx="790">
                  <c:v>72.2</c:v>
                </c:pt>
                <c:pt idx="791">
                  <c:v>72.2</c:v>
                </c:pt>
                <c:pt idx="792">
                  <c:v>72.2</c:v>
                </c:pt>
                <c:pt idx="793">
                  <c:v>72.2</c:v>
                </c:pt>
                <c:pt idx="794">
                  <c:v>72.2</c:v>
                </c:pt>
                <c:pt idx="795">
                  <c:v>72.1</c:v>
                </c:pt>
                <c:pt idx="796">
                  <c:v>72.1</c:v>
                </c:pt>
                <c:pt idx="797">
                  <c:v>72.1</c:v>
                </c:pt>
                <c:pt idx="798">
                  <c:v>72.1</c:v>
                </c:pt>
                <c:pt idx="799">
                  <c:v>72.1</c:v>
                </c:pt>
                <c:pt idx="800">
                  <c:v>72.1</c:v>
                </c:pt>
                <c:pt idx="801">
                  <c:v>72.1</c:v>
                </c:pt>
                <c:pt idx="802">
                  <c:v>72.1</c:v>
                </c:pt>
                <c:pt idx="803">
                  <c:v>72</c:v>
                </c:pt>
                <c:pt idx="804">
                  <c:v>72</c:v>
                </c:pt>
                <c:pt idx="805">
                  <c:v>72</c:v>
                </c:pt>
                <c:pt idx="806">
                  <c:v>72</c:v>
                </c:pt>
                <c:pt idx="807">
                  <c:v>72</c:v>
                </c:pt>
                <c:pt idx="808">
                  <c:v>72</c:v>
                </c:pt>
                <c:pt idx="809">
                  <c:v>71.9</c:v>
                </c:pt>
                <c:pt idx="810">
                  <c:v>71.9</c:v>
                </c:pt>
                <c:pt idx="811">
                  <c:v>71.9</c:v>
                </c:pt>
                <c:pt idx="812">
                  <c:v>71.9</c:v>
                </c:pt>
                <c:pt idx="813">
                  <c:v>71.9</c:v>
                </c:pt>
                <c:pt idx="814">
                  <c:v>71.9</c:v>
                </c:pt>
                <c:pt idx="815">
                  <c:v>71.8</c:v>
                </c:pt>
                <c:pt idx="816">
                  <c:v>71.8</c:v>
                </c:pt>
                <c:pt idx="817">
                  <c:v>71.8</c:v>
                </c:pt>
                <c:pt idx="818">
                  <c:v>71.8</c:v>
                </c:pt>
                <c:pt idx="819">
                  <c:v>71.8</c:v>
                </c:pt>
                <c:pt idx="820">
                  <c:v>71.8</c:v>
                </c:pt>
                <c:pt idx="821">
                  <c:v>71.7</c:v>
                </c:pt>
                <c:pt idx="822">
                  <c:v>71.7</c:v>
                </c:pt>
                <c:pt idx="823">
                  <c:v>71.7</c:v>
                </c:pt>
                <c:pt idx="824">
                  <c:v>71.7</c:v>
                </c:pt>
                <c:pt idx="825">
                  <c:v>71.7</c:v>
                </c:pt>
                <c:pt idx="826">
                  <c:v>71.7</c:v>
                </c:pt>
                <c:pt idx="827">
                  <c:v>71.6</c:v>
                </c:pt>
                <c:pt idx="828">
                  <c:v>71.6</c:v>
                </c:pt>
                <c:pt idx="829">
                  <c:v>71.6</c:v>
                </c:pt>
                <c:pt idx="830">
                  <c:v>71.6</c:v>
                </c:pt>
                <c:pt idx="831">
                  <c:v>71.6</c:v>
                </c:pt>
                <c:pt idx="832">
                  <c:v>71.6</c:v>
                </c:pt>
                <c:pt idx="833">
                  <c:v>71.5</c:v>
                </c:pt>
                <c:pt idx="834">
                  <c:v>71.5</c:v>
                </c:pt>
                <c:pt idx="835">
                  <c:v>71.5</c:v>
                </c:pt>
                <c:pt idx="836">
                  <c:v>71.5</c:v>
                </c:pt>
                <c:pt idx="837">
                  <c:v>71.5</c:v>
                </c:pt>
                <c:pt idx="838">
                  <c:v>71.5</c:v>
                </c:pt>
                <c:pt idx="839">
                  <c:v>71.5</c:v>
                </c:pt>
                <c:pt idx="840">
                  <c:v>71.4</c:v>
                </c:pt>
                <c:pt idx="841">
                  <c:v>71.4</c:v>
                </c:pt>
                <c:pt idx="842">
                  <c:v>71.4</c:v>
                </c:pt>
                <c:pt idx="843">
                  <c:v>71.4</c:v>
                </c:pt>
                <c:pt idx="844">
                  <c:v>71.4</c:v>
                </c:pt>
                <c:pt idx="845">
                  <c:v>71.3</c:v>
                </c:pt>
                <c:pt idx="846">
                  <c:v>71.3</c:v>
                </c:pt>
                <c:pt idx="847">
                  <c:v>71.3</c:v>
                </c:pt>
                <c:pt idx="848">
                  <c:v>71.3</c:v>
                </c:pt>
                <c:pt idx="849">
                  <c:v>71.3</c:v>
                </c:pt>
                <c:pt idx="850">
                  <c:v>71.3</c:v>
                </c:pt>
                <c:pt idx="851">
                  <c:v>71.3</c:v>
                </c:pt>
                <c:pt idx="852">
                  <c:v>71.3</c:v>
                </c:pt>
                <c:pt idx="853">
                  <c:v>71.2</c:v>
                </c:pt>
                <c:pt idx="854">
                  <c:v>71.2</c:v>
                </c:pt>
                <c:pt idx="855">
                  <c:v>71.2</c:v>
                </c:pt>
                <c:pt idx="856">
                  <c:v>71.2</c:v>
                </c:pt>
                <c:pt idx="857">
                  <c:v>71.2</c:v>
                </c:pt>
                <c:pt idx="858">
                  <c:v>71.2</c:v>
                </c:pt>
                <c:pt idx="859">
                  <c:v>71.1</c:v>
                </c:pt>
                <c:pt idx="860">
                  <c:v>71.1</c:v>
                </c:pt>
                <c:pt idx="861">
                  <c:v>71.1</c:v>
                </c:pt>
                <c:pt idx="862">
                  <c:v>71.1</c:v>
                </c:pt>
                <c:pt idx="863">
                  <c:v>71.1</c:v>
                </c:pt>
                <c:pt idx="864">
                  <c:v>71.1</c:v>
                </c:pt>
                <c:pt idx="865">
                  <c:v>71</c:v>
                </c:pt>
                <c:pt idx="866">
                  <c:v>71.1</c:v>
                </c:pt>
                <c:pt idx="867">
                  <c:v>71</c:v>
                </c:pt>
                <c:pt idx="868">
                  <c:v>71</c:v>
                </c:pt>
                <c:pt idx="869">
                  <c:v>71</c:v>
                </c:pt>
                <c:pt idx="870">
                  <c:v>70.9</c:v>
                </c:pt>
                <c:pt idx="871">
                  <c:v>70.9</c:v>
                </c:pt>
                <c:pt idx="872">
                  <c:v>70.9</c:v>
                </c:pt>
                <c:pt idx="873">
                  <c:v>70.9</c:v>
                </c:pt>
                <c:pt idx="874">
                  <c:v>70.9</c:v>
                </c:pt>
                <c:pt idx="875">
                  <c:v>70.9</c:v>
                </c:pt>
                <c:pt idx="876">
                  <c:v>70.9</c:v>
                </c:pt>
                <c:pt idx="877">
                  <c:v>70.9</c:v>
                </c:pt>
                <c:pt idx="878">
                  <c:v>70.8</c:v>
                </c:pt>
                <c:pt idx="879">
                  <c:v>70.8</c:v>
                </c:pt>
                <c:pt idx="880">
                  <c:v>70.8</c:v>
                </c:pt>
                <c:pt idx="881">
                  <c:v>70.8</c:v>
                </c:pt>
                <c:pt idx="882">
                  <c:v>70.8</c:v>
                </c:pt>
                <c:pt idx="883">
                  <c:v>70.8</c:v>
                </c:pt>
                <c:pt idx="884">
                  <c:v>70.7</c:v>
                </c:pt>
                <c:pt idx="885">
                  <c:v>70.7</c:v>
                </c:pt>
                <c:pt idx="886">
                  <c:v>70.7</c:v>
                </c:pt>
                <c:pt idx="887">
                  <c:v>70.7</c:v>
                </c:pt>
                <c:pt idx="888">
                  <c:v>70.7</c:v>
                </c:pt>
                <c:pt idx="889">
                  <c:v>70.7</c:v>
                </c:pt>
                <c:pt idx="890">
                  <c:v>70.7</c:v>
                </c:pt>
                <c:pt idx="891">
                  <c:v>70.6</c:v>
                </c:pt>
                <c:pt idx="892">
                  <c:v>70.6</c:v>
                </c:pt>
                <c:pt idx="893">
                  <c:v>70.6</c:v>
                </c:pt>
                <c:pt idx="894">
                  <c:v>70.6</c:v>
                </c:pt>
                <c:pt idx="895">
                  <c:v>70.6</c:v>
                </c:pt>
                <c:pt idx="896">
                  <c:v>70.5</c:v>
                </c:pt>
                <c:pt idx="897">
                  <c:v>70.5</c:v>
                </c:pt>
                <c:pt idx="898">
                  <c:v>70.5</c:v>
                </c:pt>
                <c:pt idx="899">
                  <c:v>70.5</c:v>
                </c:pt>
                <c:pt idx="900">
                  <c:v>70.5</c:v>
                </c:pt>
                <c:pt idx="901">
                  <c:v>70.5</c:v>
                </c:pt>
                <c:pt idx="902">
                  <c:v>70.5</c:v>
                </c:pt>
                <c:pt idx="903">
                  <c:v>70.4</c:v>
                </c:pt>
                <c:pt idx="904">
                  <c:v>70.4</c:v>
                </c:pt>
                <c:pt idx="905">
                  <c:v>70.4</c:v>
                </c:pt>
                <c:pt idx="906">
                  <c:v>70.4</c:v>
                </c:pt>
                <c:pt idx="907">
                  <c:v>70.4</c:v>
                </c:pt>
                <c:pt idx="908">
                  <c:v>70.4</c:v>
                </c:pt>
                <c:pt idx="909">
                  <c:v>70.4</c:v>
                </c:pt>
                <c:pt idx="910">
                  <c:v>70.3</c:v>
                </c:pt>
                <c:pt idx="911">
                  <c:v>70.3</c:v>
                </c:pt>
                <c:pt idx="912">
                  <c:v>70.3</c:v>
                </c:pt>
                <c:pt idx="913">
                  <c:v>70.3</c:v>
                </c:pt>
                <c:pt idx="914">
                  <c:v>70.3</c:v>
                </c:pt>
                <c:pt idx="915">
                  <c:v>70.3</c:v>
                </c:pt>
                <c:pt idx="916">
                  <c:v>70.2</c:v>
                </c:pt>
                <c:pt idx="917">
                  <c:v>70.2</c:v>
                </c:pt>
                <c:pt idx="918">
                  <c:v>70.2</c:v>
                </c:pt>
                <c:pt idx="919">
                  <c:v>70.2</c:v>
                </c:pt>
                <c:pt idx="920">
                  <c:v>70.2</c:v>
                </c:pt>
                <c:pt idx="921">
                  <c:v>70.1</c:v>
                </c:pt>
                <c:pt idx="922">
                  <c:v>70.2</c:v>
                </c:pt>
                <c:pt idx="923">
                  <c:v>70.1</c:v>
                </c:pt>
                <c:pt idx="924">
                  <c:v>70.1</c:v>
                </c:pt>
                <c:pt idx="925">
                  <c:v>70.1</c:v>
                </c:pt>
                <c:pt idx="926">
                  <c:v>70.1</c:v>
                </c:pt>
                <c:pt idx="927">
                  <c:v>70</c:v>
                </c:pt>
                <c:pt idx="928">
                  <c:v>70.1</c:v>
                </c:pt>
                <c:pt idx="929">
                  <c:v>70</c:v>
                </c:pt>
                <c:pt idx="930">
                  <c:v>70</c:v>
                </c:pt>
                <c:pt idx="931">
                  <c:v>70</c:v>
                </c:pt>
                <c:pt idx="932">
                  <c:v>70</c:v>
                </c:pt>
                <c:pt idx="933">
                  <c:v>70</c:v>
                </c:pt>
                <c:pt idx="934">
                  <c:v>70</c:v>
                </c:pt>
                <c:pt idx="935">
                  <c:v>69.9</c:v>
                </c:pt>
                <c:pt idx="936">
                  <c:v>69.9</c:v>
                </c:pt>
                <c:pt idx="937">
                  <c:v>69.9</c:v>
                </c:pt>
                <c:pt idx="938">
                  <c:v>69.9</c:v>
                </c:pt>
                <c:pt idx="939">
                  <c:v>69.9</c:v>
                </c:pt>
                <c:pt idx="940">
                  <c:v>69.9</c:v>
                </c:pt>
                <c:pt idx="941">
                  <c:v>69.8</c:v>
                </c:pt>
                <c:pt idx="942">
                  <c:v>69.9</c:v>
                </c:pt>
                <c:pt idx="943">
                  <c:v>69.8</c:v>
                </c:pt>
                <c:pt idx="944">
                  <c:v>69.8</c:v>
                </c:pt>
                <c:pt idx="945">
                  <c:v>69.8</c:v>
                </c:pt>
                <c:pt idx="946">
                  <c:v>69.8</c:v>
                </c:pt>
                <c:pt idx="947">
                  <c:v>69.8</c:v>
                </c:pt>
                <c:pt idx="948">
                  <c:v>69.7</c:v>
                </c:pt>
                <c:pt idx="949">
                  <c:v>69.7</c:v>
                </c:pt>
                <c:pt idx="950">
                  <c:v>69.7</c:v>
                </c:pt>
                <c:pt idx="951">
                  <c:v>69.7</c:v>
                </c:pt>
                <c:pt idx="952">
                  <c:v>69.7</c:v>
                </c:pt>
                <c:pt idx="953">
                  <c:v>69.7</c:v>
                </c:pt>
                <c:pt idx="954">
                  <c:v>69.6</c:v>
                </c:pt>
                <c:pt idx="955">
                  <c:v>69.6</c:v>
                </c:pt>
                <c:pt idx="956">
                  <c:v>69.6</c:v>
                </c:pt>
                <c:pt idx="957">
                  <c:v>69.6</c:v>
                </c:pt>
                <c:pt idx="958">
                  <c:v>69.6</c:v>
                </c:pt>
                <c:pt idx="959">
                  <c:v>69.6</c:v>
                </c:pt>
                <c:pt idx="960">
                  <c:v>69.6</c:v>
                </c:pt>
                <c:pt idx="961">
                  <c:v>69.6</c:v>
                </c:pt>
                <c:pt idx="962">
                  <c:v>69.5</c:v>
                </c:pt>
                <c:pt idx="963">
                  <c:v>69.5</c:v>
                </c:pt>
                <c:pt idx="964">
                  <c:v>69.5</c:v>
                </c:pt>
                <c:pt idx="965">
                  <c:v>69.5</c:v>
                </c:pt>
                <c:pt idx="966">
                  <c:v>69.5</c:v>
                </c:pt>
                <c:pt idx="967">
                  <c:v>69.5</c:v>
                </c:pt>
                <c:pt idx="968">
                  <c:v>69.4</c:v>
                </c:pt>
                <c:pt idx="969">
                  <c:v>69.4</c:v>
                </c:pt>
                <c:pt idx="970">
                  <c:v>69.4</c:v>
                </c:pt>
                <c:pt idx="971">
                  <c:v>67.5</c:v>
                </c:pt>
                <c:pt idx="972">
                  <c:v>66.7</c:v>
                </c:pt>
                <c:pt idx="973">
                  <c:v>66.5</c:v>
                </c:pt>
                <c:pt idx="974">
                  <c:v>66.3</c:v>
                </c:pt>
                <c:pt idx="975">
                  <c:v>65.9</c:v>
                </c:pt>
                <c:pt idx="976">
                  <c:v>65.7</c:v>
                </c:pt>
                <c:pt idx="977">
                  <c:v>65.6</c:v>
                </c:pt>
                <c:pt idx="978">
                  <c:v>65.9</c:v>
                </c:pt>
                <c:pt idx="979">
                  <c:v>66.2</c:v>
                </c:pt>
                <c:pt idx="980">
                  <c:v>66.2</c:v>
                </c:pt>
                <c:pt idx="981">
                  <c:v>66.2</c:v>
                </c:pt>
                <c:pt idx="982">
                  <c:v>66.2</c:v>
                </c:pt>
                <c:pt idx="983">
                  <c:v>66.3</c:v>
                </c:pt>
                <c:pt idx="984">
                  <c:v>66.4</c:v>
                </c:pt>
                <c:pt idx="985">
                  <c:v>65.2</c:v>
                </c:pt>
                <c:pt idx="986">
                  <c:v>65</c:v>
                </c:pt>
                <c:pt idx="987">
                  <c:v>64.9</c:v>
                </c:pt>
                <c:pt idx="988">
                  <c:v>64.9</c:v>
                </c:pt>
                <c:pt idx="989">
                  <c:v>64.8</c:v>
                </c:pt>
                <c:pt idx="990">
                  <c:v>64.6</c:v>
                </c:pt>
                <c:pt idx="991">
                  <c:v>64.3</c:v>
                </c:pt>
                <c:pt idx="992">
                  <c:v>64.5</c:v>
                </c:pt>
                <c:pt idx="993">
                  <c:v>64.9</c:v>
                </c:pt>
                <c:pt idx="994">
                  <c:v>64.1</c:v>
                </c:pt>
                <c:pt idx="995">
                  <c:v>63.7</c:v>
                </c:pt>
                <c:pt idx="996">
                  <c:v>63.6</c:v>
                </c:pt>
                <c:pt idx="997">
                  <c:v>63.6</c:v>
                </c:pt>
                <c:pt idx="998">
                  <c:v>63.6</c:v>
                </c:pt>
                <c:pt idx="999">
                  <c:v>62.3</c:v>
                </c:pt>
                <c:pt idx="1000">
                  <c:v>61.9</c:v>
                </c:pt>
                <c:pt idx="1001">
                  <c:v>62.5</c:v>
                </c:pt>
                <c:pt idx="1002">
                  <c:v>62.5</c:v>
                </c:pt>
                <c:pt idx="1003">
                  <c:v>62.4</c:v>
                </c:pt>
                <c:pt idx="1004">
                  <c:v>62.2</c:v>
                </c:pt>
                <c:pt idx="1005">
                  <c:v>61.1</c:v>
                </c:pt>
                <c:pt idx="1006">
                  <c:v>61.8</c:v>
                </c:pt>
                <c:pt idx="1007">
                  <c:v>62.1</c:v>
                </c:pt>
                <c:pt idx="1008">
                  <c:v>61.8</c:v>
                </c:pt>
                <c:pt idx="1009">
                  <c:v>61.6</c:v>
                </c:pt>
                <c:pt idx="1010">
                  <c:v>61.6</c:v>
                </c:pt>
                <c:pt idx="1011">
                  <c:v>61.5</c:v>
                </c:pt>
                <c:pt idx="1012">
                  <c:v>62.5</c:v>
                </c:pt>
                <c:pt idx="1013">
                  <c:v>62.4</c:v>
                </c:pt>
                <c:pt idx="1014">
                  <c:v>62.2</c:v>
                </c:pt>
                <c:pt idx="1015">
                  <c:v>62</c:v>
                </c:pt>
                <c:pt idx="1016">
                  <c:v>62.2</c:v>
                </c:pt>
                <c:pt idx="1017">
                  <c:v>62.3</c:v>
                </c:pt>
                <c:pt idx="1018">
                  <c:v>62.3</c:v>
                </c:pt>
                <c:pt idx="1019">
                  <c:v>62</c:v>
                </c:pt>
                <c:pt idx="1020">
                  <c:v>61.8</c:v>
                </c:pt>
                <c:pt idx="1021">
                  <c:v>61.9</c:v>
                </c:pt>
                <c:pt idx="1022">
                  <c:v>62.1</c:v>
                </c:pt>
                <c:pt idx="1023">
                  <c:v>62</c:v>
                </c:pt>
                <c:pt idx="1024">
                  <c:v>61.9</c:v>
                </c:pt>
                <c:pt idx="1025">
                  <c:v>61.9</c:v>
                </c:pt>
                <c:pt idx="1026">
                  <c:v>61.9</c:v>
                </c:pt>
                <c:pt idx="1027">
                  <c:v>62.1</c:v>
                </c:pt>
                <c:pt idx="1028">
                  <c:v>62</c:v>
                </c:pt>
                <c:pt idx="1029">
                  <c:v>62</c:v>
                </c:pt>
                <c:pt idx="1030">
                  <c:v>62</c:v>
                </c:pt>
                <c:pt idx="1031">
                  <c:v>62</c:v>
                </c:pt>
                <c:pt idx="1032">
                  <c:v>62</c:v>
                </c:pt>
                <c:pt idx="1033">
                  <c:v>62.1</c:v>
                </c:pt>
                <c:pt idx="1034">
                  <c:v>61.9</c:v>
                </c:pt>
                <c:pt idx="1035">
                  <c:v>62</c:v>
                </c:pt>
                <c:pt idx="1036">
                  <c:v>62</c:v>
                </c:pt>
                <c:pt idx="1037">
                  <c:v>62</c:v>
                </c:pt>
                <c:pt idx="1038">
                  <c:v>62</c:v>
                </c:pt>
                <c:pt idx="1039">
                  <c:v>61.9</c:v>
                </c:pt>
                <c:pt idx="1040">
                  <c:v>61.9</c:v>
                </c:pt>
                <c:pt idx="1041">
                  <c:v>62</c:v>
                </c:pt>
                <c:pt idx="1042">
                  <c:v>62</c:v>
                </c:pt>
                <c:pt idx="1043">
                  <c:v>62</c:v>
                </c:pt>
                <c:pt idx="1044">
                  <c:v>62</c:v>
                </c:pt>
                <c:pt idx="1045">
                  <c:v>62</c:v>
                </c:pt>
                <c:pt idx="1046">
                  <c:v>62</c:v>
                </c:pt>
                <c:pt idx="1047">
                  <c:v>62</c:v>
                </c:pt>
                <c:pt idx="1048">
                  <c:v>62</c:v>
                </c:pt>
                <c:pt idx="1049">
                  <c:v>61.9</c:v>
                </c:pt>
                <c:pt idx="1050">
                  <c:v>61.9</c:v>
                </c:pt>
                <c:pt idx="1051">
                  <c:v>61.9</c:v>
                </c:pt>
                <c:pt idx="1052">
                  <c:v>61.9</c:v>
                </c:pt>
                <c:pt idx="1053">
                  <c:v>61.9</c:v>
                </c:pt>
                <c:pt idx="1054">
                  <c:v>61.9</c:v>
                </c:pt>
                <c:pt idx="1055">
                  <c:v>61.9</c:v>
                </c:pt>
                <c:pt idx="1056">
                  <c:v>62</c:v>
                </c:pt>
                <c:pt idx="1057">
                  <c:v>61.9</c:v>
                </c:pt>
                <c:pt idx="1058">
                  <c:v>61.9</c:v>
                </c:pt>
                <c:pt idx="1059">
                  <c:v>61.9</c:v>
                </c:pt>
                <c:pt idx="1060">
                  <c:v>61.9</c:v>
                </c:pt>
                <c:pt idx="1061">
                  <c:v>61.9</c:v>
                </c:pt>
                <c:pt idx="1062">
                  <c:v>61.9</c:v>
                </c:pt>
                <c:pt idx="1063">
                  <c:v>61.9</c:v>
                </c:pt>
                <c:pt idx="1064">
                  <c:v>61.9</c:v>
                </c:pt>
                <c:pt idx="1065">
                  <c:v>61.9</c:v>
                </c:pt>
                <c:pt idx="1066">
                  <c:v>61.9</c:v>
                </c:pt>
                <c:pt idx="1067">
                  <c:v>61.9</c:v>
                </c:pt>
                <c:pt idx="1068">
                  <c:v>61.9</c:v>
                </c:pt>
                <c:pt idx="1069">
                  <c:v>61.9</c:v>
                </c:pt>
                <c:pt idx="1070">
                  <c:v>61.9</c:v>
                </c:pt>
                <c:pt idx="1071">
                  <c:v>61.9</c:v>
                </c:pt>
                <c:pt idx="1072">
                  <c:v>61.9</c:v>
                </c:pt>
                <c:pt idx="1073">
                  <c:v>61.9</c:v>
                </c:pt>
                <c:pt idx="1074">
                  <c:v>61.9</c:v>
                </c:pt>
                <c:pt idx="1075">
                  <c:v>61.9</c:v>
                </c:pt>
                <c:pt idx="1076">
                  <c:v>61.9</c:v>
                </c:pt>
                <c:pt idx="1077">
                  <c:v>61.9</c:v>
                </c:pt>
                <c:pt idx="1078">
                  <c:v>61.9</c:v>
                </c:pt>
                <c:pt idx="1079">
                  <c:v>61.9</c:v>
                </c:pt>
                <c:pt idx="1080">
                  <c:v>61.9</c:v>
                </c:pt>
                <c:pt idx="1081">
                  <c:v>61.9</c:v>
                </c:pt>
                <c:pt idx="1082">
                  <c:v>61.9</c:v>
                </c:pt>
                <c:pt idx="1083">
                  <c:v>61.9</c:v>
                </c:pt>
                <c:pt idx="1084">
                  <c:v>61.9</c:v>
                </c:pt>
                <c:pt idx="1085">
                  <c:v>61.9</c:v>
                </c:pt>
                <c:pt idx="1086">
                  <c:v>61.9</c:v>
                </c:pt>
                <c:pt idx="1087">
                  <c:v>61.9</c:v>
                </c:pt>
                <c:pt idx="1088">
                  <c:v>61.9</c:v>
                </c:pt>
                <c:pt idx="1089">
                  <c:v>61.9</c:v>
                </c:pt>
                <c:pt idx="1090">
                  <c:v>61.9</c:v>
                </c:pt>
                <c:pt idx="1091">
                  <c:v>61.9</c:v>
                </c:pt>
                <c:pt idx="1092">
                  <c:v>61.9</c:v>
                </c:pt>
                <c:pt idx="1093">
                  <c:v>61.9</c:v>
                </c:pt>
                <c:pt idx="1094">
                  <c:v>61.9</c:v>
                </c:pt>
                <c:pt idx="1095">
                  <c:v>61.9</c:v>
                </c:pt>
                <c:pt idx="1096">
                  <c:v>61.9</c:v>
                </c:pt>
                <c:pt idx="1097">
                  <c:v>61.9</c:v>
                </c:pt>
                <c:pt idx="1098">
                  <c:v>61.9</c:v>
                </c:pt>
                <c:pt idx="1099">
                  <c:v>61.9</c:v>
                </c:pt>
                <c:pt idx="1100">
                  <c:v>61.9</c:v>
                </c:pt>
                <c:pt idx="1101">
                  <c:v>61.9</c:v>
                </c:pt>
                <c:pt idx="1102">
                  <c:v>61.9</c:v>
                </c:pt>
                <c:pt idx="1103">
                  <c:v>61.9</c:v>
                </c:pt>
                <c:pt idx="1104">
                  <c:v>61.9</c:v>
                </c:pt>
                <c:pt idx="1105">
                  <c:v>61.8</c:v>
                </c:pt>
                <c:pt idx="1106">
                  <c:v>61.9</c:v>
                </c:pt>
                <c:pt idx="1107">
                  <c:v>61.8</c:v>
                </c:pt>
                <c:pt idx="1108">
                  <c:v>61.8</c:v>
                </c:pt>
                <c:pt idx="1109">
                  <c:v>61.9</c:v>
                </c:pt>
                <c:pt idx="1110">
                  <c:v>61.8</c:v>
                </c:pt>
                <c:pt idx="1111">
                  <c:v>61.8</c:v>
                </c:pt>
                <c:pt idx="1112">
                  <c:v>61.9</c:v>
                </c:pt>
                <c:pt idx="1113">
                  <c:v>61.9</c:v>
                </c:pt>
                <c:pt idx="1114">
                  <c:v>61.9</c:v>
                </c:pt>
                <c:pt idx="1115">
                  <c:v>61.8</c:v>
                </c:pt>
                <c:pt idx="1116">
                  <c:v>61.8</c:v>
                </c:pt>
                <c:pt idx="1117">
                  <c:v>61.8</c:v>
                </c:pt>
                <c:pt idx="1118">
                  <c:v>61.8</c:v>
                </c:pt>
                <c:pt idx="1119">
                  <c:v>61.9</c:v>
                </c:pt>
                <c:pt idx="1120">
                  <c:v>61.8</c:v>
                </c:pt>
                <c:pt idx="1121">
                  <c:v>61.8</c:v>
                </c:pt>
                <c:pt idx="1122">
                  <c:v>61.8</c:v>
                </c:pt>
                <c:pt idx="1123">
                  <c:v>61.8</c:v>
                </c:pt>
                <c:pt idx="1124">
                  <c:v>61.8</c:v>
                </c:pt>
                <c:pt idx="1125">
                  <c:v>61.8</c:v>
                </c:pt>
                <c:pt idx="1126">
                  <c:v>61.8</c:v>
                </c:pt>
                <c:pt idx="1127">
                  <c:v>61.8</c:v>
                </c:pt>
                <c:pt idx="1128">
                  <c:v>61.8</c:v>
                </c:pt>
                <c:pt idx="1129">
                  <c:v>61.8</c:v>
                </c:pt>
                <c:pt idx="1130">
                  <c:v>61.8</c:v>
                </c:pt>
                <c:pt idx="1131">
                  <c:v>61.8</c:v>
                </c:pt>
                <c:pt idx="1132">
                  <c:v>61.8</c:v>
                </c:pt>
                <c:pt idx="1133">
                  <c:v>61.8</c:v>
                </c:pt>
                <c:pt idx="1134">
                  <c:v>61.8</c:v>
                </c:pt>
                <c:pt idx="1135">
                  <c:v>61.8</c:v>
                </c:pt>
                <c:pt idx="1136">
                  <c:v>61.8</c:v>
                </c:pt>
                <c:pt idx="1137">
                  <c:v>61.8</c:v>
                </c:pt>
                <c:pt idx="1138">
                  <c:v>61.8</c:v>
                </c:pt>
                <c:pt idx="1139">
                  <c:v>61.8</c:v>
                </c:pt>
                <c:pt idx="1140">
                  <c:v>61.8</c:v>
                </c:pt>
                <c:pt idx="1141">
                  <c:v>61.8</c:v>
                </c:pt>
                <c:pt idx="1142">
                  <c:v>61.8</c:v>
                </c:pt>
                <c:pt idx="1143">
                  <c:v>61.8</c:v>
                </c:pt>
                <c:pt idx="1144">
                  <c:v>61.8</c:v>
                </c:pt>
                <c:pt idx="1145">
                  <c:v>61.8</c:v>
                </c:pt>
                <c:pt idx="1146">
                  <c:v>61.8</c:v>
                </c:pt>
                <c:pt idx="1147">
                  <c:v>61.8</c:v>
                </c:pt>
                <c:pt idx="1148">
                  <c:v>61.8</c:v>
                </c:pt>
                <c:pt idx="1149">
                  <c:v>61.8</c:v>
                </c:pt>
                <c:pt idx="1150">
                  <c:v>61.8</c:v>
                </c:pt>
                <c:pt idx="1151">
                  <c:v>61.8</c:v>
                </c:pt>
                <c:pt idx="1152">
                  <c:v>61.8</c:v>
                </c:pt>
                <c:pt idx="1153">
                  <c:v>61.8</c:v>
                </c:pt>
                <c:pt idx="1154">
                  <c:v>61.8</c:v>
                </c:pt>
                <c:pt idx="1155">
                  <c:v>61.7</c:v>
                </c:pt>
                <c:pt idx="1156">
                  <c:v>61.8</c:v>
                </c:pt>
                <c:pt idx="1157">
                  <c:v>61.8</c:v>
                </c:pt>
                <c:pt idx="1158">
                  <c:v>61.8</c:v>
                </c:pt>
                <c:pt idx="1159">
                  <c:v>61.8</c:v>
                </c:pt>
                <c:pt idx="1160">
                  <c:v>61.8</c:v>
                </c:pt>
                <c:pt idx="1161">
                  <c:v>61.8</c:v>
                </c:pt>
                <c:pt idx="1162">
                  <c:v>61.8</c:v>
                </c:pt>
                <c:pt idx="1163">
                  <c:v>61.8</c:v>
                </c:pt>
                <c:pt idx="1164">
                  <c:v>61.8</c:v>
                </c:pt>
                <c:pt idx="1165">
                  <c:v>61.8</c:v>
                </c:pt>
                <c:pt idx="1166">
                  <c:v>61.8</c:v>
                </c:pt>
                <c:pt idx="1167">
                  <c:v>61.8</c:v>
                </c:pt>
                <c:pt idx="1168">
                  <c:v>61.8</c:v>
                </c:pt>
                <c:pt idx="1169">
                  <c:v>61.8</c:v>
                </c:pt>
                <c:pt idx="1170">
                  <c:v>61.8</c:v>
                </c:pt>
                <c:pt idx="1171">
                  <c:v>61.8</c:v>
                </c:pt>
                <c:pt idx="1172">
                  <c:v>61.8</c:v>
                </c:pt>
                <c:pt idx="1173">
                  <c:v>61.8</c:v>
                </c:pt>
                <c:pt idx="1174">
                  <c:v>61.7</c:v>
                </c:pt>
                <c:pt idx="1175">
                  <c:v>61.8</c:v>
                </c:pt>
                <c:pt idx="1176">
                  <c:v>61.7</c:v>
                </c:pt>
                <c:pt idx="1177">
                  <c:v>61.8</c:v>
                </c:pt>
                <c:pt idx="1178">
                  <c:v>61.7</c:v>
                </c:pt>
                <c:pt idx="1179">
                  <c:v>61.7</c:v>
                </c:pt>
                <c:pt idx="1180">
                  <c:v>61.8</c:v>
                </c:pt>
                <c:pt idx="1181">
                  <c:v>61.7</c:v>
                </c:pt>
                <c:pt idx="1182">
                  <c:v>61.7</c:v>
                </c:pt>
                <c:pt idx="1183">
                  <c:v>61.7</c:v>
                </c:pt>
                <c:pt idx="1184">
                  <c:v>61.7</c:v>
                </c:pt>
                <c:pt idx="1185">
                  <c:v>61.7</c:v>
                </c:pt>
                <c:pt idx="1186">
                  <c:v>61.7</c:v>
                </c:pt>
                <c:pt idx="1187">
                  <c:v>61.7</c:v>
                </c:pt>
                <c:pt idx="1188">
                  <c:v>61.7</c:v>
                </c:pt>
                <c:pt idx="1189">
                  <c:v>61.7</c:v>
                </c:pt>
                <c:pt idx="1190">
                  <c:v>61.7</c:v>
                </c:pt>
                <c:pt idx="1191">
                  <c:v>61.7</c:v>
                </c:pt>
                <c:pt idx="1192">
                  <c:v>61.7</c:v>
                </c:pt>
                <c:pt idx="1193">
                  <c:v>61.7</c:v>
                </c:pt>
                <c:pt idx="1194">
                  <c:v>61.7</c:v>
                </c:pt>
                <c:pt idx="1195">
                  <c:v>61.7</c:v>
                </c:pt>
                <c:pt idx="1196">
                  <c:v>61.7</c:v>
                </c:pt>
                <c:pt idx="1197">
                  <c:v>61.7</c:v>
                </c:pt>
                <c:pt idx="1198">
                  <c:v>61.7</c:v>
                </c:pt>
                <c:pt idx="1199">
                  <c:v>61.7</c:v>
                </c:pt>
                <c:pt idx="1200">
                  <c:v>61.7</c:v>
                </c:pt>
                <c:pt idx="1201">
                  <c:v>61.7</c:v>
                </c:pt>
                <c:pt idx="1202">
                  <c:v>61.7</c:v>
                </c:pt>
                <c:pt idx="1203">
                  <c:v>61.7</c:v>
                </c:pt>
                <c:pt idx="1204">
                  <c:v>61.7</c:v>
                </c:pt>
                <c:pt idx="1205">
                  <c:v>61.7</c:v>
                </c:pt>
                <c:pt idx="1206">
                  <c:v>61.7</c:v>
                </c:pt>
                <c:pt idx="1207">
                  <c:v>61.7</c:v>
                </c:pt>
                <c:pt idx="1208">
                  <c:v>61.7</c:v>
                </c:pt>
                <c:pt idx="1209">
                  <c:v>61.7</c:v>
                </c:pt>
                <c:pt idx="1210">
                  <c:v>61.7</c:v>
                </c:pt>
                <c:pt idx="1211">
                  <c:v>61.7</c:v>
                </c:pt>
                <c:pt idx="1212">
                  <c:v>61.7</c:v>
                </c:pt>
                <c:pt idx="1213">
                  <c:v>61.7</c:v>
                </c:pt>
                <c:pt idx="1214">
                  <c:v>61.7</c:v>
                </c:pt>
                <c:pt idx="1215">
                  <c:v>61.7</c:v>
                </c:pt>
                <c:pt idx="1216">
                  <c:v>61.7</c:v>
                </c:pt>
                <c:pt idx="1217">
                  <c:v>61.7</c:v>
                </c:pt>
                <c:pt idx="1218">
                  <c:v>61.7</c:v>
                </c:pt>
                <c:pt idx="1219">
                  <c:v>61.7</c:v>
                </c:pt>
                <c:pt idx="1220">
                  <c:v>61.7</c:v>
                </c:pt>
                <c:pt idx="1221">
                  <c:v>61.7</c:v>
                </c:pt>
                <c:pt idx="1222">
                  <c:v>61.7</c:v>
                </c:pt>
                <c:pt idx="1223">
                  <c:v>61.7</c:v>
                </c:pt>
                <c:pt idx="1224">
                  <c:v>61.7</c:v>
                </c:pt>
                <c:pt idx="1225">
                  <c:v>61.7</c:v>
                </c:pt>
                <c:pt idx="1226">
                  <c:v>61.7</c:v>
                </c:pt>
                <c:pt idx="1227">
                  <c:v>61.7</c:v>
                </c:pt>
                <c:pt idx="1228">
                  <c:v>61.7</c:v>
                </c:pt>
                <c:pt idx="1229">
                  <c:v>61.7</c:v>
                </c:pt>
                <c:pt idx="1230">
                  <c:v>61.7</c:v>
                </c:pt>
                <c:pt idx="1231">
                  <c:v>61.7</c:v>
                </c:pt>
                <c:pt idx="1232">
                  <c:v>61.7</c:v>
                </c:pt>
                <c:pt idx="1233">
                  <c:v>61.7</c:v>
                </c:pt>
                <c:pt idx="1234">
                  <c:v>61.7</c:v>
                </c:pt>
                <c:pt idx="1235">
                  <c:v>61.7</c:v>
                </c:pt>
                <c:pt idx="1236">
                  <c:v>61.7</c:v>
                </c:pt>
                <c:pt idx="1237">
                  <c:v>61.7</c:v>
                </c:pt>
                <c:pt idx="1238">
                  <c:v>61.7</c:v>
                </c:pt>
                <c:pt idx="1239">
                  <c:v>61.7</c:v>
                </c:pt>
                <c:pt idx="1240">
                  <c:v>61.7</c:v>
                </c:pt>
                <c:pt idx="1241">
                  <c:v>61.7</c:v>
                </c:pt>
                <c:pt idx="1242">
                  <c:v>61.7</c:v>
                </c:pt>
                <c:pt idx="1243">
                  <c:v>61.7</c:v>
                </c:pt>
                <c:pt idx="1244">
                  <c:v>61.7</c:v>
                </c:pt>
                <c:pt idx="1245">
                  <c:v>61.7</c:v>
                </c:pt>
                <c:pt idx="1246">
                  <c:v>61.7</c:v>
                </c:pt>
                <c:pt idx="1247">
                  <c:v>61.7</c:v>
                </c:pt>
                <c:pt idx="1248">
                  <c:v>61.6</c:v>
                </c:pt>
                <c:pt idx="1249">
                  <c:v>61.6</c:v>
                </c:pt>
                <c:pt idx="1250">
                  <c:v>61.7</c:v>
                </c:pt>
                <c:pt idx="1251">
                  <c:v>61.6</c:v>
                </c:pt>
                <c:pt idx="1252">
                  <c:v>61.7</c:v>
                </c:pt>
                <c:pt idx="1253">
                  <c:v>61.6</c:v>
                </c:pt>
                <c:pt idx="1254">
                  <c:v>61.6</c:v>
                </c:pt>
                <c:pt idx="1255">
                  <c:v>61.7</c:v>
                </c:pt>
                <c:pt idx="1256">
                  <c:v>61.7</c:v>
                </c:pt>
                <c:pt idx="1257">
                  <c:v>61.7</c:v>
                </c:pt>
                <c:pt idx="1258">
                  <c:v>61.6</c:v>
                </c:pt>
                <c:pt idx="1259">
                  <c:v>61.6</c:v>
                </c:pt>
                <c:pt idx="1260">
                  <c:v>61.6</c:v>
                </c:pt>
                <c:pt idx="1261">
                  <c:v>61.7</c:v>
                </c:pt>
                <c:pt idx="1262">
                  <c:v>61.6</c:v>
                </c:pt>
                <c:pt idx="1263">
                  <c:v>61.6</c:v>
                </c:pt>
                <c:pt idx="1264">
                  <c:v>61.6</c:v>
                </c:pt>
                <c:pt idx="1265">
                  <c:v>61.6</c:v>
                </c:pt>
                <c:pt idx="1266">
                  <c:v>61.6</c:v>
                </c:pt>
                <c:pt idx="1267">
                  <c:v>61.6</c:v>
                </c:pt>
                <c:pt idx="1268">
                  <c:v>61.6</c:v>
                </c:pt>
                <c:pt idx="1269">
                  <c:v>61.6</c:v>
                </c:pt>
                <c:pt idx="1270">
                  <c:v>61.6</c:v>
                </c:pt>
                <c:pt idx="1271">
                  <c:v>61.6</c:v>
                </c:pt>
                <c:pt idx="1272">
                  <c:v>61.6</c:v>
                </c:pt>
                <c:pt idx="1273">
                  <c:v>61.6</c:v>
                </c:pt>
                <c:pt idx="1274">
                  <c:v>61.6</c:v>
                </c:pt>
                <c:pt idx="1275">
                  <c:v>61.6</c:v>
                </c:pt>
                <c:pt idx="1276">
                  <c:v>61.7</c:v>
                </c:pt>
                <c:pt idx="1277">
                  <c:v>61.9</c:v>
                </c:pt>
                <c:pt idx="1278">
                  <c:v>63.5</c:v>
                </c:pt>
                <c:pt idx="1279">
                  <c:v>63.6</c:v>
                </c:pt>
                <c:pt idx="1280">
                  <c:v>63.5</c:v>
                </c:pt>
                <c:pt idx="1281">
                  <c:v>63.6</c:v>
                </c:pt>
                <c:pt idx="1282">
                  <c:v>63.6</c:v>
                </c:pt>
                <c:pt idx="1283">
                  <c:v>63.6</c:v>
                </c:pt>
                <c:pt idx="1284">
                  <c:v>63.7</c:v>
                </c:pt>
                <c:pt idx="1285">
                  <c:v>63.4</c:v>
                </c:pt>
                <c:pt idx="1286">
                  <c:v>63.4</c:v>
                </c:pt>
                <c:pt idx="1287">
                  <c:v>63.3</c:v>
                </c:pt>
                <c:pt idx="1288">
                  <c:v>63.3</c:v>
                </c:pt>
                <c:pt idx="1289">
                  <c:v>63.2</c:v>
                </c:pt>
                <c:pt idx="1290">
                  <c:v>63.2</c:v>
                </c:pt>
                <c:pt idx="1291">
                  <c:v>63.2</c:v>
                </c:pt>
                <c:pt idx="1292">
                  <c:v>63.1</c:v>
                </c:pt>
                <c:pt idx="1293">
                  <c:v>63.2</c:v>
                </c:pt>
                <c:pt idx="1294">
                  <c:v>63.2</c:v>
                </c:pt>
                <c:pt idx="1295">
                  <c:v>63.1</c:v>
                </c:pt>
                <c:pt idx="1296">
                  <c:v>63.1</c:v>
                </c:pt>
                <c:pt idx="1297">
                  <c:v>63.1</c:v>
                </c:pt>
                <c:pt idx="1298">
                  <c:v>63.5</c:v>
                </c:pt>
                <c:pt idx="1299">
                  <c:v>64.6</c:v>
                </c:pt>
                <c:pt idx="1300">
                  <c:v>64.8</c:v>
                </c:pt>
                <c:pt idx="1301">
                  <c:v>64.9</c:v>
                </c:pt>
                <c:pt idx="1302">
                  <c:v>65.1</c:v>
                </c:pt>
                <c:pt idx="1303">
                  <c:v>65.3</c:v>
                </c:pt>
                <c:pt idx="1304">
                  <c:v>65.6</c:v>
                </c:pt>
                <c:pt idx="1305">
                  <c:v>65.6</c:v>
                </c:pt>
                <c:pt idx="1306">
                  <c:v>65.3</c:v>
                </c:pt>
                <c:pt idx="1307">
                  <c:v>65.5</c:v>
                </c:pt>
                <c:pt idx="1308">
                  <c:v>66</c:v>
                </c:pt>
                <c:pt idx="1309">
                  <c:v>66.1</c:v>
                </c:pt>
                <c:pt idx="1310">
                  <c:v>66.2</c:v>
                </c:pt>
                <c:pt idx="1311">
                  <c:v>66.3</c:v>
                </c:pt>
                <c:pt idx="1312">
                  <c:v>66.6</c:v>
                </c:pt>
                <c:pt idx="1313">
                  <c:v>67</c:v>
                </c:pt>
                <c:pt idx="1314">
                  <c:v>67.2</c:v>
                </c:pt>
                <c:pt idx="1315">
                  <c:v>67.1</c:v>
                </c:pt>
                <c:pt idx="1316">
                  <c:v>67.2</c:v>
                </c:pt>
                <c:pt idx="1317">
                  <c:v>67.3</c:v>
                </c:pt>
                <c:pt idx="1318">
                  <c:v>67.3</c:v>
                </c:pt>
                <c:pt idx="1319">
                  <c:v>67.3</c:v>
                </c:pt>
                <c:pt idx="1320">
                  <c:v>67.2</c:v>
                </c:pt>
                <c:pt idx="1321">
                  <c:v>67.3</c:v>
                </c:pt>
                <c:pt idx="1322">
                  <c:v>67.8</c:v>
                </c:pt>
                <c:pt idx="1323">
                  <c:v>67.9</c:v>
                </c:pt>
                <c:pt idx="1324">
                  <c:v>67.9</c:v>
                </c:pt>
                <c:pt idx="1325">
                  <c:v>67.9</c:v>
                </c:pt>
                <c:pt idx="1326">
                  <c:v>67.9</c:v>
                </c:pt>
                <c:pt idx="1327">
                  <c:v>67.9</c:v>
                </c:pt>
                <c:pt idx="1328">
                  <c:v>67.9</c:v>
                </c:pt>
                <c:pt idx="1329">
                  <c:v>67.7</c:v>
                </c:pt>
                <c:pt idx="1330">
                  <c:v>67.6</c:v>
                </c:pt>
                <c:pt idx="1331">
                  <c:v>67.5</c:v>
                </c:pt>
                <c:pt idx="1332">
                  <c:v>67.4</c:v>
                </c:pt>
                <c:pt idx="1333">
                  <c:v>67.4</c:v>
                </c:pt>
                <c:pt idx="1334">
                  <c:v>67.8</c:v>
                </c:pt>
                <c:pt idx="1335">
                  <c:v>68</c:v>
                </c:pt>
                <c:pt idx="1336">
                  <c:v>68.6</c:v>
                </c:pt>
                <c:pt idx="1337">
                  <c:v>69.1</c:v>
                </c:pt>
                <c:pt idx="1338">
                  <c:v>69.3</c:v>
                </c:pt>
                <c:pt idx="1339">
                  <c:v>69.5</c:v>
                </c:pt>
                <c:pt idx="1340">
                  <c:v>69.9</c:v>
                </c:pt>
                <c:pt idx="1341">
                  <c:v>70</c:v>
                </c:pt>
                <c:pt idx="1342">
                  <c:v>70.1</c:v>
                </c:pt>
                <c:pt idx="1343">
                  <c:v>70.1</c:v>
                </c:pt>
                <c:pt idx="1344">
                  <c:v>70.1</c:v>
                </c:pt>
                <c:pt idx="1345">
                  <c:v>69.9</c:v>
                </c:pt>
                <c:pt idx="1346">
                  <c:v>69.9</c:v>
                </c:pt>
                <c:pt idx="1347">
                  <c:v>69.8</c:v>
                </c:pt>
                <c:pt idx="1348">
                  <c:v>69.8</c:v>
                </c:pt>
                <c:pt idx="1349">
                  <c:v>70.2</c:v>
                </c:pt>
                <c:pt idx="1350">
                  <c:v>70.4</c:v>
                </c:pt>
                <c:pt idx="1351">
                  <c:v>70.8</c:v>
                </c:pt>
                <c:pt idx="1352">
                  <c:v>71.1</c:v>
                </c:pt>
                <c:pt idx="1353">
                  <c:v>71.2</c:v>
                </c:pt>
                <c:pt idx="1354">
                  <c:v>71.3</c:v>
                </c:pt>
                <c:pt idx="1355">
                  <c:v>71.4</c:v>
                </c:pt>
                <c:pt idx="1356">
                  <c:v>71.3</c:v>
                </c:pt>
                <c:pt idx="1357">
                  <c:v>71.2</c:v>
                </c:pt>
                <c:pt idx="1358">
                  <c:v>71</c:v>
                </c:pt>
                <c:pt idx="1359">
                  <c:v>70.9</c:v>
                </c:pt>
                <c:pt idx="1360">
                  <c:v>70.9</c:v>
                </c:pt>
                <c:pt idx="1361">
                  <c:v>70.7</c:v>
                </c:pt>
                <c:pt idx="1362">
                  <c:v>70.7</c:v>
                </c:pt>
                <c:pt idx="1363">
                  <c:v>70.6</c:v>
                </c:pt>
                <c:pt idx="1364">
                  <c:v>70.6</c:v>
                </c:pt>
                <c:pt idx="1365">
                  <c:v>70.5</c:v>
                </c:pt>
                <c:pt idx="1366">
                  <c:v>70.5</c:v>
                </c:pt>
                <c:pt idx="1367">
                  <c:v>70.9</c:v>
                </c:pt>
                <c:pt idx="1368">
                  <c:v>71.2</c:v>
                </c:pt>
                <c:pt idx="1369">
                  <c:v>71.6</c:v>
                </c:pt>
                <c:pt idx="1370">
                  <c:v>71.9</c:v>
                </c:pt>
                <c:pt idx="1371">
                  <c:v>71.9</c:v>
                </c:pt>
                <c:pt idx="1372">
                  <c:v>72.1</c:v>
                </c:pt>
                <c:pt idx="1373">
                  <c:v>72.1</c:v>
                </c:pt>
                <c:pt idx="1374">
                  <c:v>72.1</c:v>
                </c:pt>
                <c:pt idx="1375">
                  <c:v>71.9</c:v>
                </c:pt>
                <c:pt idx="1376">
                  <c:v>71.6</c:v>
                </c:pt>
                <c:pt idx="1377">
                  <c:v>71.4</c:v>
                </c:pt>
                <c:pt idx="1378">
                  <c:v>71.3</c:v>
                </c:pt>
                <c:pt idx="1379">
                  <c:v>71.3</c:v>
                </c:pt>
                <c:pt idx="1380">
                  <c:v>71</c:v>
                </c:pt>
                <c:pt idx="1381">
                  <c:v>70.9</c:v>
                </c:pt>
                <c:pt idx="1382">
                  <c:v>70.8</c:v>
                </c:pt>
                <c:pt idx="1383">
                  <c:v>70.7</c:v>
                </c:pt>
                <c:pt idx="1384">
                  <c:v>70.7</c:v>
                </c:pt>
                <c:pt idx="1385">
                  <c:v>70.7</c:v>
                </c:pt>
                <c:pt idx="1386">
                  <c:v>70.6</c:v>
                </c:pt>
                <c:pt idx="1387">
                  <c:v>70.5</c:v>
                </c:pt>
                <c:pt idx="1388">
                  <c:v>70.5</c:v>
                </c:pt>
                <c:pt idx="1389">
                  <c:v>70.9</c:v>
                </c:pt>
                <c:pt idx="1390">
                  <c:v>71.2</c:v>
                </c:pt>
                <c:pt idx="1391">
                  <c:v>71.4</c:v>
                </c:pt>
                <c:pt idx="1392">
                  <c:v>71.4</c:v>
                </c:pt>
                <c:pt idx="1393">
                  <c:v>71.5</c:v>
                </c:pt>
                <c:pt idx="1394">
                  <c:v>71.5</c:v>
                </c:pt>
                <c:pt idx="1395">
                  <c:v>71.6</c:v>
                </c:pt>
                <c:pt idx="1396">
                  <c:v>71.4</c:v>
                </c:pt>
                <c:pt idx="1397">
                  <c:v>71.2</c:v>
                </c:pt>
                <c:pt idx="1398">
                  <c:v>71</c:v>
                </c:pt>
                <c:pt idx="1399">
                  <c:v>71.6</c:v>
                </c:pt>
                <c:pt idx="1400">
                  <c:v>72.5</c:v>
                </c:pt>
                <c:pt idx="1401">
                  <c:v>72.7</c:v>
                </c:pt>
                <c:pt idx="1402">
                  <c:v>72.9</c:v>
                </c:pt>
                <c:pt idx="1403">
                  <c:v>73.1</c:v>
                </c:pt>
                <c:pt idx="1404">
                  <c:v>73.4</c:v>
                </c:pt>
                <c:pt idx="1405">
                  <c:v>73.6</c:v>
                </c:pt>
                <c:pt idx="1406">
                  <c:v>73.7</c:v>
                </c:pt>
                <c:pt idx="1407">
                  <c:v>73.4</c:v>
                </c:pt>
                <c:pt idx="1408">
                  <c:v>73.1</c:v>
                </c:pt>
                <c:pt idx="1409">
                  <c:v>73.1</c:v>
                </c:pt>
                <c:pt idx="1410">
                  <c:v>73.2</c:v>
                </c:pt>
                <c:pt idx="1411">
                  <c:v>73.7</c:v>
                </c:pt>
                <c:pt idx="1412">
                  <c:v>73.7</c:v>
                </c:pt>
                <c:pt idx="1413">
                  <c:v>73.7</c:v>
                </c:pt>
                <c:pt idx="1414">
                  <c:v>73.8</c:v>
                </c:pt>
                <c:pt idx="1415">
                  <c:v>73.9</c:v>
                </c:pt>
                <c:pt idx="1416">
                  <c:v>74.1</c:v>
                </c:pt>
                <c:pt idx="1417">
                  <c:v>74.2</c:v>
                </c:pt>
                <c:pt idx="1418">
                  <c:v>74.5</c:v>
                </c:pt>
                <c:pt idx="1419">
                  <c:v>74.6</c:v>
                </c:pt>
                <c:pt idx="1420">
                  <c:v>74.8</c:v>
                </c:pt>
                <c:pt idx="1421">
                  <c:v>74.8</c:v>
                </c:pt>
                <c:pt idx="1422">
                  <c:v>74.9</c:v>
                </c:pt>
                <c:pt idx="1423">
                  <c:v>75.2</c:v>
                </c:pt>
                <c:pt idx="1424">
                  <c:v>75.5</c:v>
                </c:pt>
                <c:pt idx="1425">
                  <c:v>75.4</c:v>
                </c:pt>
                <c:pt idx="1426">
                  <c:v>75.4</c:v>
                </c:pt>
                <c:pt idx="1427">
                  <c:v>75.5</c:v>
                </c:pt>
                <c:pt idx="1428">
                  <c:v>75.5</c:v>
                </c:pt>
                <c:pt idx="1429">
                  <c:v>75.5</c:v>
                </c:pt>
                <c:pt idx="1430">
                  <c:v>75.5</c:v>
                </c:pt>
                <c:pt idx="1431">
                  <c:v>75.2</c:v>
                </c:pt>
                <c:pt idx="1432">
                  <c:v>75.2</c:v>
                </c:pt>
                <c:pt idx="1433">
                  <c:v>75.2</c:v>
                </c:pt>
                <c:pt idx="1434">
                  <c:v>75.1</c:v>
                </c:pt>
                <c:pt idx="1435">
                  <c:v>75</c:v>
                </c:pt>
                <c:pt idx="1436">
                  <c:v>75.4</c:v>
                </c:pt>
                <c:pt idx="1437">
                  <c:v>75.6</c:v>
                </c:pt>
                <c:pt idx="1438">
                  <c:v>75.7</c:v>
                </c:pt>
                <c:pt idx="1439">
                  <c:v>75.7</c:v>
                </c:pt>
                <c:pt idx="1440">
                  <c:v>75.9</c:v>
                </c:pt>
                <c:pt idx="1441">
                  <c:v>75.8</c:v>
                </c:pt>
                <c:pt idx="1442">
                  <c:v>75.8</c:v>
                </c:pt>
                <c:pt idx="1443">
                  <c:v>75.6</c:v>
                </c:pt>
                <c:pt idx="1444">
                  <c:v>75.5</c:v>
                </c:pt>
                <c:pt idx="1445">
                  <c:v>75.3</c:v>
                </c:pt>
                <c:pt idx="1446">
                  <c:v>75.2</c:v>
                </c:pt>
                <c:pt idx="1447">
                  <c:v>75.1</c:v>
                </c:pt>
                <c:pt idx="1448">
                  <c:v>75.3</c:v>
                </c:pt>
                <c:pt idx="1449">
                  <c:v>75.6</c:v>
                </c:pt>
                <c:pt idx="1450">
                  <c:v>75.8</c:v>
                </c:pt>
                <c:pt idx="1451">
                  <c:v>75.8</c:v>
                </c:pt>
                <c:pt idx="1452">
                  <c:v>75.9</c:v>
                </c:pt>
                <c:pt idx="1453">
                  <c:v>75.9</c:v>
                </c:pt>
                <c:pt idx="1454">
                  <c:v>75.9</c:v>
                </c:pt>
                <c:pt idx="1455">
                  <c:v>75.8</c:v>
                </c:pt>
                <c:pt idx="1456">
                  <c:v>75.7</c:v>
                </c:pt>
                <c:pt idx="1457">
                  <c:v>75.3</c:v>
                </c:pt>
                <c:pt idx="1458">
                  <c:v>75.3</c:v>
                </c:pt>
                <c:pt idx="1459">
                  <c:v>75.3</c:v>
                </c:pt>
                <c:pt idx="1460">
                  <c:v>75.7</c:v>
                </c:pt>
                <c:pt idx="1461">
                  <c:v>75.7</c:v>
                </c:pt>
                <c:pt idx="1462">
                  <c:v>76</c:v>
                </c:pt>
                <c:pt idx="1463">
                  <c:v>76.3</c:v>
                </c:pt>
                <c:pt idx="1464">
                  <c:v>76.6</c:v>
                </c:pt>
                <c:pt idx="1465">
                  <c:v>76.8</c:v>
                </c:pt>
                <c:pt idx="1466">
                  <c:v>76.7</c:v>
                </c:pt>
                <c:pt idx="1467">
                  <c:v>76.5</c:v>
                </c:pt>
                <c:pt idx="1468">
                  <c:v>76.5</c:v>
                </c:pt>
                <c:pt idx="1469">
                  <c:v>76.3</c:v>
                </c:pt>
                <c:pt idx="1470">
                  <c:v>76.1</c:v>
                </c:pt>
                <c:pt idx="1471">
                  <c:v>76.2</c:v>
                </c:pt>
                <c:pt idx="1472">
                  <c:v>76.3</c:v>
                </c:pt>
                <c:pt idx="1473">
                  <c:v>76.6</c:v>
                </c:pt>
                <c:pt idx="1474">
                  <c:v>77</c:v>
                </c:pt>
                <c:pt idx="1475">
                  <c:v>77.1</c:v>
                </c:pt>
                <c:pt idx="1476">
                  <c:v>77.4</c:v>
                </c:pt>
                <c:pt idx="1477">
                  <c:v>77.5</c:v>
                </c:pt>
                <c:pt idx="1478">
                  <c:v>77.7</c:v>
                </c:pt>
                <c:pt idx="1479">
                  <c:v>77.9</c:v>
                </c:pt>
                <c:pt idx="1480">
                  <c:v>77.6</c:v>
                </c:pt>
                <c:pt idx="1481">
                  <c:v>77.6</c:v>
                </c:pt>
                <c:pt idx="1482">
                  <c:v>77.7</c:v>
                </c:pt>
                <c:pt idx="1483">
                  <c:v>77.6</c:v>
                </c:pt>
                <c:pt idx="1484">
                  <c:v>77.5</c:v>
                </c:pt>
                <c:pt idx="1485">
                  <c:v>77.5</c:v>
                </c:pt>
                <c:pt idx="1486">
                  <c:v>77.5</c:v>
                </c:pt>
                <c:pt idx="1487">
                  <c:v>77.5</c:v>
                </c:pt>
                <c:pt idx="1488">
                  <c:v>78</c:v>
                </c:pt>
                <c:pt idx="1489">
                  <c:v>78.3</c:v>
                </c:pt>
                <c:pt idx="1490">
                  <c:v>78.4</c:v>
                </c:pt>
                <c:pt idx="1491">
                  <c:v>78.6</c:v>
                </c:pt>
                <c:pt idx="1492">
                  <c:v>78.9</c:v>
                </c:pt>
                <c:pt idx="1493">
                  <c:v>79.1</c:v>
                </c:pt>
                <c:pt idx="1494">
                  <c:v>79.2</c:v>
                </c:pt>
                <c:pt idx="1495">
                  <c:v>79.1</c:v>
                </c:pt>
                <c:pt idx="1496">
                  <c:v>79</c:v>
                </c:pt>
                <c:pt idx="1497">
                  <c:v>79</c:v>
                </c:pt>
                <c:pt idx="1498">
                  <c:v>78.9</c:v>
                </c:pt>
                <c:pt idx="1499">
                  <c:v>78.9</c:v>
                </c:pt>
                <c:pt idx="1500">
                  <c:v>78.9</c:v>
                </c:pt>
                <c:pt idx="1501">
                  <c:v>78.7</c:v>
                </c:pt>
                <c:pt idx="1502">
                  <c:v>78.7</c:v>
                </c:pt>
                <c:pt idx="1503">
                  <c:v>79.4</c:v>
                </c:pt>
                <c:pt idx="1504">
                  <c:v>79.5</c:v>
                </c:pt>
                <c:pt idx="1505">
                  <c:v>79.8</c:v>
                </c:pt>
                <c:pt idx="1506">
                  <c:v>79.9</c:v>
                </c:pt>
                <c:pt idx="1507">
                  <c:v>80.1</c:v>
                </c:pt>
                <c:pt idx="1508">
                  <c:v>80.2</c:v>
                </c:pt>
                <c:pt idx="1509">
                  <c:v>80.2</c:v>
                </c:pt>
                <c:pt idx="1510">
                  <c:v>80.1</c:v>
                </c:pt>
                <c:pt idx="1511">
                  <c:v>79.7</c:v>
                </c:pt>
                <c:pt idx="1512">
                  <c:v>79.5</c:v>
                </c:pt>
                <c:pt idx="1513">
                  <c:v>79.4</c:v>
                </c:pt>
                <c:pt idx="1514">
                  <c:v>79.6</c:v>
                </c:pt>
                <c:pt idx="1515">
                  <c:v>79.8</c:v>
                </c:pt>
                <c:pt idx="1516">
                  <c:v>80</c:v>
                </c:pt>
                <c:pt idx="1517">
                  <c:v>80.5</c:v>
                </c:pt>
                <c:pt idx="1518">
                  <c:v>80.7</c:v>
                </c:pt>
                <c:pt idx="1519">
                  <c:v>80.9</c:v>
                </c:pt>
                <c:pt idx="1520">
                  <c:v>80.9</c:v>
                </c:pt>
                <c:pt idx="1521">
                  <c:v>80.9</c:v>
                </c:pt>
                <c:pt idx="1522">
                  <c:v>80.5</c:v>
                </c:pt>
                <c:pt idx="1523">
                  <c:v>80.4</c:v>
                </c:pt>
                <c:pt idx="1524">
                  <c:v>80.3</c:v>
                </c:pt>
                <c:pt idx="1525">
                  <c:v>80.6</c:v>
                </c:pt>
                <c:pt idx="1526">
                  <c:v>80.7</c:v>
                </c:pt>
                <c:pt idx="1527">
                  <c:v>80.6</c:v>
                </c:pt>
                <c:pt idx="1528">
                  <c:v>80.9</c:v>
                </c:pt>
                <c:pt idx="1529">
                  <c:v>81</c:v>
                </c:pt>
                <c:pt idx="1530">
                  <c:v>81.4</c:v>
                </c:pt>
                <c:pt idx="1531">
                  <c:v>81.6</c:v>
                </c:pt>
                <c:pt idx="1532">
                  <c:v>81.6</c:v>
                </c:pt>
                <c:pt idx="1533">
                  <c:v>81.7</c:v>
                </c:pt>
                <c:pt idx="1534">
                  <c:v>82</c:v>
                </c:pt>
                <c:pt idx="1535">
                  <c:v>82.2</c:v>
                </c:pt>
                <c:pt idx="1536">
                  <c:v>82.2</c:v>
                </c:pt>
                <c:pt idx="1537">
                  <c:v>82.1</c:v>
                </c:pt>
                <c:pt idx="1538">
                  <c:v>82.1</c:v>
                </c:pt>
                <c:pt idx="1539">
                  <c:v>82.2</c:v>
                </c:pt>
                <c:pt idx="1540">
                  <c:v>82.2</c:v>
                </c:pt>
                <c:pt idx="1541">
                  <c:v>82.3</c:v>
                </c:pt>
                <c:pt idx="1542">
                  <c:v>82.3</c:v>
                </c:pt>
                <c:pt idx="1543">
                  <c:v>82.2</c:v>
                </c:pt>
                <c:pt idx="1544">
                  <c:v>82.2</c:v>
                </c:pt>
                <c:pt idx="1545">
                  <c:v>82.2</c:v>
                </c:pt>
                <c:pt idx="1546">
                  <c:v>82.3</c:v>
                </c:pt>
                <c:pt idx="1547">
                  <c:v>82.5</c:v>
                </c:pt>
                <c:pt idx="1548">
                  <c:v>82.9</c:v>
                </c:pt>
                <c:pt idx="1549">
                  <c:v>83.2</c:v>
                </c:pt>
                <c:pt idx="1550">
                  <c:v>83.7</c:v>
                </c:pt>
                <c:pt idx="1551">
                  <c:v>84.3</c:v>
                </c:pt>
                <c:pt idx="1552">
                  <c:v>84.9</c:v>
                </c:pt>
                <c:pt idx="1553">
                  <c:v>85.2</c:v>
                </c:pt>
                <c:pt idx="1554">
                  <c:v>85.6</c:v>
                </c:pt>
                <c:pt idx="1555">
                  <c:v>85.8</c:v>
                </c:pt>
                <c:pt idx="1556">
                  <c:v>86.1</c:v>
                </c:pt>
                <c:pt idx="1557">
                  <c:v>86.1</c:v>
                </c:pt>
                <c:pt idx="1558">
                  <c:v>86</c:v>
                </c:pt>
                <c:pt idx="1559">
                  <c:v>86.1</c:v>
                </c:pt>
                <c:pt idx="1560">
                  <c:v>86.1</c:v>
                </c:pt>
                <c:pt idx="1561">
                  <c:v>85.4</c:v>
                </c:pt>
                <c:pt idx="1562">
                  <c:v>85.4</c:v>
                </c:pt>
                <c:pt idx="1563">
                  <c:v>85.2</c:v>
                </c:pt>
                <c:pt idx="1564">
                  <c:v>85.2</c:v>
                </c:pt>
                <c:pt idx="1565">
                  <c:v>85.6</c:v>
                </c:pt>
                <c:pt idx="1566">
                  <c:v>85.6</c:v>
                </c:pt>
                <c:pt idx="1567">
                  <c:v>85.9</c:v>
                </c:pt>
                <c:pt idx="1568">
                  <c:v>86.1</c:v>
                </c:pt>
                <c:pt idx="1569">
                  <c:v>86.2</c:v>
                </c:pt>
                <c:pt idx="1570">
                  <c:v>86.3</c:v>
                </c:pt>
                <c:pt idx="1571">
                  <c:v>86.5</c:v>
                </c:pt>
                <c:pt idx="1572">
                  <c:v>86.6</c:v>
                </c:pt>
                <c:pt idx="1573">
                  <c:v>86.6</c:v>
                </c:pt>
                <c:pt idx="1574">
                  <c:v>86.6</c:v>
                </c:pt>
                <c:pt idx="1575">
                  <c:v>86.8</c:v>
                </c:pt>
                <c:pt idx="1576">
                  <c:v>86.9</c:v>
                </c:pt>
                <c:pt idx="1577">
                  <c:v>87</c:v>
                </c:pt>
                <c:pt idx="1578">
                  <c:v>87.1</c:v>
                </c:pt>
                <c:pt idx="1579">
                  <c:v>87</c:v>
                </c:pt>
                <c:pt idx="1580">
                  <c:v>87.2</c:v>
                </c:pt>
                <c:pt idx="1581">
                  <c:v>87.3</c:v>
                </c:pt>
                <c:pt idx="1582">
                  <c:v>87.1</c:v>
                </c:pt>
                <c:pt idx="1583">
                  <c:v>87.1</c:v>
                </c:pt>
                <c:pt idx="1584">
                  <c:v>87.1</c:v>
                </c:pt>
                <c:pt idx="1585">
                  <c:v>87.2</c:v>
                </c:pt>
                <c:pt idx="1586">
                  <c:v>87.2</c:v>
                </c:pt>
                <c:pt idx="1587">
                  <c:v>87.2</c:v>
                </c:pt>
                <c:pt idx="1588">
                  <c:v>87.2</c:v>
                </c:pt>
                <c:pt idx="1589">
                  <c:v>87.5</c:v>
                </c:pt>
                <c:pt idx="1590">
                  <c:v>87.6</c:v>
                </c:pt>
                <c:pt idx="1591">
                  <c:v>87.8</c:v>
                </c:pt>
                <c:pt idx="1592">
                  <c:v>88.2</c:v>
                </c:pt>
                <c:pt idx="1593">
                  <c:v>88.4</c:v>
                </c:pt>
                <c:pt idx="1594">
                  <c:v>88.5</c:v>
                </c:pt>
                <c:pt idx="1595">
                  <c:v>88.7</c:v>
                </c:pt>
                <c:pt idx="1596">
                  <c:v>89</c:v>
                </c:pt>
                <c:pt idx="1597">
                  <c:v>89.2</c:v>
                </c:pt>
                <c:pt idx="1598">
                  <c:v>89.4</c:v>
                </c:pt>
                <c:pt idx="1599">
                  <c:v>89.3</c:v>
                </c:pt>
                <c:pt idx="1600">
                  <c:v>89.3</c:v>
                </c:pt>
                <c:pt idx="1601">
                  <c:v>89.4</c:v>
                </c:pt>
                <c:pt idx="1602">
                  <c:v>89.5</c:v>
                </c:pt>
                <c:pt idx="1603">
                  <c:v>89.6</c:v>
                </c:pt>
                <c:pt idx="1604">
                  <c:v>89.6</c:v>
                </c:pt>
                <c:pt idx="1605">
                  <c:v>89.6</c:v>
                </c:pt>
                <c:pt idx="1606">
                  <c:v>89.7</c:v>
                </c:pt>
                <c:pt idx="1607">
                  <c:v>89.9</c:v>
                </c:pt>
                <c:pt idx="1608">
                  <c:v>89.9</c:v>
                </c:pt>
                <c:pt idx="1609">
                  <c:v>90.1</c:v>
                </c:pt>
                <c:pt idx="1610">
                  <c:v>90.2</c:v>
                </c:pt>
                <c:pt idx="1611">
                  <c:v>90.2</c:v>
                </c:pt>
                <c:pt idx="1612">
                  <c:v>90.2</c:v>
                </c:pt>
                <c:pt idx="1613">
                  <c:v>90.3</c:v>
                </c:pt>
                <c:pt idx="1614">
                  <c:v>90.4</c:v>
                </c:pt>
                <c:pt idx="1615">
                  <c:v>90.3</c:v>
                </c:pt>
                <c:pt idx="1616">
                  <c:v>90.3</c:v>
                </c:pt>
                <c:pt idx="1617">
                  <c:v>90.3</c:v>
                </c:pt>
                <c:pt idx="1618">
                  <c:v>90.4</c:v>
                </c:pt>
                <c:pt idx="1619">
                  <c:v>90.5</c:v>
                </c:pt>
                <c:pt idx="1620">
                  <c:v>90.5</c:v>
                </c:pt>
                <c:pt idx="1621">
                  <c:v>90.6</c:v>
                </c:pt>
                <c:pt idx="1622">
                  <c:v>90.6</c:v>
                </c:pt>
                <c:pt idx="1623">
                  <c:v>90.6</c:v>
                </c:pt>
                <c:pt idx="1624">
                  <c:v>90.6</c:v>
                </c:pt>
                <c:pt idx="1625">
                  <c:v>90.8</c:v>
                </c:pt>
                <c:pt idx="1626">
                  <c:v>90.8</c:v>
                </c:pt>
                <c:pt idx="1627">
                  <c:v>90.9</c:v>
                </c:pt>
                <c:pt idx="1628">
                  <c:v>91.1</c:v>
                </c:pt>
                <c:pt idx="1629">
                  <c:v>91.1</c:v>
                </c:pt>
                <c:pt idx="1630">
                  <c:v>91.1</c:v>
                </c:pt>
                <c:pt idx="1631">
                  <c:v>90.9</c:v>
                </c:pt>
                <c:pt idx="1632">
                  <c:v>90.9</c:v>
                </c:pt>
                <c:pt idx="1633">
                  <c:v>90.9</c:v>
                </c:pt>
                <c:pt idx="1634">
                  <c:v>91</c:v>
                </c:pt>
                <c:pt idx="1635">
                  <c:v>91.1</c:v>
                </c:pt>
                <c:pt idx="1636">
                  <c:v>91.2</c:v>
                </c:pt>
                <c:pt idx="1637">
                  <c:v>91.5</c:v>
                </c:pt>
                <c:pt idx="1638">
                  <c:v>91.6</c:v>
                </c:pt>
                <c:pt idx="1639">
                  <c:v>91.8</c:v>
                </c:pt>
                <c:pt idx="1640">
                  <c:v>92.1</c:v>
                </c:pt>
                <c:pt idx="1641">
                  <c:v>92.2</c:v>
                </c:pt>
                <c:pt idx="1642">
                  <c:v>92.4</c:v>
                </c:pt>
                <c:pt idx="1643">
                  <c:v>92.5</c:v>
                </c:pt>
                <c:pt idx="1644">
                  <c:v>92.5</c:v>
                </c:pt>
                <c:pt idx="1645">
                  <c:v>92.6</c:v>
                </c:pt>
                <c:pt idx="1646">
                  <c:v>92.5</c:v>
                </c:pt>
                <c:pt idx="1647">
                  <c:v>92.5</c:v>
                </c:pt>
                <c:pt idx="1648">
                  <c:v>92.5</c:v>
                </c:pt>
                <c:pt idx="1649">
                  <c:v>92.5</c:v>
                </c:pt>
                <c:pt idx="1650">
                  <c:v>92.5</c:v>
                </c:pt>
                <c:pt idx="1651">
                  <c:v>92.6</c:v>
                </c:pt>
                <c:pt idx="1652">
                  <c:v>92.6</c:v>
                </c:pt>
                <c:pt idx="1653">
                  <c:v>92.6</c:v>
                </c:pt>
                <c:pt idx="1654">
                  <c:v>92.6</c:v>
                </c:pt>
                <c:pt idx="1655">
                  <c:v>92.6</c:v>
                </c:pt>
                <c:pt idx="1656">
                  <c:v>92.5</c:v>
                </c:pt>
                <c:pt idx="1657">
                  <c:v>92.6</c:v>
                </c:pt>
                <c:pt idx="1658">
                  <c:v>92.8</c:v>
                </c:pt>
                <c:pt idx="1659">
                  <c:v>92.8</c:v>
                </c:pt>
                <c:pt idx="1660">
                  <c:v>92.9</c:v>
                </c:pt>
                <c:pt idx="1661">
                  <c:v>92.9</c:v>
                </c:pt>
                <c:pt idx="1662">
                  <c:v>93</c:v>
                </c:pt>
                <c:pt idx="1663">
                  <c:v>93</c:v>
                </c:pt>
                <c:pt idx="1664">
                  <c:v>93</c:v>
                </c:pt>
                <c:pt idx="1665">
                  <c:v>93.2</c:v>
                </c:pt>
                <c:pt idx="1666">
                  <c:v>93.2</c:v>
                </c:pt>
                <c:pt idx="1667">
                  <c:v>93.3</c:v>
                </c:pt>
                <c:pt idx="1668">
                  <c:v>93.3</c:v>
                </c:pt>
                <c:pt idx="1669">
                  <c:v>93.3</c:v>
                </c:pt>
                <c:pt idx="1670">
                  <c:v>93.5</c:v>
                </c:pt>
                <c:pt idx="1671">
                  <c:v>93.4</c:v>
                </c:pt>
                <c:pt idx="1672">
                  <c:v>93.3</c:v>
                </c:pt>
                <c:pt idx="1673">
                  <c:v>93.2</c:v>
                </c:pt>
                <c:pt idx="1674">
                  <c:v>93.2</c:v>
                </c:pt>
                <c:pt idx="1675">
                  <c:v>93.3</c:v>
                </c:pt>
                <c:pt idx="1676">
                  <c:v>93.3</c:v>
                </c:pt>
                <c:pt idx="1677">
                  <c:v>93.3</c:v>
                </c:pt>
                <c:pt idx="1678">
                  <c:v>93.4</c:v>
                </c:pt>
                <c:pt idx="1679">
                  <c:v>93.3</c:v>
                </c:pt>
                <c:pt idx="1680">
                  <c:v>93.3</c:v>
                </c:pt>
                <c:pt idx="1681">
                  <c:v>93.3</c:v>
                </c:pt>
                <c:pt idx="1682">
                  <c:v>93.3</c:v>
                </c:pt>
                <c:pt idx="1683">
                  <c:v>93.1</c:v>
                </c:pt>
                <c:pt idx="1684">
                  <c:v>93.1</c:v>
                </c:pt>
                <c:pt idx="1685">
                  <c:v>93</c:v>
                </c:pt>
                <c:pt idx="1686">
                  <c:v>93</c:v>
                </c:pt>
                <c:pt idx="1687">
                  <c:v>93</c:v>
                </c:pt>
                <c:pt idx="1688">
                  <c:v>93.1</c:v>
                </c:pt>
                <c:pt idx="1689">
                  <c:v>93.1</c:v>
                </c:pt>
                <c:pt idx="1690">
                  <c:v>93.3</c:v>
                </c:pt>
                <c:pt idx="1691">
                  <c:v>93.3</c:v>
                </c:pt>
                <c:pt idx="1692">
                  <c:v>93.4</c:v>
                </c:pt>
                <c:pt idx="1693">
                  <c:v>93.4</c:v>
                </c:pt>
                <c:pt idx="1694">
                  <c:v>93.4</c:v>
                </c:pt>
                <c:pt idx="1695">
                  <c:v>93.5</c:v>
                </c:pt>
                <c:pt idx="1696">
                  <c:v>93.5</c:v>
                </c:pt>
                <c:pt idx="1697">
                  <c:v>93.5</c:v>
                </c:pt>
                <c:pt idx="1698">
                  <c:v>93.7</c:v>
                </c:pt>
                <c:pt idx="1699">
                  <c:v>93.7</c:v>
                </c:pt>
                <c:pt idx="1700">
                  <c:v>93.8</c:v>
                </c:pt>
                <c:pt idx="1701">
                  <c:v>93.6</c:v>
                </c:pt>
                <c:pt idx="1702">
                  <c:v>93.6</c:v>
                </c:pt>
                <c:pt idx="1703">
                  <c:v>93.7</c:v>
                </c:pt>
                <c:pt idx="1704">
                  <c:v>93.6</c:v>
                </c:pt>
                <c:pt idx="1705">
                  <c:v>93.7</c:v>
                </c:pt>
                <c:pt idx="1706">
                  <c:v>93.8</c:v>
                </c:pt>
                <c:pt idx="1707">
                  <c:v>93.8</c:v>
                </c:pt>
                <c:pt idx="1708">
                  <c:v>93.9</c:v>
                </c:pt>
                <c:pt idx="1709">
                  <c:v>93.9</c:v>
                </c:pt>
                <c:pt idx="1710">
                  <c:v>93.8</c:v>
                </c:pt>
                <c:pt idx="1711">
                  <c:v>93.8</c:v>
                </c:pt>
                <c:pt idx="1712">
                  <c:v>93.9</c:v>
                </c:pt>
                <c:pt idx="1713">
                  <c:v>93.8</c:v>
                </c:pt>
                <c:pt idx="1714">
                  <c:v>93.8</c:v>
                </c:pt>
                <c:pt idx="1715">
                  <c:v>93.8</c:v>
                </c:pt>
                <c:pt idx="1716">
                  <c:v>93.8</c:v>
                </c:pt>
                <c:pt idx="1717">
                  <c:v>93.8</c:v>
                </c:pt>
                <c:pt idx="1718">
                  <c:v>93.7</c:v>
                </c:pt>
                <c:pt idx="1719">
                  <c:v>93.7</c:v>
                </c:pt>
                <c:pt idx="1720">
                  <c:v>93.7</c:v>
                </c:pt>
                <c:pt idx="1721">
                  <c:v>93.6</c:v>
                </c:pt>
                <c:pt idx="1722">
                  <c:v>93.6</c:v>
                </c:pt>
                <c:pt idx="1723">
                  <c:v>93.7</c:v>
                </c:pt>
                <c:pt idx="1724">
                  <c:v>93.5</c:v>
                </c:pt>
                <c:pt idx="1725">
                  <c:v>93.3</c:v>
                </c:pt>
                <c:pt idx="1726">
                  <c:v>93.2</c:v>
                </c:pt>
                <c:pt idx="1727">
                  <c:v>93</c:v>
                </c:pt>
                <c:pt idx="1728">
                  <c:v>92.8</c:v>
                </c:pt>
                <c:pt idx="1729">
                  <c:v>92.6</c:v>
                </c:pt>
                <c:pt idx="1730">
                  <c:v>92.4</c:v>
                </c:pt>
                <c:pt idx="1731">
                  <c:v>92.4</c:v>
                </c:pt>
                <c:pt idx="1732">
                  <c:v>92.4</c:v>
                </c:pt>
                <c:pt idx="1733">
                  <c:v>92.3</c:v>
                </c:pt>
                <c:pt idx="1734">
                  <c:v>92.4</c:v>
                </c:pt>
                <c:pt idx="1735">
                  <c:v>92.4</c:v>
                </c:pt>
                <c:pt idx="1736">
                  <c:v>92.5</c:v>
                </c:pt>
                <c:pt idx="1737">
                  <c:v>92.5</c:v>
                </c:pt>
                <c:pt idx="1738">
                  <c:v>92.6</c:v>
                </c:pt>
                <c:pt idx="1739">
                  <c:v>92.5</c:v>
                </c:pt>
                <c:pt idx="1740">
                  <c:v>92.6</c:v>
                </c:pt>
                <c:pt idx="1741">
                  <c:v>92.5</c:v>
                </c:pt>
                <c:pt idx="1742">
                  <c:v>92.5</c:v>
                </c:pt>
                <c:pt idx="1743">
                  <c:v>92.5</c:v>
                </c:pt>
                <c:pt idx="1744">
                  <c:v>92.5</c:v>
                </c:pt>
                <c:pt idx="1745">
                  <c:v>92.5</c:v>
                </c:pt>
                <c:pt idx="1746">
                  <c:v>92.6</c:v>
                </c:pt>
                <c:pt idx="1747">
                  <c:v>92.7</c:v>
                </c:pt>
                <c:pt idx="1748">
                  <c:v>92.7</c:v>
                </c:pt>
                <c:pt idx="1749">
                  <c:v>92.7</c:v>
                </c:pt>
                <c:pt idx="1750">
                  <c:v>92.6</c:v>
                </c:pt>
                <c:pt idx="1751">
                  <c:v>92.6</c:v>
                </c:pt>
                <c:pt idx="1752">
                  <c:v>92.6</c:v>
                </c:pt>
                <c:pt idx="1753">
                  <c:v>92.6</c:v>
                </c:pt>
                <c:pt idx="1754">
                  <c:v>92.6</c:v>
                </c:pt>
                <c:pt idx="1755">
                  <c:v>92.7</c:v>
                </c:pt>
                <c:pt idx="1756">
                  <c:v>92.6</c:v>
                </c:pt>
                <c:pt idx="1757">
                  <c:v>92.7</c:v>
                </c:pt>
                <c:pt idx="1758">
                  <c:v>92.6</c:v>
                </c:pt>
                <c:pt idx="1759">
                  <c:v>92.6</c:v>
                </c:pt>
                <c:pt idx="1760">
                  <c:v>92.7</c:v>
                </c:pt>
                <c:pt idx="1761">
                  <c:v>92.7</c:v>
                </c:pt>
                <c:pt idx="1762">
                  <c:v>92.7</c:v>
                </c:pt>
                <c:pt idx="1763">
                  <c:v>92.8</c:v>
                </c:pt>
                <c:pt idx="1764">
                  <c:v>92.8</c:v>
                </c:pt>
                <c:pt idx="1765">
                  <c:v>92.8</c:v>
                </c:pt>
                <c:pt idx="1766">
                  <c:v>92.8</c:v>
                </c:pt>
                <c:pt idx="1767">
                  <c:v>92.8</c:v>
                </c:pt>
                <c:pt idx="1768">
                  <c:v>92.8</c:v>
                </c:pt>
                <c:pt idx="1769">
                  <c:v>92.9</c:v>
                </c:pt>
                <c:pt idx="1770">
                  <c:v>92.9</c:v>
                </c:pt>
                <c:pt idx="1771">
                  <c:v>92.9</c:v>
                </c:pt>
                <c:pt idx="1772">
                  <c:v>92.9</c:v>
                </c:pt>
                <c:pt idx="1773">
                  <c:v>92.9</c:v>
                </c:pt>
                <c:pt idx="1774">
                  <c:v>92.8</c:v>
                </c:pt>
                <c:pt idx="1775">
                  <c:v>92.8</c:v>
                </c:pt>
                <c:pt idx="1776">
                  <c:v>92.9</c:v>
                </c:pt>
                <c:pt idx="1777">
                  <c:v>92.9</c:v>
                </c:pt>
                <c:pt idx="1778">
                  <c:v>92.9</c:v>
                </c:pt>
                <c:pt idx="1779">
                  <c:v>93</c:v>
                </c:pt>
                <c:pt idx="1780">
                  <c:v>93</c:v>
                </c:pt>
                <c:pt idx="1781">
                  <c:v>93.1</c:v>
                </c:pt>
                <c:pt idx="1782">
                  <c:v>92.8</c:v>
                </c:pt>
                <c:pt idx="1783">
                  <c:v>92.9</c:v>
                </c:pt>
                <c:pt idx="1784">
                  <c:v>92.9</c:v>
                </c:pt>
                <c:pt idx="1785">
                  <c:v>92.9</c:v>
                </c:pt>
                <c:pt idx="1786">
                  <c:v>93</c:v>
                </c:pt>
                <c:pt idx="1787">
                  <c:v>92.9</c:v>
                </c:pt>
                <c:pt idx="1788">
                  <c:v>93</c:v>
                </c:pt>
                <c:pt idx="1789">
                  <c:v>93.2</c:v>
                </c:pt>
                <c:pt idx="1790">
                  <c:v>93</c:v>
                </c:pt>
                <c:pt idx="1791">
                  <c:v>93</c:v>
                </c:pt>
                <c:pt idx="1792">
                  <c:v>92.9</c:v>
                </c:pt>
                <c:pt idx="1793">
                  <c:v>92.9</c:v>
                </c:pt>
                <c:pt idx="1794">
                  <c:v>93</c:v>
                </c:pt>
                <c:pt idx="1795">
                  <c:v>93.1</c:v>
                </c:pt>
                <c:pt idx="1796">
                  <c:v>93.1</c:v>
                </c:pt>
                <c:pt idx="1797">
                  <c:v>93</c:v>
                </c:pt>
                <c:pt idx="1798">
                  <c:v>93.1</c:v>
                </c:pt>
                <c:pt idx="1799">
                  <c:v>93</c:v>
                </c:pt>
                <c:pt idx="1800">
                  <c:v>93</c:v>
                </c:pt>
                <c:pt idx="1801">
                  <c:v>93.1</c:v>
                </c:pt>
                <c:pt idx="1802">
                  <c:v>93.1</c:v>
                </c:pt>
                <c:pt idx="1803">
                  <c:v>93.1</c:v>
                </c:pt>
                <c:pt idx="1804">
                  <c:v>93.1</c:v>
                </c:pt>
                <c:pt idx="1805">
                  <c:v>93.1</c:v>
                </c:pt>
                <c:pt idx="1806">
                  <c:v>93.1</c:v>
                </c:pt>
                <c:pt idx="1807">
                  <c:v>93.2</c:v>
                </c:pt>
                <c:pt idx="1808">
                  <c:v>93.2</c:v>
                </c:pt>
                <c:pt idx="1809">
                  <c:v>93.2</c:v>
                </c:pt>
                <c:pt idx="1810">
                  <c:v>93.4</c:v>
                </c:pt>
                <c:pt idx="1811">
                  <c:v>93.4</c:v>
                </c:pt>
                <c:pt idx="1812">
                  <c:v>93.3</c:v>
                </c:pt>
                <c:pt idx="1813">
                  <c:v>93.2</c:v>
                </c:pt>
                <c:pt idx="1814">
                  <c:v>93.2</c:v>
                </c:pt>
                <c:pt idx="1815">
                  <c:v>93.2</c:v>
                </c:pt>
                <c:pt idx="1816">
                  <c:v>93.1</c:v>
                </c:pt>
                <c:pt idx="1817">
                  <c:v>93.2</c:v>
                </c:pt>
                <c:pt idx="1818">
                  <c:v>93.3</c:v>
                </c:pt>
                <c:pt idx="1819">
                  <c:v>93.2</c:v>
                </c:pt>
                <c:pt idx="1820">
                  <c:v>93.1</c:v>
                </c:pt>
                <c:pt idx="1821">
                  <c:v>93.1</c:v>
                </c:pt>
                <c:pt idx="1822">
                  <c:v>93</c:v>
                </c:pt>
                <c:pt idx="1823">
                  <c:v>93</c:v>
                </c:pt>
                <c:pt idx="1824">
                  <c:v>93</c:v>
                </c:pt>
                <c:pt idx="1825">
                  <c:v>92.9</c:v>
                </c:pt>
                <c:pt idx="1826">
                  <c:v>93.1</c:v>
                </c:pt>
                <c:pt idx="1827">
                  <c:v>93.1</c:v>
                </c:pt>
                <c:pt idx="1828">
                  <c:v>93.1</c:v>
                </c:pt>
                <c:pt idx="1829">
                  <c:v>93.1</c:v>
                </c:pt>
                <c:pt idx="1830">
                  <c:v>92.9</c:v>
                </c:pt>
                <c:pt idx="1831">
                  <c:v>92.9</c:v>
                </c:pt>
                <c:pt idx="1832">
                  <c:v>92.8</c:v>
                </c:pt>
                <c:pt idx="1833">
                  <c:v>92.8</c:v>
                </c:pt>
                <c:pt idx="1834">
                  <c:v>92.8</c:v>
                </c:pt>
                <c:pt idx="1835">
                  <c:v>92.8</c:v>
                </c:pt>
                <c:pt idx="1836">
                  <c:v>92.8</c:v>
                </c:pt>
                <c:pt idx="1837">
                  <c:v>92.7</c:v>
                </c:pt>
                <c:pt idx="1838">
                  <c:v>92.7</c:v>
                </c:pt>
                <c:pt idx="1839">
                  <c:v>92.7</c:v>
                </c:pt>
                <c:pt idx="1840">
                  <c:v>92.7</c:v>
                </c:pt>
                <c:pt idx="1841">
                  <c:v>92.6</c:v>
                </c:pt>
                <c:pt idx="1842">
                  <c:v>92.6</c:v>
                </c:pt>
                <c:pt idx="1843">
                  <c:v>92.6</c:v>
                </c:pt>
                <c:pt idx="1844">
                  <c:v>92.5</c:v>
                </c:pt>
                <c:pt idx="1845">
                  <c:v>92.4</c:v>
                </c:pt>
                <c:pt idx="1846">
                  <c:v>92.4</c:v>
                </c:pt>
                <c:pt idx="1847">
                  <c:v>92.3</c:v>
                </c:pt>
                <c:pt idx="1848">
                  <c:v>92.4</c:v>
                </c:pt>
                <c:pt idx="1849">
                  <c:v>92.3</c:v>
                </c:pt>
                <c:pt idx="1850">
                  <c:v>92.3</c:v>
                </c:pt>
                <c:pt idx="1851">
                  <c:v>92.3</c:v>
                </c:pt>
                <c:pt idx="1852">
                  <c:v>92.3</c:v>
                </c:pt>
                <c:pt idx="1853">
                  <c:v>92.1</c:v>
                </c:pt>
                <c:pt idx="1854">
                  <c:v>92.1</c:v>
                </c:pt>
                <c:pt idx="1855">
                  <c:v>92</c:v>
                </c:pt>
                <c:pt idx="1856">
                  <c:v>91.9</c:v>
                </c:pt>
                <c:pt idx="1857">
                  <c:v>92</c:v>
                </c:pt>
                <c:pt idx="1858">
                  <c:v>92</c:v>
                </c:pt>
                <c:pt idx="1859">
                  <c:v>92</c:v>
                </c:pt>
                <c:pt idx="1860">
                  <c:v>91.9</c:v>
                </c:pt>
                <c:pt idx="1861">
                  <c:v>91.9</c:v>
                </c:pt>
                <c:pt idx="1862">
                  <c:v>91.8</c:v>
                </c:pt>
                <c:pt idx="1863">
                  <c:v>91.7</c:v>
                </c:pt>
                <c:pt idx="1864">
                  <c:v>91.6</c:v>
                </c:pt>
                <c:pt idx="1865">
                  <c:v>91.5</c:v>
                </c:pt>
                <c:pt idx="1866">
                  <c:v>91.5</c:v>
                </c:pt>
                <c:pt idx="1867">
                  <c:v>91.5</c:v>
                </c:pt>
                <c:pt idx="1868">
                  <c:v>91.5</c:v>
                </c:pt>
                <c:pt idx="1869">
                  <c:v>91.5</c:v>
                </c:pt>
                <c:pt idx="1870">
                  <c:v>91.4</c:v>
                </c:pt>
                <c:pt idx="1871">
                  <c:v>91.4</c:v>
                </c:pt>
                <c:pt idx="1872">
                  <c:v>91.2</c:v>
                </c:pt>
                <c:pt idx="1873">
                  <c:v>91.2</c:v>
                </c:pt>
                <c:pt idx="1874">
                  <c:v>91.2</c:v>
                </c:pt>
                <c:pt idx="1875">
                  <c:v>91.2</c:v>
                </c:pt>
                <c:pt idx="1876">
                  <c:v>91.1</c:v>
                </c:pt>
                <c:pt idx="1877">
                  <c:v>91</c:v>
                </c:pt>
                <c:pt idx="1878">
                  <c:v>91</c:v>
                </c:pt>
                <c:pt idx="1879">
                  <c:v>90.9</c:v>
                </c:pt>
                <c:pt idx="1880">
                  <c:v>90.9</c:v>
                </c:pt>
                <c:pt idx="1881">
                  <c:v>90.8</c:v>
                </c:pt>
                <c:pt idx="1882">
                  <c:v>90.8</c:v>
                </c:pt>
                <c:pt idx="1883">
                  <c:v>90.8</c:v>
                </c:pt>
                <c:pt idx="1884">
                  <c:v>90.7</c:v>
                </c:pt>
                <c:pt idx="1885">
                  <c:v>90.7</c:v>
                </c:pt>
                <c:pt idx="1886">
                  <c:v>90.6</c:v>
                </c:pt>
                <c:pt idx="1887">
                  <c:v>90.5</c:v>
                </c:pt>
                <c:pt idx="1888">
                  <c:v>90.5</c:v>
                </c:pt>
                <c:pt idx="1889">
                  <c:v>90.6</c:v>
                </c:pt>
                <c:pt idx="1890">
                  <c:v>90.6</c:v>
                </c:pt>
                <c:pt idx="1891">
                  <c:v>90.6</c:v>
                </c:pt>
                <c:pt idx="1892">
                  <c:v>90.5</c:v>
                </c:pt>
                <c:pt idx="1893">
                  <c:v>90.5</c:v>
                </c:pt>
                <c:pt idx="1894">
                  <c:v>90.3</c:v>
                </c:pt>
                <c:pt idx="1895">
                  <c:v>90.2</c:v>
                </c:pt>
                <c:pt idx="1896">
                  <c:v>90.3</c:v>
                </c:pt>
                <c:pt idx="1897">
                  <c:v>90.2</c:v>
                </c:pt>
                <c:pt idx="1898">
                  <c:v>90.3</c:v>
                </c:pt>
                <c:pt idx="1899">
                  <c:v>90.3</c:v>
                </c:pt>
                <c:pt idx="1900">
                  <c:v>90.3</c:v>
                </c:pt>
                <c:pt idx="1901">
                  <c:v>90.2</c:v>
                </c:pt>
                <c:pt idx="1902">
                  <c:v>90.1</c:v>
                </c:pt>
                <c:pt idx="1903">
                  <c:v>90</c:v>
                </c:pt>
                <c:pt idx="1904">
                  <c:v>90</c:v>
                </c:pt>
                <c:pt idx="1905">
                  <c:v>90</c:v>
                </c:pt>
                <c:pt idx="1906">
                  <c:v>89.9</c:v>
                </c:pt>
                <c:pt idx="1907">
                  <c:v>90</c:v>
                </c:pt>
                <c:pt idx="1908">
                  <c:v>89.9</c:v>
                </c:pt>
                <c:pt idx="1909">
                  <c:v>89.9</c:v>
                </c:pt>
                <c:pt idx="1910">
                  <c:v>89.9</c:v>
                </c:pt>
                <c:pt idx="1911">
                  <c:v>89.8</c:v>
                </c:pt>
                <c:pt idx="1912">
                  <c:v>89.8</c:v>
                </c:pt>
                <c:pt idx="1913">
                  <c:v>89.7</c:v>
                </c:pt>
                <c:pt idx="1914">
                  <c:v>89.7</c:v>
                </c:pt>
                <c:pt idx="1915">
                  <c:v>89.7</c:v>
                </c:pt>
                <c:pt idx="1916">
                  <c:v>89.6</c:v>
                </c:pt>
                <c:pt idx="1917">
                  <c:v>89.6</c:v>
                </c:pt>
                <c:pt idx="1918">
                  <c:v>89.5</c:v>
                </c:pt>
                <c:pt idx="1919">
                  <c:v>89.5</c:v>
                </c:pt>
                <c:pt idx="1920">
                  <c:v>89.5</c:v>
                </c:pt>
                <c:pt idx="1921">
                  <c:v>89.5</c:v>
                </c:pt>
                <c:pt idx="1922">
                  <c:v>89.5</c:v>
                </c:pt>
                <c:pt idx="1923">
                  <c:v>89.5</c:v>
                </c:pt>
                <c:pt idx="1924">
                  <c:v>89.4</c:v>
                </c:pt>
                <c:pt idx="1925">
                  <c:v>89.4</c:v>
                </c:pt>
                <c:pt idx="1926">
                  <c:v>89.4</c:v>
                </c:pt>
                <c:pt idx="1927">
                  <c:v>89.3</c:v>
                </c:pt>
                <c:pt idx="1928">
                  <c:v>89.3</c:v>
                </c:pt>
                <c:pt idx="1929">
                  <c:v>89.3</c:v>
                </c:pt>
                <c:pt idx="1930">
                  <c:v>89.3</c:v>
                </c:pt>
                <c:pt idx="1931">
                  <c:v>89.4</c:v>
                </c:pt>
                <c:pt idx="1932">
                  <c:v>89.4</c:v>
                </c:pt>
                <c:pt idx="1933">
                  <c:v>89.4</c:v>
                </c:pt>
                <c:pt idx="1934">
                  <c:v>89.1</c:v>
                </c:pt>
                <c:pt idx="1935">
                  <c:v>89.1</c:v>
                </c:pt>
                <c:pt idx="1936">
                  <c:v>89.1</c:v>
                </c:pt>
                <c:pt idx="1937">
                  <c:v>89.1</c:v>
                </c:pt>
                <c:pt idx="1938">
                  <c:v>89.2</c:v>
                </c:pt>
                <c:pt idx="1939">
                  <c:v>89.1</c:v>
                </c:pt>
                <c:pt idx="1940">
                  <c:v>89.2</c:v>
                </c:pt>
                <c:pt idx="1941">
                  <c:v>89.1</c:v>
                </c:pt>
                <c:pt idx="1942">
                  <c:v>89</c:v>
                </c:pt>
                <c:pt idx="1943">
                  <c:v>89</c:v>
                </c:pt>
                <c:pt idx="1944">
                  <c:v>89</c:v>
                </c:pt>
                <c:pt idx="1945">
                  <c:v>88.9</c:v>
                </c:pt>
                <c:pt idx="1946">
                  <c:v>89</c:v>
                </c:pt>
                <c:pt idx="1947">
                  <c:v>89</c:v>
                </c:pt>
                <c:pt idx="1948">
                  <c:v>89</c:v>
                </c:pt>
                <c:pt idx="1949">
                  <c:v>89</c:v>
                </c:pt>
                <c:pt idx="1950">
                  <c:v>88.9</c:v>
                </c:pt>
                <c:pt idx="1951">
                  <c:v>88.9</c:v>
                </c:pt>
                <c:pt idx="1952">
                  <c:v>88.9</c:v>
                </c:pt>
                <c:pt idx="1953">
                  <c:v>88.9</c:v>
                </c:pt>
                <c:pt idx="1954">
                  <c:v>88.9</c:v>
                </c:pt>
                <c:pt idx="1955">
                  <c:v>88.8</c:v>
                </c:pt>
                <c:pt idx="1956">
                  <c:v>88.8</c:v>
                </c:pt>
                <c:pt idx="1957">
                  <c:v>88.8</c:v>
                </c:pt>
                <c:pt idx="1958">
                  <c:v>88.7</c:v>
                </c:pt>
                <c:pt idx="1959">
                  <c:v>88.8</c:v>
                </c:pt>
                <c:pt idx="1960">
                  <c:v>88.8</c:v>
                </c:pt>
                <c:pt idx="1961">
                  <c:v>88.8</c:v>
                </c:pt>
                <c:pt idx="1962">
                  <c:v>88.8</c:v>
                </c:pt>
                <c:pt idx="1963">
                  <c:v>88.7</c:v>
                </c:pt>
                <c:pt idx="1964">
                  <c:v>88.8</c:v>
                </c:pt>
                <c:pt idx="1965">
                  <c:v>88.7</c:v>
                </c:pt>
                <c:pt idx="1966">
                  <c:v>88.7</c:v>
                </c:pt>
                <c:pt idx="1967">
                  <c:v>88.6</c:v>
                </c:pt>
                <c:pt idx="1968">
                  <c:v>88.6</c:v>
                </c:pt>
                <c:pt idx="1969">
                  <c:v>88.6</c:v>
                </c:pt>
                <c:pt idx="1970">
                  <c:v>88.6</c:v>
                </c:pt>
                <c:pt idx="1971">
                  <c:v>88.7</c:v>
                </c:pt>
                <c:pt idx="1972">
                  <c:v>88.6</c:v>
                </c:pt>
                <c:pt idx="1973">
                  <c:v>88.6</c:v>
                </c:pt>
                <c:pt idx="1974">
                  <c:v>88.5</c:v>
                </c:pt>
                <c:pt idx="1975">
                  <c:v>88.5</c:v>
                </c:pt>
                <c:pt idx="1976">
                  <c:v>88.4</c:v>
                </c:pt>
                <c:pt idx="1977">
                  <c:v>88.4</c:v>
                </c:pt>
                <c:pt idx="1978">
                  <c:v>88.5</c:v>
                </c:pt>
                <c:pt idx="1979">
                  <c:v>88.6</c:v>
                </c:pt>
                <c:pt idx="1980">
                  <c:v>88.5</c:v>
                </c:pt>
                <c:pt idx="1981">
                  <c:v>88.5</c:v>
                </c:pt>
                <c:pt idx="1982">
                  <c:v>88.5</c:v>
                </c:pt>
                <c:pt idx="1983">
                  <c:v>88.4</c:v>
                </c:pt>
                <c:pt idx="1984">
                  <c:v>88.3</c:v>
                </c:pt>
                <c:pt idx="1985">
                  <c:v>88.4</c:v>
                </c:pt>
                <c:pt idx="1986">
                  <c:v>88.4</c:v>
                </c:pt>
                <c:pt idx="1987">
                  <c:v>88.4</c:v>
                </c:pt>
                <c:pt idx="1988">
                  <c:v>88.4</c:v>
                </c:pt>
                <c:pt idx="1989">
                  <c:v>88.4</c:v>
                </c:pt>
                <c:pt idx="1990">
                  <c:v>88.3</c:v>
                </c:pt>
                <c:pt idx="1991">
                  <c:v>88.3</c:v>
                </c:pt>
                <c:pt idx="1992">
                  <c:v>88.3</c:v>
                </c:pt>
                <c:pt idx="1993">
                  <c:v>88.3</c:v>
                </c:pt>
                <c:pt idx="1994">
                  <c:v>88.3</c:v>
                </c:pt>
                <c:pt idx="1995">
                  <c:v>88.4</c:v>
                </c:pt>
                <c:pt idx="1996">
                  <c:v>88.3</c:v>
                </c:pt>
                <c:pt idx="1997">
                  <c:v>88.4</c:v>
                </c:pt>
                <c:pt idx="1998">
                  <c:v>88.3</c:v>
                </c:pt>
                <c:pt idx="1999">
                  <c:v>88.3</c:v>
                </c:pt>
                <c:pt idx="2000">
                  <c:v>88.4</c:v>
                </c:pt>
                <c:pt idx="2001">
                  <c:v>88.4</c:v>
                </c:pt>
                <c:pt idx="2002">
                  <c:v>88.4</c:v>
                </c:pt>
                <c:pt idx="2003">
                  <c:v>88.3</c:v>
                </c:pt>
                <c:pt idx="2004">
                  <c:v>88.3</c:v>
                </c:pt>
                <c:pt idx="2005">
                  <c:v>88.2</c:v>
                </c:pt>
                <c:pt idx="2006">
                  <c:v>88.2</c:v>
                </c:pt>
                <c:pt idx="2007">
                  <c:v>88.2</c:v>
                </c:pt>
                <c:pt idx="2008">
                  <c:v>88.1</c:v>
                </c:pt>
                <c:pt idx="2009">
                  <c:v>88.1</c:v>
                </c:pt>
                <c:pt idx="2010">
                  <c:v>88.2</c:v>
                </c:pt>
                <c:pt idx="2011">
                  <c:v>88.4</c:v>
                </c:pt>
                <c:pt idx="2012">
                  <c:v>88.4</c:v>
                </c:pt>
                <c:pt idx="2013">
                  <c:v>88.2</c:v>
                </c:pt>
                <c:pt idx="2014">
                  <c:v>88.2</c:v>
                </c:pt>
                <c:pt idx="2015">
                  <c:v>88.1</c:v>
                </c:pt>
                <c:pt idx="2016">
                  <c:v>88.2</c:v>
                </c:pt>
                <c:pt idx="2017">
                  <c:v>88.2</c:v>
                </c:pt>
                <c:pt idx="2018">
                  <c:v>88.1</c:v>
                </c:pt>
                <c:pt idx="2019">
                  <c:v>88.2</c:v>
                </c:pt>
                <c:pt idx="2020">
                  <c:v>88.3</c:v>
                </c:pt>
                <c:pt idx="2021">
                  <c:v>88.2</c:v>
                </c:pt>
                <c:pt idx="2022">
                  <c:v>88.2</c:v>
                </c:pt>
                <c:pt idx="2023">
                  <c:v>88.1</c:v>
                </c:pt>
                <c:pt idx="2024">
                  <c:v>88.1</c:v>
                </c:pt>
                <c:pt idx="2025">
                  <c:v>88.1</c:v>
                </c:pt>
                <c:pt idx="2026">
                  <c:v>88.1</c:v>
                </c:pt>
                <c:pt idx="2027">
                  <c:v>88.2</c:v>
                </c:pt>
                <c:pt idx="2028">
                  <c:v>88.2</c:v>
                </c:pt>
                <c:pt idx="2029">
                  <c:v>88.2</c:v>
                </c:pt>
                <c:pt idx="2030">
                  <c:v>88.2</c:v>
                </c:pt>
                <c:pt idx="2031">
                  <c:v>88.1</c:v>
                </c:pt>
                <c:pt idx="2032">
                  <c:v>88.3</c:v>
                </c:pt>
                <c:pt idx="2033">
                  <c:v>88.4</c:v>
                </c:pt>
                <c:pt idx="2034">
                  <c:v>88.4</c:v>
                </c:pt>
                <c:pt idx="2035">
                  <c:v>88.4</c:v>
                </c:pt>
                <c:pt idx="2036">
                  <c:v>88.4</c:v>
                </c:pt>
                <c:pt idx="2037">
                  <c:v>88.4</c:v>
                </c:pt>
                <c:pt idx="2038">
                  <c:v>88.3</c:v>
                </c:pt>
                <c:pt idx="2039">
                  <c:v>88.4</c:v>
                </c:pt>
                <c:pt idx="2040">
                  <c:v>88.5</c:v>
                </c:pt>
                <c:pt idx="2041">
                  <c:v>88.4</c:v>
                </c:pt>
                <c:pt idx="2042">
                  <c:v>88.5</c:v>
                </c:pt>
                <c:pt idx="2043">
                  <c:v>88.5</c:v>
                </c:pt>
                <c:pt idx="2044">
                  <c:v>88.4</c:v>
                </c:pt>
                <c:pt idx="2045">
                  <c:v>88.4</c:v>
                </c:pt>
                <c:pt idx="2046">
                  <c:v>88.4</c:v>
                </c:pt>
                <c:pt idx="2047">
                  <c:v>88.4</c:v>
                </c:pt>
                <c:pt idx="2048">
                  <c:v>88.4</c:v>
                </c:pt>
                <c:pt idx="2049">
                  <c:v>88.6</c:v>
                </c:pt>
                <c:pt idx="2050">
                  <c:v>88.6</c:v>
                </c:pt>
                <c:pt idx="2051">
                  <c:v>88.6</c:v>
                </c:pt>
                <c:pt idx="2052">
                  <c:v>88.7</c:v>
                </c:pt>
                <c:pt idx="2053">
                  <c:v>88.7</c:v>
                </c:pt>
                <c:pt idx="2054">
                  <c:v>88.7</c:v>
                </c:pt>
                <c:pt idx="2055">
                  <c:v>88.7</c:v>
                </c:pt>
                <c:pt idx="2056">
                  <c:v>88.7</c:v>
                </c:pt>
                <c:pt idx="2057">
                  <c:v>88.6</c:v>
                </c:pt>
                <c:pt idx="2058">
                  <c:v>88.7</c:v>
                </c:pt>
                <c:pt idx="2059">
                  <c:v>88.8</c:v>
                </c:pt>
                <c:pt idx="2060">
                  <c:v>88.8</c:v>
                </c:pt>
                <c:pt idx="2061">
                  <c:v>88.8</c:v>
                </c:pt>
                <c:pt idx="2062">
                  <c:v>88.8</c:v>
                </c:pt>
                <c:pt idx="2063">
                  <c:v>88.8</c:v>
                </c:pt>
                <c:pt idx="2064">
                  <c:v>88.7</c:v>
                </c:pt>
                <c:pt idx="2065">
                  <c:v>88.8</c:v>
                </c:pt>
                <c:pt idx="2066">
                  <c:v>88.8</c:v>
                </c:pt>
                <c:pt idx="2067">
                  <c:v>88.9</c:v>
                </c:pt>
                <c:pt idx="2068">
                  <c:v>88.8</c:v>
                </c:pt>
                <c:pt idx="2069">
                  <c:v>88.8</c:v>
                </c:pt>
                <c:pt idx="2070">
                  <c:v>88.8</c:v>
                </c:pt>
                <c:pt idx="2071">
                  <c:v>88.8</c:v>
                </c:pt>
                <c:pt idx="2072">
                  <c:v>88.8</c:v>
                </c:pt>
                <c:pt idx="2073">
                  <c:v>88.8</c:v>
                </c:pt>
                <c:pt idx="2074">
                  <c:v>88.9</c:v>
                </c:pt>
                <c:pt idx="2075">
                  <c:v>88.8</c:v>
                </c:pt>
                <c:pt idx="2076">
                  <c:v>88.8</c:v>
                </c:pt>
                <c:pt idx="2077">
                  <c:v>88.8</c:v>
                </c:pt>
                <c:pt idx="2078">
                  <c:v>88.7</c:v>
                </c:pt>
                <c:pt idx="2079">
                  <c:v>88.8</c:v>
                </c:pt>
                <c:pt idx="2080">
                  <c:v>88.9</c:v>
                </c:pt>
                <c:pt idx="2081">
                  <c:v>89</c:v>
                </c:pt>
                <c:pt idx="2082">
                  <c:v>89.1</c:v>
                </c:pt>
                <c:pt idx="2083">
                  <c:v>89</c:v>
                </c:pt>
                <c:pt idx="2084">
                  <c:v>88.8</c:v>
                </c:pt>
                <c:pt idx="2085">
                  <c:v>88.8</c:v>
                </c:pt>
                <c:pt idx="2086">
                  <c:v>88.8</c:v>
                </c:pt>
                <c:pt idx="2087">
                  <c:v>88.7</c:v>
                </c:pt>
                <c:pt idx="2088">
                  <c:v>88.8</c:v>
                </c:pt>
                <c:pt idx="2089">
                  <c:v>88.7</c:v>
                </c:pt>
                <c:pt idx="2090">
                  <c:v>88.7</c:v>
                </c:pt>
                <c:pt idx="2091">
                  <c:v>88.9</c:v>
                </c:pt>
                <c:pt idx="2092">
                  <c:v>88.8</c:v>
                </c:pt>
                <c:pt idx="2093">
                  <c:v>88.8</c:v>
                </c:pt>
                <c:pt idx="2094">
                  <c:v>88.7</c:v>
                </c:pt>
                <c:pt idx="2095">
                  <c:v>88.8</c:v>
                </c:pt>
                <c:pt idx="2096">
                  <c:v>88.8</c:v>
                </c:pt>
                <c:pt idx="2097">
                  <c:v>88.7</c:v>
                </c:pt>
                <c:pt idx="2098">
                  <c:v>88.7</c:v>
                </c:pt>
                <c:pt idx="2099">
                  <c:v>88.7</c:v>
                </c:pt>
                <c:pt idx="2100">
                  <c:v>88.6</c:v>
                </c:pt>
                <c:pt idx="2101">
                  <c:v>88.7</c:v>
                </c:pt>
                <c:pt idx="2102">
                  <c:v>88.7</c:v>
                </c:pt>
                <c:pt idx="2103">
                  <c:v>88.6</c:v>
                </c:pt>
                <c:pt idx="2104">
                  <c:v>88.6</c:v>
                </c:pt>
                <c:pt idx="2105">
                  <c:v>88.6</c:v>
                </c:pt>
                <c:pt idx="2106">
                  <c:v>88.6</c:v>
                </c:pt>
                <c:pt idx="2107">
                  <c:v>88.6</c:v>
                </c:pt>
                <c:pt idx="2108">
                  <c:v>88.6</c:v>
                </c:pt>
                <c:pt idx="2109">
                  <c:v>88.5</c:v>
                </c:pt>
                <c:pt idx="2110">
                  <c:v>88.6</c:v>
                </c:pt>
                <c:pt idx="2111">
                  <c:v>88.6</c:v>
                </c:pt>
                <c:pt idx="2112">
                  <c:v>88.6</c:v>
                </c:pt>
                <c:pt idx="2113">
                  <c:v>88.6</c:v>
                </c:pt>
                <c:pt idx="2114">
                  <c:v>88.6</c:v>
                </c:pt>
                <c:pt idx="2115">
                  <c:v>88.6</c:v>
                </c:pt>
                <c:pt idx="2116">
                  <c:v>88.6</c:v>
                </c:pt>
                <c:pt idx="2117">
                  <c:v>88.5</c:v>
                </c:pt>
                <c:pt idx="2118">
                  <c:v>88.4</c:v>
                </c:pt>
                <c:pt idx="2119">
                  <c:v>88.6</c:v>
                </c:pt>
                <c:pt idx="2120">
                  <c:v>88.6</c:v>
                </c:pt>
                <c:pt idx="2121">
                  <c:v>88.7</c:v>
                </c:pt>
                <c:pt idx="2122">
                  <c:v>88.7</c:v>
                </c:pt>
                <c:pt idx="2123">
                  <c:v>88.7</c:v>
                </c:pt>
                <c:pt idx="2124">
                  <c:v>88.5</c:v>
                </c:pt>
                <c:pt idx="2125">
                  <c:v>88.5</c:v>
                </c:pt>
                <c:pt idx="2126">
                  <c:v>88.5</c:v>
                </c:pt>
                <c:pt idx="2127">
                  <c:v>88.5</c:v>
                </c:pt>
                <c:pt idx="2128">
                  <c:v>88.5</c:v>
                </c:pt>
                <c:pt idx="2129">
                  <c:v>88.6</c:v>
                </c:pt>
                <c:pt idx="2130">
                  <c:v>88.7</c:v>
                </c:pt>
                <c:pt idx="2131">
                  <c:v>88.6</c:v>
                </c:pt>
                <c:pt idx="2132">
                  <c:v>88.7</c:v>
                </c:pt>
                <c:pt idx="2133">
                  <c:v>88.6</c:v>
                </c:pt>
                <c:pt idx="2134">
                  <c:v>88.6</c:v>
                </c:pt>
                <c:pt idx="2135">
                  <c:v>88.6</c:v>
                </c:pt>
                <c:pt idx="2136">
                  <c:v>88.7</c:v>
                </c:pt>
                <c:pt idx="2137">
                  <c:v>88.7</c:v>
                </c:pt>
                <c:pt idx="2138">
                  <c:v>88.7</c:v>
                </c:pt>
                <c:pt idx="2139">
                  <c:v>88.7</c:v>
                </c:pt>
                <c:pt idx="2140">
                  <c:v>88.8</c:v>
                </c:pt>
                <c:pt idx="2141">
                  <c:v>88.8</c:v>
                </c:pt>
                <c:pt idx="2142">
                  <c:v>88.7</c:v>
                </c:pt>
                <c:pt idx="2143">
                  <c:v>88.8</c:v>
                </c:pt>
                <c:pt idx="2144">
                  <c:v>88.7</c:v>
                </c:pt>
                <c:pt idx="2145">
                  <c:v>88.8</c:v>
                </c:pt>
                <c:pt idx="2146">
                  <c:v>88.8</c:v>
                </c:pt>
                <c:pt idx="2147">
                  <c:v>88.7</c:v>
                </c:pt>
                <c:pt idx="2148">
                  <c:v>88.8</c:v>
                </c:pt>
                <c:pt idx="2149">
                  <c:v>88.7</c:v>
                </c:pt>
                <c:pt idx="2150">
                  <c:v>88.7</c:v>
                </c:pt>
                <c:pt idx="2151">
                  <c:v>88.9</c:v>
                </c:pt>
                <c:pt idx="2152">
                  <c:v>88.9</c:v>
                </c:pt>
                <c:pt idx="2153">
                  <c:v>88.9</c:v>
                </c:pt>
                <c:pt idx="2154">
                  <c:v>89</c:v>
                </c:pt>
                <c:pt idx="2155">
                  <c:v>88.9</c:v>
                </c:pt>
                <c:pt idx="2156">
                  <c:v>88.7</c:v>
                </c:pt>
                <c:pt idx="2157">
                  <c:v>88.8</c:v>
                </c:pt>
                <c:pt idx="2158">
                  <c:v>88.8</c:v>
                </c:pt>
                <c:pt idx="2159">
                  <c:v>88.9</c:v>
                </c:pt>
                <c:pt idx="2160">
                  <c:v>88.9</c:v>
                </c:pt>
                <c:pt idx="2161">
                  <c:v>89</c:v>
                </c:pt>
                <c:pt idx="2162">
                  <c:v>89</c:v>
                </c:pt>
                <c:pt idx="2163">
                  <c:v>88.9</c:v>
                </c:pt>
                <c:pt idx="2164">
                  <c:v>89</c:v>
                </c:pt>
                <c:pt idx="2165">
                  <c:v>88.9</c:v>
                </c:pt>
                <c:pt idx="2166">
                  <c:v>88.8</c:v>
                </c:pt>
                <c:pt idx="2167">
                  <c:v>89</c:v>
                </c:pt>
                <c:pt idx="2168">
                  <c:v>89.1</c:v>
                </c:pt>
                <c:pt idx="2169">
                  <c:v>89.1</c:v>
                </c:pt>
                <c:pt idx="2170">
                  <c:v>89</c:v>
                </c:pt>
                <c:pt idx="2171">
                  <c:v>89</c:v>
                </c:pt>
                <c:pt idx="2172">
                  <c:v>89</c:v>
                </c:pt>
                <c:pt idx="2173">
                  <c:v>89</c:v>
                </c:pt>
                <c:pt idx="2174">
                  <c:v>89</c:v>
                </c:pt>
                <c:pt idx="2175">
                  <c:v>89</c:v>
                </c:pt>
                <c:pt idx="2176">
                  <c:v>89</c:v>
                </c:pt>
                <c:pt idx="2177">
                  <c:v>89</c:v>
                </c:pt>
                <c:pt idx="2178">
                  <c:v>89</c:v>
                </c:pt>
                <c:pt idx="2179">
                  <c:v>88.9</c:v>
                </c:pt>
                <c:pt idx="2180">
                  <c:v>89</c:v>
                </c:pt>
                <c:pt idx="2181">
                  <c:v>89.1</c:v>
                </c:pt>
                <c:pt idx="2182">
                  <c:v>89</c:v>
                </c:pt>
                <c:pt idx="2183">
                  <c:v>89</c:v>
                </c:pt>
                <c:pt idx="2184">
                  <c:v>89.1</c:v>
                </c:pt>
                <c:pt idx="2185">
                  <c:v>89.1</c:v>
                </c:pt>
                <c:pt idx="2186">
                  <c:v>89</c:v>
                </c:pt>
                <c:pt idx="2187">
                  <c:v>89</c:v>
                </c:pt>
                <c:pt idx="2188">
                  <c:v>89.1</c:v>
                </c:pt>
                <c:pt idx="2189">
                  <c:v>89</c:v>
                </c:pt>
                <c:pt idx="2190">
                  <c:v>89.2</c:v>
                </c:pt>
                <c:pt idx="2191">
                  <c:v>89.3</c:v>
                </c:pt>
                <c:pt idx="2192">
                  <c:v>89.2</c:v>
                </c:pt>
                <c:pt idx="2193">
                  <c:v>89.2</c:v>
                </c:pt>
                <c:pt idx="2194">
                  <c:v>89.2</c:v>
                </c:pt>
                <c:pt idx="2195">
                  <c:v>89.1</c:v>
                </c:pt>
                <c:pt idx="2196">
                  <c:v>89.1</c:v>
                </c:pt>
                <c:pt idx="2197">
                  <c:v>89</c:v>
                </c:pt>
                <c:pt idx="2198">
                  <c:v>89.3</c:v>
                </c:pt>
                <c:pt idx="2199">
                  <c:v>89.3</c:v>
                </c:pt>
                <c:pt idx="2200">
                  <c:v>89.4</c:v>
                </c:pt>
                <c:pt idx="2201">
                  <c:v>89.3</c:v>
                </c:pt>
                <c:pt idx="2202">
                  <c:v>89.3</c:v>
                </c:pt>
                <c:pt idx="2203">
                  <c:v>89.3</c:v>
                </c:pt>
                <c:pt idx="2204">
                  <c:v>89.3</c:v>
                </c:pt>
                <c:pt idx="2205">
                  <c:v>89.2</c:v>
                </c:pt>
                <c:pt idx="2206">
                  <c:v>89.1</c:v>
                </c:pt>
                <c:pt idx="2207">
                  <c:v>89.2</c:v>
                </c:pt>
                <c:pt idx="2208">
                  <c:v>89.3</c:v>
                </c:pt>
                <c:pt idx="2209">
                  <c:v>89.4</c:v>
                </c:pt>
                <c:pt idx="2210">
                  <c:v>89.3</c:v>
                </c:pt>
                <c:pt idx="2211">
                  <c:v>89.3</c:v>
                </c:pt>
                <c:pt idx="2212">
                  <c:v>89.3</c:v>
                </c:pt>
                <c:pt idx="2213">
                  <c:v>89.2</c:v>
                </c:pt>
                <c:pt idx="2214">
                  <c:v>89.3</c:v>
                </c:pt>
                <c:pt idx="2215">
                  <c:v>89.3</c:v>
                </c:pt>
                <c:pt idx="2216">
                  <c:v>89.3</c:v>
                </c:pt>
                <c:pt idx="2217">
                  <c:v>89.4</c:v>
                </c:pt>
                <c:pt idx="2218">
                  <c:v>89.4</c:v>
                </c:pt>
                <c:pt idx="2219">
                  <c:v>89.3</c:v>
                </c:pt>
                <c:pt idx="2220">
                  <c:v>89.3</c:v>
                </c:pt>
                <c:pt idx="2221">
                  <c:v>89.4</c:v>
                </c:pt>
                <c:pt idx="2222">
                  <c:v>89.5</c:v>
                </c:pt>
                <c:pt idx="2223">
                  <c:v>89.5</c:v>
                </c:pt>
                <c:pt idx="2224">
                  <c:v>89.6</c:v>
                </c:pt>
                <c:pt idx="2225">
                  <c:v>89.5</c:v>
                </c:pt>
                <c:pt idx="2226">
                  <c:v>89.4</c:v>
                </c:pt>
                <c:pt idx="2227">
                  <c:v>89.4</c:v>
                </c:pt>
                <c:pt idx="2228">
                  <c:v>89.4</c:v>
                </c:pt>
                <c:pt idx="2229">
                  <c:v>89.6</c:v>
                </c:pt>
                <c:pt idx="2230">
                  <c:v>89.6</c:v>
                </c:pt>
                <c:pt idx="2231">
                  <c:v>89.4</c:v>
                </c:pt>
                <c:pt idx="2232">
                  <c:v>89.5</c:v>
                </c:pt>
                <c:pt idx="2233">
                  <c:v>89.5</c:v>
                </c:pt>
                <c:pt idx="2234">
                  <c:v>89.4</c:v>
                </c:pt>
                <c:pt idx="2235">
                  <c:v>89.5</c:v>
                </c:pt>
                <c:pt idx="2236">
                  <c:v>89.6</c:v>
                </c:pt>
                <c:pt idx="2237">
                  <c:v>89.6</c:v>
                </c:pt>
                <c:pt idx="2238">
                  <c:v>89.8</c:v>
                </c:pt>
                <c:pt idx="2239">
                  <c:v>89.8</c:v>
                </c:pt>
                <c:pt idx="2240">
                  <c:v>89.7</c:v>
                </c:pt>
                <c:pt idx="2241">
                  <c:v>89.7</c:v>
                </c:pt>
                <c:pt idx="2242">
                  <c:v>89.6</c:v>
                </c:pt>
                <c:pt idx="2243">
                  <c:v>89.6</c:v>
                </c:pt>
                <c:pt idx="2244">
                  <c:v>89.7</c:v>
                </c:pt>
                <c:pt idx="2245">
                  <c:v>89.7</c:v>
                </c:pt>
                <c:pt idx="2246">
                  <c:v>89.8</c:v>
                </c:pt>
                <c:pt idx="2247">
                  <c:v>89.8</c:v>
                </c:pt>
                <c:pt idx="2248">
                  <c:v>89.9</c:v>
                </c:pt>
                <c:pt idx="2249">
                  <c:v>89.9</c:v>
                </c:pt>
                <c:pt idx="2250">
                  <c:v>89.9</c:v>
                </c:pt>
                <c:pt idx="2251">
                  <c:v>90</c:v>
                </c:pt>
                <c:pt idx="2252">
                  <c:v>90</c:v>
                </c:pt>
                <c:pt idx="2253">
                  <c:v>90</c:v>
                </c:pt>
                <c:pt idx="2254">
                  <c:v>90</c:v>
                </c:pt>
                <c:pt idx="2255">
                  <c:v>90.1</c:v>
                </c:pt>
                <c:pt idx="2256">
                  <c:v>90</c:v>
                </c:pt>
                <c:pt idx="2257">
                  <c:v>90.1</c:v>
                </c:pt>
                <c:pt idx="2258">
                  <c:v>90.2</c:v>
                </c:pt>
                <c:pt idx="2259">
                  <c:v>90.1</c:v>
                </c:pt>
                <c:pt idx="2260">
                  <c:v>90.2</c:v>
                </c:pt>
                <c:pt idx="2261">
                  <c:v>90.2</c:v>
                </c:pt>
                <c:pt idx="2262">
                  <c:v>90.1</c:v>
                </c:pt>
                <c:pt idx="2263">
                  <c:v>90.2</c:v>
                </c:pt>
                <c:pt idx="2264">
                  <c:v>90.1</c:v>
                </c:pt>
                <c:pt idx="2265">
                  <c:v>90.1</c:v>
                </c:pt>
                <c:pt idx="2266">
                  <c:v>90.3</c:v>
                </c:pt>
                <c:pt idx="2267">
                  <c:v>90.3</c:v>
                </c:pt>
                <c:pt idx="2268">
                  <c:v>90.3</c:v>
                </c:pt>
                <c:pt idx="2269">
                  <c:v>90.4</c:v>
                </c:pt>
                <c:pt idx="2270">
                  <c:v>90.5</c:v>
                </c:pt>
                <c:pt idx="2271">
                  <c:v>90.5</c:v>
                </c:pt>
                <c:pt idx="2272">
                  <c:v>90.4</c:v>
                </c:pt>
                <c:pt idx="2273">
                  <c:v>90.4</c:v>
                </c:pt>
                <c:pt idx="2274">
                  <c:v>90.5</c:v>
                </c:pt>
                <c:pt idx="2275">
                  <c:v>90.5</c:v>
                </c:pt>
                <c:pt idx="2276">
                  <c:v>90.5</c:v>
                </c:pt>
                <c:pt idx="2277">
                  <c:v>90.6</c:v>
                </c:pt>
                <c:pt idx="2278">
                  <c:v>90.6</c:v>
                </c:pt>
                <c:pt idx="2279">
                  <c:v>90.7</c:v>
                </c:pt>
                <c:pt idx="2280">
                  <c:v>90.7</c:v>
                </c:pt>
                <c:pt idx="2281">
                  <c:v>90.7</c:v>
                </c:pt>
                <c:pt idx="2282">
                  <c:v>90.7</c:v>
                </c:pt>
                <c:pt idx="2283">
                  <c:v>90.7</c:v>
                </c:pt>
                <c:pt idx="2284">
                  <c:v>90.7</c:v>
                </c:pt>
                <c:pt idx="2285">
                  <c:v>90.9</c:v>
                </c:pt>
                <c:pt idx="2286">
                  <c:v>90.9</c:v>
                </c:pt>
                <c:pt idx="2287">
                  <c:v>90.9</c:v>
                </c:pt>
                <c:pt idx="2288">
                  <c:v>91.1</c:v>
                </c:pt>
                <c:pt idx="2289">
                  <c:v>91.1</c:v>
                </c:pt>
                <c:pt idx="2290">
                  <c:v>91.1</c:v>
                </c:pt>
                <c:pt idx="2291">
                  <c:v>91.2</c:v>
                </c:pt>
                <c:pt idx="2292">
                  <c:v>91.3</c:v>
                </c:pt>
                <c:pt idx="2293">
                  <c:v>91.3</c:v>
                </c:pt>
                <c:pt idx="2294">
                  <c:v>91.3</c:v>
                </c:pt>
                <c:pt idx="2295">
                  <c:v>91.4</c:v>
                </c:pt>
                <c:pt idx="2296">
                  <c:v>91.3</c:v>
                </c:pt>
                <c:pt idx="2297">
                  <c:v>91.4</c:v>
                </c:pt>
                <c:pt idx="2298">
                  <c:v>91.4</c:v>
                </c:pt>
                <c:pt idx="2299">
                  <c:v>91.6</c:v>
                </c:pt>
                <c:pt idx="2300">
                  <c:v>91.6</c:v>
                </c:pt>
                <c:pt idx="2301">
                  <c:v>91.5</c:v>
                </c:pt>
                <c:pt idx="2302">
                  <c:v>91.6</c:v>
                </c:pt>
                <c:pt idx="2303">
                  <c:v>91.6</c:v>
                </c:pt>
                <c:pt idx="2304">
                  <c:v>91.5</c:v>
                </c:pt>
                <c:pt idx="2305">
                  <c:v>91.6</c:v>
                </c:pt>
                <c:pt idx="2306">
                  <c:v>91.6</c:v>
                </c:pt>
                <c:pt idx="2307">
                  <c:v>91.6</c:v>
                </c:pt>
                <c:pt idx="2308">
                  <c:v>91.6</c:v>
                </c:pt>
                <c:pt idx="2309">
                  <c:v>91.7</c:v>
                </c:pt>
                <c:pt idx="2310">
                  <c:v>91.8</c:v>
                </c:pt>
                <c:pt idx="2311">
                  <c:v>91.8</c:v>
                </c:pt>
                <c:pt idx="2312">
                  <c:v>91.8</c:v>
                </c:pt>
                <c:pt idx="2313">
                  <c:v>91.7</c:v>
                </c:pt>
                <c:pt idx="2314">
                  <c:v>91.8</c:v>
                </c:pt>
                <c:pt idx="2315">
                  <c:v>91.7</c:v>
                </c:pt>
                <c:pt idx="2316">
                  <c:v>91.8</c:v>
                </c:pt>
                <c:pt idx="2317">
                  <c:v>91.7</c:v>
                </c:pt>
                <c:pt idx="2318">
                  <c:v>91.8</c:v>
                </c:pt>
                <c:pt idx="2319">
                  <c:v>91.9</c:v>
                </c:pt>
                <c:pt idx="2320">
                  <c:v>91.8</c:v>
                </c:pt>
                <c:pt idx="2321">
                  <c:v>91.7</c:v>
                </c:pt>
                <c:pt idx="2322">
                  <c:v>91.8</c:v>
                </c:pt>
                <c:pt idx="2323">
                  <c:v>91.8</c:v>
                </c:pt>
                <c:pt idx="2324">
                  <c:v>91.8</c:v>
                </c:pt>
                <c:pt idx="2325">
                  <c:v>91.8</c:v>
                </c:pt>
                <c:pt idx="2326">
                  <c:v>91.7</c:v>
                </c:pt>
                <c:pt idx="2327">
                  <c:v>91.7</c:v>
                </c:pt>
                <c:pt idx="2328">
                  <c:v>91.8</c:v>
                </c:pt>
                <c:pt idx="2329">
                  <c:v>91.7</c:v>
                </c:pt>
                <c:pt idx="2330">
                  <c:v>91.8</c:v>
                </c:pt>
                <c:pt idx="2331">
                  <c:v>91.8</c:v>
                </c:pt>
                <c:pt idx="2332">
                  <c:v>91.8</c:v>
                </c:pt>
                <c:pt idx="2333">
                  <c:v>91.8</c:v>
                </c:pt>
                <c:pt idx="2334">
                  <c:v>91.9</c:v>
                </c:pt>
                <c:pt idx="2335">
                  <c:v>91.8</c:v>
                </c:pt>
                <c:pt idx="2336">
                  <c:v>91.8</c:v>
                </c:pt>
                <c:pt idx="2337">
                  <c:v>91.7</c:v>
                </c:pt>
                <c:pt idx="2338">
                  <c:v>91.7</c:v>
                </c:pt>
                <c:pt idx="2339">
                  <c:v>91.8</c:v>
                </c:pt>
                <c:pt idx="2340">
                  <c:v>91.8</c:v>
                </c:pt>
                <c:pt idx="2341">
                  <c:v>91.8</c:v>
                </c:pt>
                <c:pt idx="2342">
                  <c:v>91.9</c:v>
                </c:pt>
                <c:pt idx="2343">
                  <c:v>91.9</c:v>
                </c:pt>
                <c:pt idx="2344">
                  <c:v>91.7</c:v>
                </c:pt>
                <c:pt idx="2345">
                  <c:v>91.7</c:v>
                </c:pt>
                <c:pt idx="2346">
                  <c:v>91.7</c:v>
                </c:pt>
                <c:pt idx="2347">
                  <c:v>91.7</c:v>
                </c:pt>
                <c:pt idx="2348">
                  <c:v>91.7</c:v>
                </c:pt>
                <c:pt idx="2349">
                  <c:v>91.9</c:v>
                </c:pt>
                <c:pt idx="2350">
                  <c:v>91.9</c:v>
                </c:pt>
                <c:pt idx="2351">
                  <c:v>91.9</c:v>
                </c:pt>
                <c:pt idx="2352">
                  <c:v>91.9</c:v>
                </c:pt>
                <c:pt idx="2353">
                  <c:v>91.9</c:v>
                </c:pt>
                <c:pt idx="2354">
                  <c:v>91.8</c:v>
                </c:pt>
                <c:pt idx="2355">
                  <c:v>91.8</c:v>
                </c:pt>
                <c:pt idx="2356">
                  <c:v>91.8</c:v>
                </c:pt>
                <c:pt idx="2357">
                  <c:v>91.8</c:v>
                </c:pt>
                <c:pt idx="2358">
                  <c:v>91.9</c:v>
                </c:pt>
                <c:pt idx="2359">
                  <c:v>91.9</c:v>
                </c:pt>
                <c:pt idx="2360">
                  <c:v>91.8</c:v>
                </c:pt>
                <c:pt idx="2361">
                  <c:v>91.9</c:v>
                </c:pt>
                <c:pt idx="2362">
                  <c:v>91.9</c:v>
                </c:pt>
                <c:pt idx="2363">
                  <c:v>91.8</c:v>
                </c:pt>
                <c:pt idx="2364">
                  <c:v>91.8</c:v>
                </c:pt>
                <c:pt idx="2365">
                  <c:v>91.9</c:v>
                </c:pt>
                <c:pt idx="2366">
                  <c:v>91.8</c:v>
                </c:pt>
                <c:pt idx="2367">
                  <c:v>91.8</c:v>
                </c:pt>
                <c:pt idx="2368">
                  <c:v>91.8</c:v>
                </c:pt>
                <c:pt idx="2369">
                  <c:v>91.9</c:v>
                </c:pt>
                <c:pt idx="2370">
                  <c:v>91.9</c:v>
                </c:pt>
                <c:pt idx="2371">
                  <c:v>91.9</c:v>
                </c:pt>
                <c:pt idx="2372">
                  <c:v>91.9</c:v>
                </c:pt>
                <c:pt idx="2373">
                  <c:v>91.9</c:v>
                </c:pt>
                <c:pt idx="2374">
                  <c:v>91.8</c:v>
                </c:pt>
                <c:pt idx="2375">
                  <c:v>91.8</c:v>
                </c:pt>
                <c:pt idx="2376">
                  <c:v>91.8</c:v>
                </c:pt>
                <c:pt idx="2377">
                  <c:v>91.8</c:v>
                </c:pt>
                <c:pt idx="2378">
                  <c:v>91.8</c:v>
                </c:pt>
                <c:pt idx="2379">
                  <c:v>91.8</c:v>
                </c:pt>
                <c:pt idx="2380">
                  <c:v>91.9</c:v>
                </c:pt>
                <c:pt idx="2381">
                  <c:v>91.8</c:v>
                </c:pt>
                <c:pt idx="2382">
                  <c:v>91.9</c:v>
                </c:pt>
                <c:pt idx="2383">
                  <c:v>91.7</c:v>
                </c:pt>
                <c:pt idx="2384">
                  <c:v>91.7</c:v>
                </c:pt>
                <c:pt idx="2385">
                  <c:v>91.8</c:v>
                </c:pt>
                <c:pt idx="2386">
                  <c:v>91.8</c:v>
                </c:pt>
                <c:pt idx="2387">
                  <c:v>91.8</c:v>
                </c:pt>
                <c:pt idx="2388">
                  <c:v>91.9</c:v>
                </c:pt>
                <c:pt idx="2389">
                  <c:v>91.7</c:v>
                </c:pt>
                <c:pt idx="2390">
                  <c:v>91.6</c:v>
                </c:pt>
                <c:pt idx="2391">
                  <c:v>91.6</c:v>
                </c:pt>
                <c:pt idx="2392">
                  <c:v>91.7</c:v>
                </c:pt>
                <c:pt idx="2393">
                  <c:v>91.6</c:v>
                </c:pt>
                <c:pt idx="2394">
                  <c:v>91.7</c:v>
                </c:pt>
                <c:pt idx="2395">
                  <c:v>91.8</c:v>
                </c:pt>
                <c:pt idx="2396">
                  <c:v>91.7</c:v>
                </c:pt>
                <c:pt idx="2397">
                  <c:v>91.7</c:v>
                </c:pt>
                <c:pt idx="2398">
                  <c:v>91.7</c:v>
                </c:pt>
                <c:pt idx="2399">
                  <c:v>91.7</c:v>
                </c:pt>
                <c:pt idx="2400">
                  <c:v>91.7</c:v>
                </c:pt>
                <c:pt idx="2401">
                  <c:v>91.7</c:v>
                </c:pt>
                <c:pt idx="2402">
                  <c:v>91.7</c:v>
                </c:pt>
                <c:pt idx="2403">
                  <c:v>91.6</c:v>
                </c:pt>
                <c:pt idx="2404">
                  <c:v>91.6</c:v>
                </c:pt>
                <c:pt idx="2405">
                  <c:v>91.5</c:v>
                </c:pt>
                <c:pt idx="2406">
                  <c:v>91.6</c:v>
                </c:pt>
                <c:pt idx="2407">
                  <c:v>91.6</c:v>
                </c:pt>
                <c:pt idx="2408">
                  <c:v>91.6</c:v>
                </c:pt>
                <c:pt idx="2409">
                  <c:v>91.6</c:v>
                </c:pt>
                <c:pt idx="2410">
                  <c:v>91.7</c:v>
                </c:pt>
                <c:pt idx="2411">
                  <c:v>91.7</c:v>
                </c:pt>
                <c:pt idx="2412">
                  <c:v>91.7</c:v>
                </c:pt>
                <c:pt idx="2413">
                  <c:v>91.6</c:v>
                </c:pt>
                <c:pt idx="2414">
                  <c:v>91.5</c:v>
                </c:pt>
                <c:pt idx="2415">
                  <c:v>91.6</c:v>
                </c:pt>
                <c:pt idx="2416">
                  <c:v>91.6</c:v>
                </c:pt>
                <c:pt idx="2417">
                  <c:v>91.7</c:v>
                </c:pt>
                <c:pt idx="2418">
                  <c:v>91.7</c:v>
                </c:pt>
                <c:pt idx="2419">
                  <c:v>91.7</c:v>
                </c:pt>
                <c:pt idx="2420">
                  <c:v>91.6</c:v>
                </c:pt>
                <c:pt idx="2421">
                  <c:v>91.6</c:v>
                </c:pt>
                <c:pt idx="2422">
                  <c:v>91.5</c:v>
                </c:pt>
                <c:pt idx="2423">
                  <c:v>91.5</c:v>
                </c:pt>
                <c:pt idx="2424">
                  <c:v>91.6</c:v>
                </c:pt>
                <c:pt idx="2425">
                  <c:v>91.5</c:v>
                </c:pt>
                <c:pt idx="2426">
                  <c:v>91.5</c:v>
                </c:pt>
                <c:pt idx="2427">
                  <c:v>91.6</c:v>
                </c:pt>
                <c:pt idx="2428">
                  <c:v>91.6</c:v>
                </c:pt>
                <c:pt idx="2429">
                  <c:v>91.5</c:v>
                </c:pt>
                <c:pt idx="2430">
                  <c:v>91.5</c:v>
                </c:pt>
                <c:pt idx="2431">
                  <c:v>91.4</c:v>
                </c:pt>
                <c:pt idx="2432">
                  <c:v>91.5</c:v>
                </c:pt>
                <c:pt idx="2433">
                  <c:v>91.4</c:v>
                </c:pt>
                <c:pt idx="2434">
                  <c:v>91.4</c:v>
                </c:pt>
                <c:pt idx="2435">
                  <c:v>91.4</c:v>
                </c:pt>
                <c:pt idx="2436">
                  <c:v>91.4</c:v>
                </c:pt>
                <c:pt idx="2437">
                  <c:v>91.4</c:v>
                </c:pt>
                <c:pt idx="2438">
                  <c:v>91.5</c:v>
                </c:pt>
                <c:pt idx="2439">
                  <c:v>91.4</c:v>
                </c:pt>
                <c:pt idx="2440">
                  <c:v>91.5</c:v>
                </c:pt>
                <c:pt idx="2441">
                  <c:v>91.5</c:v>
                </c:pt>
                <c:pt idx="2442">
                  <c:v>91.5</c:v>
                </c:pt>
                <c:pt idx="2443">
                  <c:v>91.4</c:v>
                </c:pt>
                <c:pt idx="2444">
                  <c:v>91.4</c:v>
                </c:pt>
                <c:pt idx="2445">
                  <c:v>91.3</c:v>
                </c:pt>
                <c:pt idx="2446">
                  <c:v>91.4</c:v>
                </c:pt>
                <c:pt idx="2447">
                  <c:v>91.3</c:v>
                </c:pt>
                <c:pt idx="2448">
                  <c:v>91.5</c:v>
                </c:pt>
                <c:pt idx="2449">
                  <c:v>91.4</c:v>
                </c:pt>
                <c:pt idx="2450">
                  <c:v>91.4</c:v>
                </c:pt>
                <c:pt idx="2451">
                  <c:v>91.4</c:v>
                </c:pt>
                <c:pt idx="2452">
                  <c:v>91.4</c:v>
                </c:pt>
                <c:pt idx="2453">
                  <c:v>91.4</c:v>
                </c:pt>
                <c:pt idx="2454">
                  <c:v>91.3</c:v>
                </c:pt>
                <c:pt idx="2455">
                  <c:v>91.2</c:v>
                </c:pt>
                <c:pt idx="2456">
                  <c:v>91.3</c:v>
                </c:pt>
                <c:pt idx="2457">
                  <c:v>91.4</c:v>
                </c:pt>
                <c:pt idx="2458">
                  <c:v>91.4</c:v>
                </c:pt>
                <c:pt idx="2459">
                  <c:v>91.4</c:v>
                </c:pt>
                <c:pt idx="2460">
                  <c:v>91.4</c:v>
                </c:pt>
                <c:pt idx="2461">
                  <c:v>91.4</c:v>
                </c:pt>
                <c:pt idx="2462">
                  <c:v>91.3</c:v>
                </c:pt>
                <c:pt idx="2463">
                  <c:v>91.3</c:v>
                </c:pt>
                <c:pt idx="2464">
                  <c:v>91.2</c:v>
                </c:pt>
                <c:pt idx="2465">
                  <c:v>91.2</c:v>
                </c:pt>
                <c:pt idx="2466">
                  <c:v>91.3</c:v>
                </c:pt>
                <c:pt idx="2467">
                  <c:v>91.3</c:v>
                </c:pt>
                <c:pt idx="2468">
                  <c:v>91.4</c:v>
                </c:pt>
                <c:pt idx="2469">
                  <c:v>91.4</c:v>
                </c:pt>
                <c:pt idx="2470">
                  <c:v>91.3</c:v>
                </c:pt>
                <c:pt idx="2471">
                  <c:v>91.3</c:v>
                </c:pt>
                <c:pt idx="2472">
                  <c:v>91.2</c:v>
                </c:pt>
                <c:pt idx="2473">
                  <c:v>91.2</c:v>
                </c:pt>
                <c:pt idx="2474">
                  <c:v>91.2</c:v>
                </c:pt>
                <c:pt idx="2475">
                  <c:v>91.2</c:v>
                </c:pt>
                <c:pt idx="2476">
                  <c:v>91.2</c:v>
                </c:pt>
                <c:pt idx="2477">
                  <c:v>91.1</c:v>
                </c:pt>
                <c:pt idx="2478">
                  <c:v>91.2</c:v>
                </c:pt>
                <c:pt idx="2479">
                  <c:v>91.1</c:v>
                </c:pt>
                <c:pt idx="2480">
                  <c:v>91.1</c:v>
                </c:pt>
                <c:pt idx="2481">
                  <c:v>91.2</c:v>
                </c:pt>
                <c:pt idx="2482">
                  <c:v>91.2</c:v>
                </c:pt>
                <c:pt idx="2483">
                  <c:v>91.2</c:v>
                </c:pt>
                <c:pt idx="2484">
                  <c:v>91.2</c:v>
                </c:pt>
                <c:pt idx="2485">
                  <c:v>91.1</c:v>
                </c:pt>
                <c:pt idx="2486">
                  <c:v>91.1</c:v>
                </c:pt>
                <c:pt idx="2487">
                  <c:v>91.1</c:v>
                </c:pt>
                <c:pt idx="2488">
                  <c:v>91</c:v>
                </c:pt>
                <c:pt idx="2489">
                  <c:v>91.2</c:v>
                </c:pt>
                <c:pt idx="2490">
                  <c:v>91.2</c:v>
                </c:pt>
                <c:pt idx="2491">
                  <c:v>91.1</c:v>
                </c:pt>
                <c:pt idx="2492">
                  <c:v>91.2</c:v>
                </c:pt>
                <c:pt idx="2493">
                  <c:v>91.1</c:v>
                </c:pt>
                <c:pt idx="2494">
                  <c:v>91</c:v>
                </c:pt>
                <c:pt idx="2495">
                  <c:v>91</c:v>
                </c:pt>
                <c:pt idx="2496">
                  <c:v>91.1</c:v>
                </c:pt>
                <c:pt idx="2497">
                  <c:v>91</c:v>
                </c:pt>
                <c:pt idx="2498">
                  <c:v>91.1</c:v>
                </c:pt>
                <c:pt idx="2499">
                  <c:v>91.2</c:v>
                </c:pt>
                <c:pt idx="2500">
                  <c:v>91.2</c:v>
                </c:pt>
                <c:pt idx="2501">
                  <c:v>91.2</c:v>
                </c:pt>
                <c:pt idx="2502">
                  <c:v>91</c:v>
                </c:pt>
                <c:pt idx="2503">
                  <c:v>91</c:v>
                </c:pt>
                <c:pt idx="2504">
                  <c:v>91</c:v>
                </c:pt>
                <c:pt idx="2505">
                  <c:v>91</c:v>
                </c:pt>
                <c:pt idx="2506">
                  <c:v>91</c:v>
                </c:pt>
                <c:pt idx="2507">
                  <c:v>91.1</c:v>
                </c:pt>
                <c:pt idx="2508">
                  <c:v>91.1</c:v>
                </c:pt>
                <c:pt idx="2509">
                  <c:v>91.1</c:v>
                </c:pt>
                <c:pt idx="2510">
                  <c:v>91</c:v>
                </c:pt>
                <c:pt idx="2511">
                  <c:v>91</c:v>
                </c:pt>
                <c:pt idx="2512">
                  <c:v>91</c:v>
                </c:pt>
                <c:pt idx="2513">
                  <c:v>91.1</c:v>
                </c:pt>
                <c:pt idx="2514">
                  <c:v>91.1</c:v>
                </c:pt>
                <c:pt idx="2515">
                  <c:v>91.1</c:v>
                </c:pt>
                <c:pt idx="2516">
                  <c:v>91</c:v>
                </c:pt>
                <c:pt idx="2517">
                  <c:v>91</c:v>
                </c:pt>
                <c:pt idx="2518">
                  <c:v>91</c:v>
                </c:pt>
                <c:pt idx="2519">
                  <c:v>91</c:v>
                </c:pt>
                <c:pt idx="2520">
                  <c:v>91</c:v>
                </c:pt>
                <c:pt idx="2521">
                  <c:v>91</c:v>
                </c:pt>
                <c:pt idx="2522">
                  <c:v>91.1</c:v>
                </c:pt>
                <c:pt idx="2523">
                  <c:v>91.1</c:v>
                </c:pt>
                <c:pt idx="2524">
                  <c:v>91</c:v>
                </c:pt>
                <c:pt idx="2525">
                  <c:v>91</c:v>
                </c:pt>
                <c:pt idx="2526">
                  <c:v>90.8</c:v>
                </c:pt>
                <c:pt idx="2527">
                  <c:v>90.9</c:v>
                </c:pt>
                <c:pt idx="2528">
                  <c:v>90.9</c:v>
                </c:pt>
                <c:pt idx="2529">
                  <c:v>91</c:v>
                </c:pt>
                <c:pt idx="2530">
                  <c:v>90.9</c:v>
                </c:pt>
                <c:pt idx="2531">
                  <c:v>90.9</c:v>
                </c:pt>
                <c:pt idx="2532">
                  <c:v>91</c:v>
                </c:pt>
                <c:pt idx="2533">
                  <c:v>90.8</c:v>
                </c:pt>
                <c:pt idx="2534">
                  <c:v>90.7</c:v>
                </c:pt>
                <c:pt idx="2535">
                  <c:v>90.8</c:v>
                </c:pt>
                <c:pt idx="2536">
                  <c:v>90.7</c:v>
                </c:pt>
                <c:pt idx="2537">
                  <c:v>90.6</c:v>
                </c:pt>
                <c:pt idx="2538">
                  <c:v>90.7</c:v>
                </c:pt>
                <c:pt idx="2539">
                  <c:v>90.8</c:v>
                </c:pt>
                <c:pt idx="2540">
                  <c:v>90.7</c:v>
                </c:pt>
                <c:pt idx="2541">
                  <c:v>90.7</c:v>
                </c:pt>
                <c:pt idx="2542">
                  <c:v>90.5</c:v>
                </c:pt>
                <c:pt idx="2543">
                  <c:v>90.5</c:v>
                </c:pt>
                <c:pt idx="2544">
                  <c:v>90.6</c:v>
                </c:pt>
                <c:pt idx="2545">
                  <c:v>90.5</c:v>
                </c:pt>
                <c:pt idx="2546">
                  <c:v>90.5</c:v>
                </c:pt>
                <c:pt idx="2547">
                  <c:v>90.6</c:v>
                </c:pt>
                <c:pt idx="2548">
                  <c:v>90.6</c:v>
                </c:pt>
                <c:pt idx="2549">
                  <c:v>90.6</c:v>
                </c:pt>
                <c:pt idx="2550">
                  <c:v>90.5</c:v>
                </c:pt>
                <c:pt idx="2551">
                  <c:v>90.7</c:v>
                </c:pt>
                <c:pt idx="2552">
                  <c:v>90.6</c:v>
                </c:pt>
                <c:pt idx="2553">
                  <c:v>90.5</c:v>
                </c:pt>
                <c:pt idx="2554">
                  <c:v>90.6</c:v>
                </c:pt>
                <c:pt idx="2555">
                  <c:v>90.6</c:v>
                </c:pt>
                <c:pt idx="2556">
                  <c:v>90.6</c:v>
                </c:pt>
                <c:pt idx="2557">
                  <c:v>90.5</c:v>
                </c:pt>
                <c:pt idx="2558">
                  <c:v>90.5</c:v>
                </c:pt>
                <c:pt idx="2559">
                  <c:v>90.4</c:v>
                </c:pt>
                <c:pt idx="2560">
                  <c:v>90.5</c:v>
                </c:pt>
                <c:pt idx="2561">
                  <c:v>90.5</c:v>
                </c:pt>
                <c:pt idx="2562">
                  <c:v>90.6</c:v>
                </c:pt>
                <c:pt idx="2563">
                  <c:v>90.7</c:v>
                </c:pt>
                <c:pt idx="2564">
                  <c:v>90.6</c:v>
                </c:pt>
                <c:pt idx="2565">
                  <c:v>90.6</c:v>
                </c:pt>
                <c:pt idx="2566">
                  <c:v>90.6</c:v>
                </c:pt>
                <c:pt idx="2567">
                  <c:v>90.6</c:v>
                </c:pt>
                <c:pt idx="2568">
                  <c:v>90.7</c:v>
                </c:pt>
                <c:pt idx="2569">
                  <c:v>90.7</c:v>
                </c:pt>
                <c:pt idx="2570">
                  <c:v>90.8</c:v>
                </c:pt>
                <c:pt idx="2571">
                  <c:v>90.9</c:v>
                </c:pt>
                <c:pt idx="2572">
                  <c:v>90.7</c:v>
                </c:pt>
                <c:pt idx="2573">
                  <c:v>90.7</c:v>
                </c:pt>
                <c:pt idx="2574">
                  <c:v>90.7</c:v>
                </c:pt>
                <c:pt idx="2575">
                  <c:v>90.7</c:v>
                </c:pt>
                <c:pt idx="2576">
                  <c:v>90.8</c:v>
                </c:pt>
                <c:pt idx="2577">
                  <c:v>91</c:v>
                </c:pt>
                <c:pt idx="2578">
                  <c:v>91.1</c:v>
                </c:pt>
                <c:pt idx="2579">
                  <c:v>91.2</c:v>
                </c:pt>
                <c:pt idx="2580">
                  <c:v>91.2</c:v>
                </c:pt>
                <c:pt idx="2581">
                  <c:v>91.1</c:v>
                </c:pt>
                <c:pt idx="2582">
                  <c:v>91</c:v>
                </c:pt>
                <c:pt idx="2583">
                  <c:v>91</c:v>
                </c:pt>
                <c:pt idx="2584">
                  <c:v>91</c:v>
                </c:pt>
                <c:pt idx="2585">
                  <c:v>90.9</c:v>
                </c:pt>
                <c:pt idx="2586">
                  <c:v>90.9</c:v>
                </c:pt>
                <c:pt idx="2587">
                  <c:v>90.9</c:v>
                </c:pt>
                <c:pt idx="2588">
                  <c:v>90.9</c:v>
                </c:pt>
                <c:pt idx="2589">
                  <c:v>90.8</c:v>
                </c:pt>
                <c:pt idx="2590">
                  <c:v>90.8</c:v>
                </c:pt>
                <c:pt idx="2591">
                  <c:v>90.8</c:v>
                </c:pt>
                <c:pt idx="2592">
                  <c:v>90.8</c:v>
                </c:pt>
                <c:pt idx="2593">
                  <c:v>91.1</c:v>
                </c:pt>
                <c:pt idx="2594">
                  <c:v>91</c:v>
                </c:pt>
                <c:pt idx="2595">
                  <c:v>91</c:v>
                </c:pt>
                <c:pt idx="2596">
                  <c:v>91</c:v>
                </c:pt>
                <c:pt idx="2597">
                  <c:v>91</c:v>
                </c:pt>
                <c:pt idx="2598">
                  <c:v>91</c:v>
                </c:pt>
                <c:pt idx="2599">
                  <c:v>91.1</c:v>
                </c:pt>
                <c:pt idx="2600">
                  <c:v>91.1</c:v>
                </c:pt>
                <c:pt idx="2601">
                  <c:v>91</c:v>
                </c:pt>
                <c:pt idx="2602">
                  <c:v>91.1</c:v>
                </c:pt>
                <c:pt idx="2603">
                  <c:v>91.1</c:v>
                </c:pt>
                <c:pt idx="2604">
                  <c:v>91.1</c:v>
                </c:pt>
                <c:pt idx="2605">
                  <c:v>91</c:v>
                </c:pt>
                <c:pt idx="2606">
                  <c:v>91</c:v>
                </c:pt>
                <c:pt idx="2607">
                  <c:v>91</c:v>
                </c:pt>
                <c:pt idx="2608">
                  <c:v>91</c:v>
                </c:pt>
                <c:pt idx="2609">
                  <c:v>91.2</c:v>
                </c:pt>
                <c:pt idx="2610">
                  <c:v>91.2</c:v>
                </c:pt>
                <c:pt idx="2611">
                  <c:v>91.2</c:v>
                </c:pt>
                <c:pt idx="2612">
                  <c:v>91.2</c:v>
                </c:pt>
                <c:pt idx="2613">
                  <c:v>91.1</c:v>
                </c:pt>
                <c:pt idx="2614">
                  <c:v>91</c:v>
                </c:pt>
                <c:pt idx="2615">
                  <c:v>91.1</c:v>
                </c:pt>
                <c:pt idx="2616">
                  <c:v>91.2</c:v>
                </c:pt>
                <c:pt idx="2617">
                  <c:v>91.1</c:v>
                </c:pt>
                <c:pt idx="2618">
                  <c:v>91.2</c:v>
                </c:pt>
                <c:pt idx="2619">
                  <c:v>91.2</c:v>
                </c:pt>
                <c:pt idx="2620">
                  <c:v>91.3</c:v>
                </c:pt>
                <c:pt idx="2621">
                  <c:v>91.2</c:v>
                </c:pt>
                <c:pt idx="2622">
                  <c:v>91.1</c:v>
                </c:pt>
                <c:pt idx="2623">
                  <c:v>91.2</c:v>
                </c:pt>
                <c:pt idx="2624">
                  <c:v>91.1</c:v>
                </c:pt>
                <c:pt idx="2625">
                  <c:v>91.2</c:v>
                </c:pt>
                <c:pt idx="2626">
                  <c:v>91.2</c:v>
                </c:pt>
                <c:pt idx="2627">
                  <c:v>91.2</c:v>
                </c:pt>
                <c:pt idx="2628">
                  <c:v>91.2</c:v>
                </c:pt>
                <c:pt idx="2629">
                  <c:v>91.2</c:v>
                </c:pt>
                <c:pt idx="2630">
                  <c:v>91.3</c:v>
                </c:pt>
                <c:pt idx="2631">
                  <c:v>91.3</c:v>
                </c:pt>
                <c:pt idx="2632">
                  <c:v>91.3</c:v>
                </c:pt>
                <c:pt idx="2633">
                  <c:v>91.3</c:v>
                </c:pt>
                <c:pt idx="2634">
                  <c:v>91.4</c:v>
                </c:pt>
                <c:pt idx="2635">
                  <c:v>91.4</c:v>
                </c:pt>
                <c:pt idx="2636">
                  <c:v>91.3</c:v>
                </c:pt>
                <c:pt idx="2637">
                  <c:v>91.4</c:v>
                </c:pt>
                <c:pt idx="2638">
                  <c:v>91.3</c:v>
                </c:pt>
                <c:pt idx="2639">
                  <c:v>91.3</c:v>
                </c:pt>
                <c:pt idx="2640">
                  <c:v>91.3</c:v>
                </c:pt>
                <c:pt idx="2641">
                  <c:v>91.4</c:v>
                </c:pt>
                <c:pt idx="2642">
                  <c:v>91.4</c:v>
                </c:pt>
                <c:pt idx="2643">
                  <c:v>91.3</c:v>
                </c:pt>
                <c:pt idx="2644">
                  <c:v>91.4</c:v>
                </c:pt>
                <c:pt idx="2645">
                  <c:v>91.3</c:v>
                </c:pt>
                <c:pt idx="2646">
                  <c:v>91.3</c:v>
                </c:pt>
                <c:pt idx="2647">
                  <c:v>91.4</c:v>
                </c:pt>
                <c:pt idx="2648">
                  <c:v>91.3</c:v>
                </c:pt>
                <c:pt idx="2649">
                  <c:v>91.5</c:v>
                </c:pt>
                <c:pt idx="2650">
                  <c:v>91.4</c:v>
                </c:pt>
                <c:pt idx="2651">
                  <c:v>91.5</c:v>
                </c:pt>
                <c:pt idx="2652">
                  <c:v>91.4</c:v>
                </c:pt>
                <c:pt idx="2653">
                  <c:v>91.5</c:v>
                </c:pt>
                <c:pt idx="2654">
                  <c:v>91.4</c:v>
                </c:pt>
                <c:pt idx="2655">
                  <c:v>91.4</c:v>
                </c:pt>
                <c:pt idx="2656">
                  <c:v>91.4</c:v>
                </c:pt>
                <c:pt idx="2657">
                  <c:v>91.4</c:v>
                </c:pt>
                <c:pt idx="2658">
                  <c:v>91.5</c:v>
                </c:pt>
                <c:pt idx="2659">
                  <c:v>91.6</c:v>
                </c:pt>
                <c:pt idx="2660">
                  <c:v>91.6</c:v>
                </c:pt>
                <c:pt idx="2661">
                  <c:v>91.6</c:v>
                </c:pt>
                <c:pt idx="2662">
                  <c:v>91.5</c:v>
                </c:pt>
                <c:pt idx="2663">
                  <c:v>91.6</c:v>
                </c:pt>
                <c:pt idx="2664">
                  <c:v>91.6</c:v>
                </c:pt>
                <c:pt idx="2665">
                  <c:v>91.6</c:v>
                </c:pt>
                <c:pt idx="2666">
                  <c:v>91.6</c:v>
                </c:pt>
                <c:pt idx="2667">
                  <c:v>91.5</c:v>
                </c:pt>
                <c:pt idx="2668">
                  <c:v>91.5</c:v>
                </c:pt>
                <c:pt idx="2669">
                  <c:v>91.5</c:v>
                </c:pt>
                <c:pt idx="2670">
                  <c:v>91.6</c:v>
                </c:pt>
                <c:pt idx="2671">
                  <c:v>91.5</c:v>
                </c:pt>
                <c:pt idx="2672">
                  <c:v>91.5</c:v>
                </c:pt>
                <c:pt idx="2673">
                  <c:v>91.6</c:v>
                </c:pt>
                <c:pt idx="2674">
                  <c:v>91.6</c:v>
                </c:pt>
                <c:pt idx="2675">
                  <c:v>91.6</c:v>
                </c:pt>
                <c:pt idx="2676">
                  <c:v>91.6</c:v>
                </c:pt>
                <c:pt idx="2677">
                  <c:v>91.6</c:v>
                </c:pt>
                <c:pt idx="2678">
                  <c:v>91.5</c:v>
                </c:pt>
                <c:pt idx="2679">
                  <c:v>91.5</c:v>
                </c:pt>
                <c:pt idx="2680">
                  <c:v>91.6</c:v>
                </c:pt>
                <c:pt idx="2681">
                  <c:v>91.5</c:v>
                </c:pt>
                <c:pt idx="2682">
                  <c:v>91.7</c:v>
                </c:pt>
                <c:pt idx="2683">
                  <c:v>91.7</c:v>
                </c:pt>
                <c:pt idx="2684">
                  <c:v>91.6</c:v>
                </c:pt>
                <c:pt idx="2685">
                  <c:v>91.7</c:v>
                </c:pt>
                <c:pt idx="2686">
                  <c:v>91.6</c:v>
                </c:pt>
                <c:pt idx="2687">
                  <c:v>91.6</c:v>
                </c:pt>
                <c:pt idx="2688">
                  <c:v>91.5</c:v>
                </c:pt>
                <c:pt idx="2689">
                  <c:v>91.5</c:v>
                </c:pt>
                <c:pt idx="2690">
                  <c:v>91.4</c:v>
                </c:pt>
                <c:pt idx="2691">
                  <c:v>91.6</c:v>
                </c:pt>
                <c:pt idx="2692">
                  <c:v>91.6</c:v>
                </c:pt>
                <c:pt idx="2693">
                  <c:v>91.7</c:v>
                </c:pt>
                <c:pt idx="2694">
                  <c:v>91.6</c:v>
                </c:pt>
                <c:pt idx="2695">
                  <c:v>91.7</c:v>
                </c:pt>
                <c:pt idx="2696">
                  <c:v>91.7</c:v>
                </c:pt>
                <c:pt idx="2697">
                  <c:v>91.6</c:v>
                </c:pt>
                <c:pt idx="2698">
                  <c:v>91.7</c:v>
                </c:pt>
                <c:pt idx="2699">
                  <c:v>91.7</c:v>
                </c:pt>
                <c:pt idx="2700">
                  <c:v>91.8</c:v>
                </c:pt>
                <c:pt idx="2701">
                  <c:v>91.7</c:v>
                </c:pt>
                <c:pt idx="2702">
                  <c:v>91.7</c:v>
                </c:pt>
                <c:pt idx="2703">
                  <c:v>91.7</c:v>
                </c:pt>
                <c:pt idx="2704">
                  <c:v>91.7</c:v>
                </c:pt>
                <c:pt idx="2705">
                  <c:v>91.7</c:v>
                </c:pt>
                <c:pt idx="2706">
                  <c:v>91.7</c:v>
                </c:pt>
                <c:pt idx="2707">
                  <c:v>91.7</c:v>
                </c:pt>
                <c:pt idx="2708">
                  <c:v>91.7</c:v>
                </c:pt>
                <c:pt idx="2709">
                  <c:v>91.8</c:v>
                </c:pt>
                <c:pt idx="2710">
                  <c:v>91.7</c:v>
                </c:pt>
                <c:pt idx="2711">
                  <c:v>91.7</c:v>
                </c:pt>
                <c:pt idx="2712">
                  <c:v>91.8</c:v>
                </c:pt>
                <c:pt idx="2713">
                  <c:v>91.6</c:v>
                </c:pt>
                <c:pt idx="2714">
                  <c:v>91.6</c:v>
                </c:pt>
                <c:pt idx="2715">
                  <c:v>91.6</c:v>
                </c:pt>
                <c:pt idx="2716">
                  <c:v>91.6</c:v>
                </c:pt>
                <c:pt idx="2717">
                  <c:v>91.7</c:v>
                </c:pt>
                <c:pt idx="2718">
                  <c:v>91.6</c:v>
                </c:pt>
                <c:pt idx="2719">
                  <c:v>91.7</c:v>
                </c:pt>
                <c:pt idx="2720">
                  <c:v>91.5</c:v>
                </c:pt>
                <c:pt idx="2721">
                  <c:v>91.6</c:v>
                </c:pt>
                <c:pt idx="2722">
                  <c:v>91.6</c:v>
                </c:pt>
                <c:pt idx="2723">
                  <c:v>91.6</c:v>
                </c:pt>
                <c:pt idx="2724">
                  <c:v>91.8</c:v>
                </c:pt>
                <c:pt idx="2725">
                  <c:v>91.8</c:v>
                </c:pt>
                <c:pt idx="2726">
                  <c:v>91.6</c:v>
                </c:pt>
                <c:pt idx="2727">
                  <c:v>91.7</c:v>
                </c:pt>
                <c:pt idx="2728">
                  <c:v>91.6</c:v>
                </c:pt>
                <c:pt idx="2729">
                  <c:v>91.6</c:v>
                </c:pt>
                <c:pt idx="2730">
                  <c:v>91.7</c:v>
                </c:pt>
                <c:pt idx="2731">
                  <c:v>91.6</c:v>
                </c:pt>
                <c:pt idx="2732">
                  <c:v>91.7</c:v>
                </c:pt>
                <c:pt idx="2733">
                  <c:v>91.7</c:v>
                </c:pt>
                <c:pt idx="2734">
                  <c:v>91.7</c:v>
                </c:pt>
                <c:pt idx="2735">
                  <c:v>91.7</c:v>
                </c:pt>
                <c:pt idx="2736">
                  <c:v>91.7</c:v>
                </c:pt>
                <c:pt idx="2737">
                  <c:v>91.6</c:v>
                </c:pt>
                <c:pt idx="2738">
                  <c:v>91.7</c:v>
                </c:pt>
                <c:pt idx="2739">
                  <c:v>91.7</c:v>
                </c:pt>
                <c:pt idx="2740">
                  <c:v>91.7</c:v>
                </c:pt>
                <c:pt idx="2741">
                  <c:v>91.7</c:v>
                </c:pt>
                <c:pt idx="2742">
                  <c:v>91.6</c:v>
                </c:pt>
                <c:pt idx="2743">
                  <c:v>91.6</c:v>
                </c:pt>
                <c:pt idx="2744">
                  <c:v>91.6</c:v>
                </c:pt>
                <c:pt idx="2745">
                  <c:v>91.6</c:v>
                </c:pt>
                <c:pt idx="2746">
                  <c:v>91.7</c:v>
                </c:pt>
                <c:pt idx="2747">
                  <c:v>91.7</c:v>
                </c:pt>
                <c:pt idx="2748">
                  <c:v>91.7</c:v>
                </c:pt>
                <c:pt idx="2749">
                  <c:v>91.7</c:v>
                </c:pt>
                <c:pt idx="2750">
                  <c:v>91.6</c:v>
                </c:pt>
                <c:pt idx="2751">
                  <c:v>91.6</c:v>
                </c:pt>
                <c:pt idx="2752">
                  <c:v>91.6</c:v>
                </c:pt>
                <c:pt idx="2753">
                  <c:v>91.7</c:v>
                </c:pt>
                <c:pt idx="2754">
                  <c:v>91.8</c:v>
                </c:pt>
                <c:pt idx="2755">
                  <c:v>91.8</c:v>
                </c:pt>
                <c:pt idx="2756">
                  <c:v>91.8</c:v>
                </c:pt>
                <c:pt idx="2757">
                  <c:v>91.7</c:v>
                </c:pt>
                <c:pt idx="2758">
                  <c:v>91.7</c:v>
                </c:pt>
                <c:pt idx="2759">
                  <c:v>91.7</c:v>
                </c:pt>
                <c:pt idx="2760">
                  <c:v>91.6</c:v>
                </c:pt>
                <c:pt idx="2761">
                  <c:v>91.6</c:v>
                </c:pt>
                <c:pt idx="2762">
                  <c:v>91.6</c:v>
                </c:pt>
                <c:pt idx="2763">
                  <c:v>91.6</c:v>
                </c:pt>
                <c:pt idx="2764">
                  <c:v>91.6</c:v>
                </c:pt>
                <c:pt idx="2765">
                  <c:v>91.7</c:v>
                </c:pt>
                <c:pt idx="2766">
                  <c:v>91.7</c:v>
                </c:pt>
                <c:pt idx="2767">
                  <c:v>91.7</c:v>
                </c:pt>
                <c:pt idx="2768">
                  <c:v>91.6</c:v>
                </c:pt>
                <c:pt idx="2769">
                  <c:v>91.6</c:v>
                </c:pt>
                <c:pt idx="2770">
                  <c:v>91.6</c:v>
                </c:pt>
                <c:pt idx="2771">
                  <c:v>91.6</c:v>
                </c:pt>
                <c:pt idx="2772">
                  <c:v>91.6</c:v>
                </c:pt>
                <c:pt idx="2773">
                  <c:v>91.6</c:v>
                </c:pt>
                <c:pt idx="2774">
                  <c:v>91.7</c:v>
                </c:pt>
                <c:pt idx="2775">
                  <c:v>91.6</c:v>
                </c:pt>
                <c:pt idx="2776">
                  <c:v>91.6</c:v>
                </c:pt>
                <c:pt idx="2777">
                  <c:v>91.5</c:v>
                </c:pt>
                <c:pt idx="2778">
                  <c:v>91.6</c:v>
                </c:pt>
                <c:pt idx="2779">
                  <c:v>91.5</c:v>
                </c:pt>
                <c:pt idx="2780">
                  <c:v>91.6</c:v>
                </c:pt>
                <c:pt idx="2781">
                  <c:v>91.6</c:v>
                </c:pt>
                <c:pt idx="2782">
                  <c:v>91.6</c:v>
                </c:pt>
                <c:pt idx="2783">
                  <c:v>91.6</c:v>
                </c:pt>
                <c:pt idx="2784">
                  <c:v>91.5</c:v>
                </c:pt>
                <c:pt idx="2785">
                  <c:v>91.6</c:v>
                </c:pt>
                <c:pt idx="2786">
                  <c:v>91.6</c:v>
                </c:pt>
                <c:pt idx="2787">
                  <c:v>91.7</c:v>
                </c:pt>
                <c:pt idx="2788">
                  <c:v>91.7</c:v>
                </c:pt>
                <c:pt idx="2789">
                  <c:v>91.8</c:v>
                </c:pt>
                <c:pt idx="2790">
                  <c:v>91.7</c:v>
                </c:pt>
                <c:pt idx="2791">
                  <c:v>91.6</c:v>
                </c:pt>
                <c:pt idx="2792">
                  <c:v>91.6</c:v>
                </c:pt>
                <c:pt idx="2793">
                  <c:v>91.7</c:v>
                </c:pt>
                <c:pt idx="2794">
                  <c:v>91.6</c:v>
                </c:pt>
                <c:pt idx="2795">
                  <c:v>91.7</c:v>
                </c:pt>
                <c:pt idx="2796">
                  <c:v>91.7</c:v>
                </c:pt>
                <c:pt idx="2797">
                  <c:v>91.7</c:v>
                </c:pt>
                <c:pt idx="2798">
                  <c:v>91.6</c:v>
                </c:pt>
                <c:pt idx="2799">
                  <c:v>91.7</c:v>
                </c:pt>
                <c:pt idx="2800">
                  <c:v>91.7</c:v>
                </c:pt>
                <c:pt idx="2801">
                  <c:v>91.6</c:v>
                </c:pt>
                <c:pt idx="2802">
                  <c:v>91.6</c:v>
                </c:pt>
                <c:pt idx="2803">
                  <c:v>91.6</c:v>
                </c:pt>
                <c:pt idx="2804">
                  <c:v>91.8</c:v>
                </c:pt>
                <c:pt idx="2805">
                  <c:v>91.7</c:v>
                </c:pt>
                <c:pt idx="2806">
                  <c:v>91.7</c:v>
                </c:pt>
                <c:pt idx="2807">
                  <c:v>91.7</c:v>
                </c:pt>
                <c:pt idx="2808">
                  <c:v>91.7</c:v>
                </c:pt>
                <c:pt idx="2809">
                  <c:v>91.7</c:v>
                </c:pt>
                <c:pt idx="2810">
                  <c:v>91.7</c:v>
                </c:pt>
                <c:pt idx="2811">
                  <c:v>91.5</c:v>
                </c:pt>
                <c:pt idx="2812">
                  <c:v>91.6</c:v>
                </c:pt>
                <c:pt idx="2813">
                  <c:v>91.7</c:v>
                </c:pt>
                <c:pt idx="2814">
                  <c:v>91.6</c:v>
                </c:pt>
                <c:pt idx="2815">
                  <c:v>91.6</c:v>
                </c:pt>
                <c:pt idx="2816">
                  <c:v>91.6</c:v>
                </c:pt>
                <c:pt idx="2817">
                  <c:v>91.5</c:v>
                </c:pt>
                <c:pt idx="2818">
                  <c:v>91.7</c:v>
                </c:pt>
                <c:pt idx="2819">
                  <c:v>91.7</c:v>
                </c:pt>
                <c:pt idx="2820">
                  <c:v>91.6</c:v>
                </c:pt>
                <c:pt idx="2821">
                  <c:v>91.7</c:v>
                </c:pt>
                <c:pt idx="2822">
                  <c:v>91.7</c:v>
                </c:pt>
                <c:pt idx="2823">
                  <c:v>91.6</c:v>
                </c:pt>
                <c:pt idx="2824">
                  <c:v>91.7</c:v>
                </c:pt>
                <c:pt idx="2825">
                  <c:v>91.7</c:v>
                </c:pt>
                <c:pt idx="2826">
                  <c:v>91.7</c:v>
                </c:pt>
                <c:pt idx="2827">
                  <c:v>91.7</c:v>
                </c:pt>
                <c:pt idx="2828">
                  <c:v>91.8</c:v>
                </c:pt>
                <c:pt idx="2829">
                  <c:v>91.8</c:v>
                </c:pt>
                <c:pt idx="2830">
                  <c:v>91.7</c:v>
                </c:pt>
                <c:pt idx="2831">
                  <c:v>91.6</c:v>
                </c:pt>
                <c:pt idx="2832">
                  <c:v>91.7</c:v>
                </c:pt>
                <c:pt idx="2833">
                  <c:v>91.6</c:v>
                </c:pt>
                <c:pt idx="2834">
                  <c:v>91.7</c:v>
                </c:pt>
                <c:pt idx="2835">
                  <c:v>91.8</c:v>
                </c:pt>
                <c:pt idx="2836">
                  <c:v>91.8</c:v>
                </c:pt>
                <c:pt idx="2837">
                  <c:v>91.8</c:v>
                </c:pt>
                <c:pt idx="2838">
                  <c:v>91.8</c:v>
                </c:pt>
                <c:pt idx="2839">
                  <c:v>91.7</c:v>
                </c:pt>
                <c:pt idx="2840">
                  <c:v>91.6</c:v>
                </c:pt>
                <c:pt idx="2841">
                  <c:v>91.6</c:v>
                </c:pt>
                <c:pt idx="2842">
                  <c:v>91.7</c:v>
                </c:pt>
                <c:pt idx="2843">
                  <c:v>91.7</c:v>
                </c:pt>
                <c:pt idx="2844">
                  <c:v>91.7</c:v>
                </c:pt>
                <c:pt idx="2845">
                  <c:v>91.7</c:v>
                </c:pt>
                <c:pt idx="2846">
                  <c:v>91.7</c:v>
                </c:pt>
                <c:pt idx="2847">
                  <c:v>91.6</c:v>
                </c:pt>
                <c:pt idx="2848">
                  <c:v>91.7</c:v>
                </c:pt>
                <c:pt idx="2849">
                  <c:v>91.6</c:v>
                </c:pt>
                <c:pt idx="2850">
                  <c:v>91.7</c:v>
                </c:pt>
                <c:pt idx="2851">
                  <c:v>91.7</c:v>
                </c:pt>
                <c:pt idx="2852">
                  <c:v>91.7</c:v>
                </c:pt>
                <c:pt idx="2853">
                  <c:v>91.7</c:v>
                </c:pt>
                <c:pt idx="2854">
                  <c:v>91.6</c:v>
                </c:pt>
                <c:pt idx="2855">
                  <c:v>91.6</c:v>
                </c:pt>
                <c:pt idx="2856">
                  <c:v>91.6</c:v>
                </c:pt>
                <c:pt idx="2857">
                  <c:v>91.6</c:v>
                </c:pt>
                <c:pt idx="2858">
                  <c:v>91.6</c:v>
                </c:pt>
                <c:pt idx="2859">
                  <c:v>91.6</c:v>
                </c:pt>
                <c:pt idx="2860">
                  <c:v>91.6</c:v>
                </c:pt>
                <c:pt idx="2861">
                  <c:v>91.7</c:v>
                </c:pt>
                <c:pt idx="2862">
                  <c:v>91.6</c:v>
                </c:pt>
                <c:pt idx="2863">
                  <c:v>91.5</c:v>
                </c:pt>
                <c:pt idx="2864">
                  <c:v>91.6</c:v>
                </c:pt>
                <c:pt idx="2865">
                  <c:v>91.6</c:v>
                </c:pt>
                <c:pt idx="2866">
                  <c:v>91.6</c:v>
                </c:pt>
                <c:pt idx="2867">
                  <c:v>91.8</c:v>
                </c:pt>
                <c:pt idx="2868">
                  <c:v>91.8</c:v>
                </c:pt>
                <c:pt idx="2869">
                  <c:v>91.8</c:v>
                </c:pt>
                <c:pt idx="2870">
                  <c:v>91.6</c:v>
                </c:pt>
                <c:pt idx="2871">
                  <c:v>91.6</c:v>
                </c:pt>
                <c:pt idx="2872">
                  <c:v>91.6</c:v>
                </c:pt>
                <c:pt idx="2873">
                  <c:v>91.6</c:v>
                </c:pt>
                <c:pt idx="2874">
                  <c:v>91.5</c:v>
                </c:pt>
                <c:pt idx="2875">
                  <c:v>91.7</c:v>
                </c:pt>
                <c:pt idx="2876">
                  <c:v>91.6</c:v>
                </c:pt>
                <c:pt idx="2877">
                  <c:v>91.7</c:v>
                </c:pt>
                <c:pt idx="2878">
                  <c:v>91.5</c:v>
                </c:pt>
                <c:pt idx="2879">
                  <c:v>91.6</c:v>
                </c:pt>
                <c:pt idx="2880">
                  <c:v>91.6</c:v>
                </c:pt>
                <c:pt idx="2881">
                  <c:v>91.6</c:v>
                </c:pt>
                <c:pt idx="2882">
                  <c:v>91.5</c:v>
                </c:pt>
                <c:pt idx="2883">
                  <c:v>91.6</c:v>
                </c:pt>
                <c:pt idx="2884">
                  <c:v>91.6</c:v>
                </c:pt>
                <c:pt idx="2885">
                  <c:v>91.6</c:v>
                </c:pt>
                <c:pt idx="2886">
                  <c:v>91.6</c:v>
                </c:pt>
                <c:pt idx="2887">
                  <c:v>91.6</c:v>
                </c:pt>
                <c:pt idx="2888">
                  <c:v>91.6</c:v>
                </c:pt>
                <c:pt idx="2889">
                  <c:v>91.6</c:v>
                </c:pt>
                <c:pt idx="2890">
                  <c:v>91.5</c:v>
                </c:pt>
                <c:pt idx="2891">
                  <c:v>91.6</c:v>
                </c:pt>
                <c:pt idx="2892">
                  <c:v>91.7</c:v>
                </c:pt>
                <c:pt idx="2893">
                  <c:v>91.6</c:v>
                </c:pt>
                <c:pt idx="2894">
                  <c:v>91.6</c:v>
                </c:pt>
                <c:pt idx="2895">
                  <c:v>91.6</c:v>
                </c:pt>
                <c:pt idx="2896">
                  <c:v>91.6</c:v>
                </c:pt>
                <c:pt idx="2897">
                  <c:v>91.6</c:v>
                </c:pt>
                <c:pt idx="2898">
                  <c:v>91.8</c:v>
                </c:pt>
                <c:pt idx="2899">
                  <c:v>91.7</c:v>
                </c:pt>
                <c:pt idx="2900">
                  <c:v>91.7</c:v>
                </c:pt>
                <c:pt idx="2901">
                  <c:v>91.6</c:v>
                </c:pt>
                <c:pt idx="2902">
                  <c:v>91.6</c:v>
                </c:pt>
                <c:pt idx="2903">
                  <c:v>91.5</c:v>
                </c:pt>
                <c:pt idx="2904">
                  <c:v>91.6</c:v>
                </c:pt>
                <c:pt idx="2905">
                  <c:v>91.7</c:v>
                </c:pt>
                <c:pt idx="2906">
                  <c:v>91.7</c:v>
                </c:pt>
                <c:pt idx="2907">
                  <c:v>91.7</c:v>
                </c:pt>
                <c:pt idx="2908">
                  <c:v>91.7</c:v>
                </c:pt>
                <c:pt idx="2909">
                  <c:v>91.6</c:v>
                </c:pt>
                <c:pt idx="2910">
                  <c:v>91.7</c:v>
                </c:pt>
                <c:pt idx="2911">
                  <c:v>91.6</c:v>
                </c:pt>
                <c:pt idx="2912">
                  <c:v>91.6</c:v>
                </c:pt>
                <c:pt idx="2913">
                  <c:v>91.7</c:v>
                </c:pt>
                <c:pt idx="2914">
                  <c:v>91.7</c:v>
                </c:pt>
                <c:pt idx="2915">
                  <c:v>91.7</c:v>
                </c:pt>
                <c:pt idx="2916">
                  <c:v>91.8</c:v>
                </c:pt>
                <c:pt idx="2917">
                  <c:v>91.7</c:v>
                </c:pt>
                <c:pt idx="2918">
                  <c:v>91.7</c:v>
                </c:pt>
                <c:pt idx="2919">
                  <c:v>91.6</c:v>
                </c:pt>
                <c:pt idx="2920">
                  <c:v>91.6</c:v>
                </c:pt>
                <c:pt idx="2921">
                  <c:v>91.6</c:v>
                </c:pt>
                <c:pt idx="2922">
                  <c:v>91.6</c:v>
                </c:pt>
                <c:pt idx="2923">
                  <c:v>91.6</c:v>
                </c:pt>
                <c:pt idx="2924">
                  <c:v>91.7</c:v>
                </c:pt>
                <c:pt idx="2925">
                  <c:v>91.7</c:v>
                </c:pt>
                <c:pt idx="2926">
                  <c:v>91.6</c:v>
                </c:pt>
                <c:pt idx="2927">
                  <c:v>91.7</c:v>
                </c:pt>
                <c:pt idx="2928">
                  <c:v>91.6</c:v>
                </c:pt>
                <c:pt idx="2929">
                  <c:v>91.6</c:v>
                </c:pt>
                <c:pt idx="2930">
                  <c:v>91.6</c:v>
                </c:pt>
                <c:pt idx="2931">
                  <c:v>91.7</c:v>
                </c:pt>
                <c:pt idx="2932">
                  <c:v>91.5</c:v>
                </c:pt>
                <c:pt idx="2933">
                  <c:v>91.6</c:v>
                </c:pt>
                <c:pt idx="2934">
                  <c:v>91.6</c:v>
                </c:pt>
                <c:pt idx="2935">
                  <c:v>91.6</c:v>
                </c:pt>
                <c:pt idx="2936">
                  <c:v>91.5</c:v>
                </c:pt>
                <c:pt idx="2937">
                  <c:v>91.6</c:v>
                </c:pt>
                <c:pt idx="2938">
                  <c:v>91.5</c:v>
                </c:pt>
                <c:pt idx="2939">
                  <c:v>91.5</c:v>
                </c:pt>
                <c:pt idx="2940">
                  <c:v>91.6</c:v>
                </c:pt>
                <c:pt idx="2941">
                  <c:v>91.6</c:v>
                </c:pt>
                <c:pt idx="2942">
                  <c:v>91.4</c:v>
                </c:pt>
                <c:pt idx="2943">
                  <c:v>91.5</c:v>
                </c:pt>
                <c:pt idx="2944">
                  <c:v>91.4</c:v>
                </c:pt>
                <c:pt idx="2945">
                  <c:v>91.5</c:v>
                </c:pt>
                <c:pt idx="2946">
                  <c:v>91.6</c:v>
                </c:pt>
                <c:pt idx="2947">
                  <c:v>91.5</c:v>
                </c:pt>
                <c:pt idx="2948">
                  <c:v>91.4</c:v>
                </c:pt>
                <c:pt idx="2949">
                  <c:v>91.5</c:v>
                </c:pt>
                <c:pt idx="2950">
                  <c:v>91.5</c:v>
                </c:pt>
                <c:pt idx="2951">
                  <c:v>91.3</c:v>
                </c:pt>
                <c:pt idx="2952">
                  <c:v>91.4</c:v>
                </c:pt>
                <c:pt idx="2953">
                  <c:v>91.4</c:v>
                </c:pt>
                <c:pt idx="2954">
                  <c:v>91.4</c:v>
                </c:pt>
                <c:pt idx="2955">
                  <c:v>91.5</c:v>
                </c:pt>
                <c:pt idx="2956">
                  <c:v>91.5</c:v>
                </c:pt>
                <c:pt idx="2957">
                  <c:v>91.5</c:v>
                </c:pt>
                <c:pt idx="2958">
                  <c:v>91.5</c:v>
                </c:pt>
                <c:pt idx="2959">
                  <c:v>91.4</c:v>
                </c:pt>
                <c:pt idx="2960">
                  <c:v>91.3</c:v>
                </c:pt>
                <c:pt idx="2961">
                  <c:v>91.4</c:v>
                </c:pt>
                <c:pt idx="2962">
                  <c:v>91.3</c:v>
                </c:pt>
                <c:pt idx="2963">
                  <c:v>91.3</c:v>
                </c:pt>
                <c:pt idx="2964">
                  <c:v>91.3</c:v>
                </c:pt>
                <c:pt idx="2965">
                  <c:v>91.3</c:v>
                </c:pt>
                <c:pt idx="2966">
                  <c:v>91.4</c:v>
                </c:pt>
                <c:pt idx="2967">
                  <c:v>91.3</c:v>
                </c:pt>
                <c:pt idx="2968">
                  <c:v>91.2</c:v>
                </c:pt>
                <c:pt idx="2969">
                  <c:v>91.3</c:v>
                </c:pt>
                <c:pt idx="2970">
                  <c:v>91.4</c:v>
                </c:pt>
                <c:pt idx="2971">
                  <c:v>91.4</c:v>
                </c:pt>
                <c:pt idx="2972">
                  <c:v>91.4</c:v>
                </c:pt>
                <c:pt idx="2973">
                  <c:v>91.4</c:v>
                </c:pt>
                <c:pt idx="2974">
                  <c:v>91.4</c:v>
                </c:pt>
                <c:pt idx="2975">
                  <c:v>91.2</c:v>
                </c:pt>
                <c:pt idx="2976">
                  <c:v>91.4</c:v>
                </c:pt>
                <c:pt idx="2977">
                  <c:v>91.4</c:v>
                </c:pt>
                <c:pt idx="2978">
                  <c:v>91.4</c:v>
                </c:pt>
                <c:pt idx="2979">
                  <c:v>91.3</c:v>
                </c:pt>
                <c:pt idx="2980">
                  <c:v>91.4</c:v>
                </c:pt>
                <c:pt idx="2981">
                  <c:v>91.2</c:v>
                </c:pt>
                <c:pt idx="2982">
                  <c:v>91.2</c:v>
                </c:pt>
                <c:pt idx="2983">
                  <c:v>91.2</c:v>
                </c:pt>
                <c:pt idx="2984">
                  <c:v>91.2</c:v>
                </c:pt>
                <c:pt idx="2985">
                  <c:v>91.4</c:v>
                </c:pt>
                <c:pt idx="2986">
                  <c:v>91.3</c:v>
                </c:pt>
                <c:pt idx="2987">
                  <c:v>91.3</c:v>
                </c:pt>
                <c:pt idx="2988">
                  <c:v>91.3</c:v>
                </c:pt>
                <c:pt idx="2989">
                  <c:v>91.3</c:v>
                </c:pt>
                <c:pt idx="2990">
                  <c:v>91.2</c:v>
                </c:pt>
                <c:pt idx="2991">
                  <c:v>91.2</c:v>
                </c:pt>
                <c:pt idx="2992">
                  <c:v>91.2</c:v>
                </c:pt>
                <c:pt idx="2993">
                  <c:v>91.1</c:v>
                </c:pt>
                <c:pt idx="2994">
                  <c:v>91.2</c:v>
                </c:pt>
                <c:pt idx="2995">
                  <c:v>91.2</c:v>
                </c:pt>
                <c:pt idx="2996">
                  <c:v>91.1</c:v>
                </c:pt>
                <c:pt idx="2997">
                  <c:v>91.1</c:v>
                </c:pt>
                <c:pt idx="2998">
                  <c:v>91.1</c:v>
                </c:pt>
                <c:pt idx="2999">
                  <c:v>91</c:v>
                </c:pt>
                <c:pt idx="3000">
                  <c:v>91.1</c:v>
                </c:pt>
                <c:pt idx="3001">
                  <c:v>91</c:v>
                </c:pt>
                <c:pt idx="3002">
                  <c:v>90.9</c:v>
                </c:pt>
                <c:pt idx="3003">
                  <c:v>91</c:v>
                </c:pt>
                <c:pt idx="3004">
                  <c:v>91</c:v>
                </c:pt>
                <c:pt idx="3005">
                  <c:v>91</c:v>
                </c:pt>
                <c:pt idx="3006">
                  <c:v>91</c:v>
                </c:pt>
                <c:pt idx="3007">
                  <c:v>90.9</c:v>
                </c:pt>
                <c:pt idx="3008">
                  <c:v>90.9</c:v>
                </c:pt>
                <c:pt idx="3009">
                  <c:v>90.9</c:v>
                </c:pt>
                <c:pt idx="3010">
                  <c:v>91</c:v>
                </c:pt>
                <c:pt idx="3011">
                  <c:v>91</c:v>
                </c:pt>
                <c:pt idx="3012">
                  <c:v>90.9</c:v>
                </c:pt>
                <c:pt idx="3013">
                  <c:v>90.9</c:v>
                </c:pt>
                <c:pt idx="3014">
                  <c:v>90.9</c:v>
                </c:pt>
                <c:pt idx="3015">
                  <c:v>90.7</c:v>
                </c:pt>
                <c:pt idx="3016">
                  <c:v>90.8</c:v>
                </c:pt>
                <c:pt idx="3017">
                  <c:v>90.8</c:v>
                </c:pt>
                <c:pt idx="3018">
                  <c:v>90.8</c:v>
                </c:pt>
                <c:pt idx="3019">
                  <c:v>90.9</c:v>
                </c:pt>
                <c:pt idx="3020">
                  <c:v>90.8</c:v>
                </c:pt>
                <c:pt idx="3021">
                  <c:v>90.7</c:v>
                </c:pt>
                <c:pt idx="3022">
                  <c:v>90.7</c:v>
                </c:pt>
                <c:pt idx="3023">
                  <c:v>90.5</c:v>
                </c:pt>
                <c:pt idx="3024">
                  <c:v>90.6</c:v>
                </c:pt>
                <c:pt idx="3025">
                  <c:v>90.7</c:v>
                </c:pt>
                <c:pt idx="3026">
                  <c:v>90.6</c:v>
                </c:pt>
                <c:pt idx="3027">
                  <c:v>90.7</c:v>
                </c:pt>
                <c:pt idx="3028">
                  <c:v>90.7</c:v>
                </c:pt>
                <c:pt idx="3029">
                  <c:v>90.7</c:v>
                </c:pt>
                <c:pt idx="3030">
                  <c:v>90.7</c:v>
                </c:pt>
                <c:pt idx="3031">
                  <c:v>90.6</c:v>
                </c:pt>
                <c:pt idx="3032">
                  <c:v>90.5</c:v>
                </c:pt>
                <c:pt idx="3033">
                  <c:v>90.6</c:v>
                </c:pt>
                <c:pt idx="3034">
                  <c:v>90.6</c:v>
                </c:pt>
                <c:pt idx="3035">
                  <c:v>90.6</c:v>
                </c:pt>
                <c:pt idx="3036">
                  <c:v>90.5</c:v>
                </c:pt>
                <c:pt idx="3037">
                  <c:v>90.6</c:v>
                </c:pt>
                <c:pt idx="3038">
                  <c:v>90.6</c:v>
                </c:pt>
                <c:pt idx="3039">
                  <c:v>90.5</c:v>
                </c:pt>
                <c:pt idx="3040">
                  <c:v>90.5</c:v>
                </c:pt>
                <c:pt idx="3041">
                  <c:v>90.5</c:v>
                </c:pt>
                <c:pt idx="3042">
                  <c:v>90.5</c:v>
                </c:pt>
                <c:pt idx="3043">
                  <c:v>90.5</c:v>
                </c:pt>
                <c:pt idx="3044">
                  <c:v>90.5</c:v>
                </c:pt>
                <c:pt idx="3045">
                  <c:v>90.5</c:v>
                </c:pt>
                <c:pt idx="3046">
                  <c:v>90.4</c:v>
                </c:pt>
                <c:pt idx="3047">
                  <c:v>90.4</c:v>
                </c:pt>
                <c:pt idx="3048">
                  <c:v>90.3</c:v>
                </c:pt>
                <c:pt idx="3049">
                  <c:v>90.4</c:v>
                </c:pt>
                <c:pt idx="3050">
                  <c:v>90.3</c:v>
                </c:pt>
                <c:pt idx="3051">
                  <c:v>90.4</c:v>
                </c:pt>
                <c:pt idx="3052">
                  <c:v>90.3</c:v>
                </c:pt>
                <c:pt idx="3053">
                  <c:v>90.3</c:v>
                </c:pt>
                <c:pt idx="3054">
                  <c:v>90.3</c:v>
                </c:pt>
                <c:pt idx="3055">
                  <c:v>90.2</c:v>
                </c:pt>
                <c:pt idx="3056">
                  <c:v>90.2</c:v>
                </c:pt>
                <c:pt idx="3057">
                  <c:v>90.4</c:v>
                </c:pt>
                <c:pt idx="3058">
                  <c:v>90.4</c:v>
                </c:pt>
                <c:pt idx="3059">
                  <c:v>90.3</c:v>
                </c:pt>
                <c:pt idx="3060">
                  <c:v>90.3</c:v>
                </c:pt>
                <c:pt idx="3061">
                  <c:v>90.3</c:v>
                </c:pt>
                <c:pt idx="3062">
                  <c:v>90.2</c:v>
                </c:pt>
                <c:pt idx="3063">
                  <c:v>90.2</c:v>
                </c:pt>
                <c:pt idx="3064">
                  <c:v>90.1</c:v>
                </c:pt>
                <c:pt idx="3065">
                  <c:v>90.1</c:v>
                </c:pt>
                <c:pt idx="3066">
                  <c:v>90.2</c:v>
                </c:pt>
                <c:pt idx="3067">
                  <c:v>90.1</c:v>
                </c:pt>
                <c:pt idx="3068">
                  <c:v>90.3</c:v>
                </c:pt>
                <c:pt idx="3069">
                  <c:v>90.2</c:v>
                </c:pt>
                <c:pt idx="3070">
                  <c:v>90.1</c:v>
                </c:pt>
                <c:pt idx="3071">
                  <c:v>90.1</c:v>
                </c:pt>
                <c:pt idx="3072">
                  <c:v>90.1</c:v>
                </c:pt>
                <c:pt idx="3073">
                  <c:v>90.1</c:v>
                </c:pt>
                <c:pt idx="3074">
                  <c:v>90.1</c:v>
                </c:pt>
                <c:pt idx="3075">
                  <c:v>90.1</c:v>
                </c:pt>
                <c:pt idx="3076">
                  <c:v>90.1</c:v>
                </c:pt>
                <c:pt idx="3077">
                  <c:v>90.2</c:v>
                </c:pt>
                <c:pt idx="3078">
                  <c:v>90</c:v>
                </c:pt>
                <c:pt idx="3079">
                  <c:v>90.1</c:v>
                </c:pt>
                <c:pt idx="3080">
                  <c:v>90.1</c:v>
                </c:pt>
                <c:pt idx="3081">
                  <c:v>90.1</c:v>
                </c:pt>
                <c:pt idx="3082">
                  <c:v>90.2</c:v>
                </c:pt>
                <c:pt idx="3083">
                  <c:v>90.1</c:v>
                </c:pt>
                <c:pt idx="3084">
                  <c:v>90</c:v>
                </c:pt>
                <c:pt idx="3085">
                  <c:v>90</c:v>
                </c:pt>
                <c:pt idx="3086">
                  <c:v>90</c:v>
                </c:pt>
                <c:pt idx="3087">
                  <c:v>90</c:v>
                </c:pt>
                <c:pt idx="3088">
                  <c:v>90</c:v>
                </c:pt>
                <c:pt idx="3089">
                  <c:v>90</c:v>
                </c:pt>
                <c:pt idx="3090">
                  <c:v>90.1</c:v>
                </c:pt>
                <c:pt idx="3091">
                  <c:v>90</c:v>
                </c:pt>
                <c:pt idx="3092">
                  <c:v>90</c:v>
                </c:pt>
                <c:pt idx="3093">
                  <c:v>89.9</c:v>
                </c:pt>
                <c:pt idx="3094">
                  <c:v>89.9</c:v>
                </c:pt>
                <c:pt idx="3095">
                  <c:v>89.9</c:v>
                </c:pt>
                <c:pt idx="3096">
                  <c:v>89.9</c:v>
                </c:pt>
                <c:pt idx="3097">
                  <c:v>90</c:v>
                </c:pt>
                <c:pt idx="3098">
                  <c:v>90</c:v>
                </c:pt>
                <c:pt idx="3099">
                  <c:v>90</c:v>
                </c:pt>
                <c:pt idx="3100">
                  <c:v>90</c:v>
                </c:pt>
                <c:pt idx="3101">
                  <c:v>90</c:v>
                </c:pt>
                <c:pt idx="3102">
                  <c:v>90</c:v>
                </c:pt>
                <c:pt idx="3103">
                  <c:v>89.8</c:v>
                </c:pt>
                <c:pt idx="3104">
                  <c:v>89.8</c:v>
                </c:pt>
                <c:pt idx="3105">
                  <c:v>89.9</c:v>
                </c:pt>
                <c:pt idx="3106">
                  <c:v>89.8</c:v>
                </c:pt>
                <c:pt idx="3107">
                  <c:v>89.9</c:v>
                </c:pt>
                <c:pt idx="3108">
                  <c:v>89.9</c:v>
                </c:pt>
                <c:pt idx="3109">
                  <c:v>89.8</c:v>
                </c:pt>
                <c:pt idx="3110">
                  <c:v>89.8</c:v>
                </c:pt>
                <c:pt idx="3111">
                  <c:v>89.7</c:v>
                </c:pt>
                <c:pt idx="3112">
                  <c:v>89.8</c:v>
                </c:pt>
                <c:pt idx="3113">
                  <c:v>89.8</c:v>
                </c:pt>
                <c:pt idx="3114">
                  <c:v>89.8</c:v>
                </c:pt>
                <c:pt idx="3115">
                  <c:v>89.7</c:v>
                </c:pt>
                <c:pt idx="3116">
                  <c:v>89.7</c:v>
                </c:pt>
                <c:pt idx="3117">
                  <c:v>89.6</c:v>
                </c:pt>
                <c:pt idx="3118">
                  <c:v>89.6</c:v>
                </c:pt>
                <c:pt idx="3119">
                  <c:v>89.7</c:v>
                </c:pt>
                <c:pt idx="3120">
                  <c:v>89.7</c:v>
                </c:pt>
                <c:pt idx="3121">
                  <c:v>89.7</c:v>
                </c:pt>
                <c:pt idx="3122">
                  <c:v>89.7</c:v>
                </c:pt>
                <c:pt idx="3123">
                  <c:v>89.7</c:v>
                </c:pt>
                <c:pt idx="3124">
                  <c:v>89.5</c:v>
                </c:pt>
                <c:pt idx="3125">
                  <c:v>89.6</c:v>
                </c:pt>
                <c:pt idx="3126">
                  <c:v>89.6</c:v>
                </c:pt>
                <c:pt idx="3127">
                  <c:v>89.6</c:v>
                </c:pt>
                <c:pt idx="3128">
                  <c:v>89.6</c:v>
                </c:pt>
                <c:pt idx="3129">
                  <c:v>89.7</c:v>
                </c:pt>
                <c:pt idx="3130">
                  <c:v>89.7</c:v>
                </c:pt>
                <c:pt idx="3131">
                  <c:v>89.7</c:v>
                </c:pt>
                <c:pt idx="3132">
                  <c:v>89.6</c:v>
                </c:pt>
                <c:pt idx="3133">
                  <c:v>89.6</c:v>
                </c:pt>
                <c:pt idx="3134">
                  <c:v>89.5</c:v>
                </c:pt>
                <c:pt idx="3135">
                  <c:v>89.5</c:v>
                </c:pt>
                <c:pt idx="3136">
                  <c:v>89.5</c:v>
                </c:pt>
                <c:pt idx="3137">
                  <c:v>89.7</c:v>
                </c:pt>
                <c:pt idx="3138">
                  <c:v>89.6</c:v>
                </c:pt>
                <c:pt idx="3139">
                  <c:v>89.7</c:v>
                </c:pt>
                <c:pt idx="3140">
                  <c:v>89.8</c:v>
                </c:pt>
                <c:pt idx="3141">
                  <c:v>89.7</c:v>
                </c:pt>
                <c:pt idx="3142">
                  <c:v>89.6</c:v>
                </c:pt>
                <c:pt idx="3143">
                  <c:v>89.6</c:v>
                </c:pt>
                <c:pt idx="3144">
                  <c:v>89.6</c:v>
                </c:pt>
                <c:pt idx="3145">
                  <c:v>89.7</c:v>
                </c:pt>
                <c:pt idx="3146">
                  <c:v>89.7</c:v>
                </c:pt>
                <c:pt idx="3147">
                  <c:v>89.7</c:v>
                </c:pt>
                <c:pt idx="3148">
                  <c:v>89.6</c:v>
                </c:pt>
                <c:pt idx="3149">
                  <c:v>89.7</c:v>
                </c:pt>
                <c:pt idx="3150">
                  <c:v>89.6</c:v>
                </c:pt>
                <c:pt idx="3151">
                  <c:v>89.6</c:v>
                </c:pt>
                <c:pt idx="3152">
                  <c:v>89.6</c:v>
                </c:pt>
                <c:pt idx="3153">
                  <c:v>89.7</c:v>
                </c:pt>
                <c:pt idx="3154">
                  <c:v>89.6</c:v>
                </c:pt>
                <c:pt idx="3155">
                  <c:v>89.7</c:v>
                </c:pt>
                <c:pt idx="3156">
                  <c:v>89.7</c:v>
                </c:pt>
                <c:pt idx="3157">
                  <c:v>89.6</c:v>
                </c:pt>
                <c:pt idx="3158">
                  <c:v>89.6</c:v>
                </c:pt>
                <c:pt idx="3159">
                  <c:v>89.8</c:v>
                </c:pt>
                <c:pt idx="3160">
                  <c:v>89.7</c:v>
                </c:pt>
                <c:pt idx="3161">
                  <c:v>89.8</c:v>
                </c:pt>
                <c:pt idx="3162">
                  <c:v>89.8</c:v>
                </c:pt>
                <c:pt idx="3163">
                  <c:v>89.8</c:v>
                </c:pt>
                <c:pt idx="3164">
                  <c:v>89.7</c:v>
                </c:pt>
                <c:pt idx="3165">
                  <c:v>89.7</c:v>
                </c:pt>
                <c:pt idx="3166">
                  <c:v>89.7</c:v>
                </c:pt>
                <c:pt idx="3167">
                  <c:v>89.7</c:v>
                </c:pt>
                <c:pt idx="3168">
                  <c:v>89.7</c:v>
                </c:pt>
                <c:pt idx="3169">
                  <c:v>89.7</c:v>
                </c:pt>
                <c:pt idx="3170">
                  <c:v>89.8</c:v>
                </c:pt>
                <c:pt idx="3171">
                  <c:v>89.8</c:v>
                </c:pt>
                <c:pt idx="3172">
                  <c:v>89.7</c:v>
                </c:pt>
                <c:pt idx="3173">
                  <c:v>89.8</c:v>
                </c:pt>
                <c:pt idx="3174">
                  <c:v>89.7</c:v>
                </c:pt>
                <c:pt idx="3175">
                  <c:v>89.7</c:v>
                </c:pt>
                <c:pt idx="3176">
                  <c:v>89.7</c:v>
                </c:pt>
                <c:pt idx="3177">
                  <c:v>89.7</c:v>
                </c:pt>
                <c:pt idx="3178">
                  <c:v>89.8</c:v>
                </c:pt>
                <c:pt idx="3179">
                  <c:v>89.8</c:v>
                </c:pt>
                <c:pt idx="3180">
                  <c:v>89.7</c:v>
                </c:pt>
                <c:pt idx="3181">
                  <c:v>89.8</c:v>
                </c:pt>
                <c:pt idx="3182">
                  <c:v>89.8</c:v>
                </c:pt>
                <c:pt idx="3183">
                  <c:v>89.7</c:v>
                </c:pt>
                <c:pt idx="3184">
                  <c:v>89.7</c:v>
                </c:pt>
                <c:pt idx="3185">
                  <c:v>89.7</c:v>
                </c:pt>
                <c:pt idx="3186">
                  <c:v>89.8</c:v>
                </c:pt>
                <c:pt idx="3187">
                  <c:v>89.8</c:v>
                </c:pt>
                <c:pt idx="3188">
                  <c:v>89.8</c:v>
                </c:pt>
                <c:pt idx="3189">
                  <c:v>89.8</c:v>
                </c:pt>
                <c:pt idx="3190">
                  <c:v>89.8</c:v>
                </c:pt>
                <c:pt idx="3191">
                  <c:v>89.8</c:v>
                </c:pt>
                <c:pt idx="3192">
                  <c:v>89.8</c:v>
                </c:pt>
                <c:pt idx="3193">
                  <c:v>89.8</c:v>
                </c:pt>
                <c:pt idx="3194">
                  <c:v>89.8</c:v>
                </c:pt>
                <c:pt idx="3195">
                  <c:v>89.8</c:v>
                </c:pt>
                <c:pt idx="3196">
                  <c:v>89.8</c:v>
                </c:pt>
                <c:pt idx="3197">
                  <c:v>89.8</c:v>
                </c:pt>
                <c:pt idx="3198">
                  <c:v>89.9</c:v>
                </c:pt>
                <c:pt idx="3199">
                  <c:v>89.9</c:v>
                </c:pt>
                <c:pt idx="3200">
                  <c:v>90</c:v>
                </c:pt>
                <c:pt idx="3201">
                  <c:v>90</c:v>
                </c:pt>
                <c:pt idx="3202">
                  <c:v>90.1</c:v>
                </c:pt>
                <c:pt idx="3203">
                  <c:v>90</c:v>
                </c:pt>
                <c:pt idx="3204">
                  <c:v>90</c:v>
                </c:pt>
                <c:pt idx="3205">
                  <c:v>90</c:v>
                </c:pt>
                <c:pt idx="3206">
                  <c:v>89.9</c:v>
                </c:pt>
                <c:pt idx="3207">
                  <c:v>89.9</c:v>
                </c:pt>
                <c:pt idx="3208">
                  <c:v>90.1</c:v>
                </c:pt>
                <c:pt idx="3209">
                  <c:v>90.1</c:v>
                </c:pt>
                <c:pt idx="3210">
                  <c:v>90.2</c:v>
                </c:pt>
                <c:pt idx="3211">
                  <c:v>90.1</c:v>
                </c:pt>
                <c:pt idx="3212">
                  <c:v>90.1</c:v>
                </c:pt>
                <c:pt idx="3213">
                  <c:v>90.1</c:v>
                </c:pt>
                <c:pt idx="3214">
                  <c:v>90</c:v>
                </c:pt>
                <c:pt idx="3215">
                  <c:v>90.1</c:v>
                </c:pt>
                <c:pt idx="3216">
                  <c:v>90.2</c:v>
                </c:pt>
                <c:pt idx="3217">
                  <c:v>90.3</c:v>
                </c:pt>
                <c:pt idx="3218">
                  <c:v>90.2</c:v>
                </c:pt>
                <c:pt idx="3219">
                  <c:v>90.3</c:v>
                </c:pt>
                <c:pt idx="3220">
                  <c:v>90.2</c:v>
                </c:pt>
                <c:pt idx="3221">
                  <c:v>90.3</c:v>
                </c:pt>
                <c:pt idx="3222">
                  <c:v>90.3</c:v>
                </c:pt>
                <c:pt idx="3223">
                  <c:v>90.4</c:v>
                </c:pt>
                <c:pt idx="3224">
                  <c:v>90.4</c:v>
                </c:pt>
                <c:pt idx="3225">
                  <c:v>90.4</c:v>
                </c:pt>
                <c:pt idx="3226">
                  <c:v>90.4</c:v>
                </c:pt>
                <c:pt idx="3227">
                  <c:v>90.5</c:v>
                </c:pt>
                <c:pt idx="3228">
                  <c:v>90.5</c:v>
                </c:pt>
                <c:pt idx="3229">
                  <c:v>90.5</c:v>
                </c:pt>
                <c:pt idx="3230">
                  <c:v>90.5</c:v>
                </c:pt>
                <c:pt idx="3231">
                  <c:v>90.7</c:v>
                </c:pt>
                <c:pt idx="3232">
                  <c:v>90.7</c:v>
                </c:pt>
                <c:pt idx="3233">
                  <c:v>90.8</c:v>
                </c:pt>
                <c:pt idx="3234">
                  <c:v>90.8</c:v>
                </c:pt>
                <c:pt idx="3235">
                  <c:v>90.8</c:v>
                </c:pt>
                <c:pt idx="3236">
                  <c:v>90.8</c:v>
                </c:pt>
                <c:pt idx="3237">
                  <c:v>90.8</c:v>
                </c:pt>
                <c:pt idx="3238">
                  <c:v>90.9</c:v>
                </c:pt>
                <c:pt idx="3239">
                  <c:v>90.9</c:v>
                </c:pt>
                <c:pt idx="3240">
                  <c:v>91</c:v>
                </c:pt>
                <c:pt idx="3241">
                  <c:v>91</c:v>
                </c:pt>
                <c:pt idx="3242">
                  <c:v>91</c:v>
                </c:pt>
                <c:pt idx="3243">
                  <c:v>91.1</c:v>
                </c:pt>
                <c:pt idx="3244">
                  <c:v>91.1</c:v>
                </c:pt>
                <c:pt idx="3245">
                  <c:v>91</c:v>
                </c:pt>
                <c:pt idx="3246">
                  <c:v>91</c:v>
                </c:pt>
                <c:pt idx="3247">
                  <c:v>91.1</c:v>
                </c:pt>
                <c:pt idx="3248">
                  <c:v>91.1</c:v>
                </c:pt>
                <c:pt idx="3249">
                  <c:v>91.2</c:v>
                </c:pt>
                <c:pt idx="3250">
                  <c:v>91.3</c:v>
                </c:pt>
                <c:pt idx="3251">
                  <c:v>91.3</c:v>
                </c:pt>
                <c:pt idx="3252">
                  <c:v>91.3</c:v>
                </c:pt>
                <c:pt idx="3253">
                  <c:v>91.3</c:v>
                </c:pt>
                <c:pt idx="3254">
                  <c:v>91.3</c:v>
                </c:pt>
                <c:pt idx="3255">
                  <c:v>91.3</c:v>
                </c:pt>
                <c:pt idx="3256">
                  <c:v>91.4</c:v>
                </c:pt>
                <c:pt idx="3257">
                  <c:v>91.4</c:v>
                </c:pt>
                <c:pt idx="3258">
                  <c:v>91.5</c:v>
                </c:pt>
                <c:pt idx="3259">
                  <c:v>91.6</c:v>
                </c:pt>
                <c:pt idx="3260">
                  <c:v>91.5</c:v>
                </c:pt>
                <c:pt idx="3261">
                  <c:v>91.5</c:v>
                </c:pt>
                <c:pt idx="3262">
                  <c:v>91.5</c:v>
                </c:pt>
                <c:pt idx="3263">
                  <c:v>91.5</c:v>
                </c:pt>
                <c:pt idx="3264">
                  <c:v>91.6</c:v>
                </c:pt>
                <c:pt idx="3265">
                  <c:v>91.5</c:v>
                </c:pt>
                <c:pt idx="3266">
                  <c:v>91.5</c:v>
                </c:pt>
                <c:pt idx="3267">
                  <c:v>91.6</c:v>
                </c:pt>
                <c:pt idx="3268">
                  <c:v>91.6</c:v>
                </c:pt>
                <c:pt idx="3269">
                  <c:v>91.7</c:v>
                </c:pt>
                <c:pt idx="3270">
                  <c:v>91.6</c:v>
                </c:pt>
                <c:pt idx="3271">
                  <c:v>91.8</c:v>
                </c:pt>
                <c:pt idx="3272">
                  <c:v>91.9</c:v>
                </c:pt>
                <c:pt idx="3273">
                  <c:v>92</c:v>
                </c:pt>
                <c:pt idx="3274">
                  <c:v>92</c:v>
                </c:pt>
                <c:pt idx="3275">
                  <c:v>92.1</c:v>
                </c:pt>
                <c:pt idx="3276">
                  <c:v>92</c:v>
                </c:pt>
                <c:pt idx="3277">
                  <c:v>92</c:v>
                </c:pt>
                <c:pt idx="3278">
                  <c:v>92</c:v>
                </c:pt>
                <c:pt idx="3279">
                  <c:v>92.1</c:v>
                </c:pt>
                <c:pt idx="3280">
                  <c:v>92.1</c:v>
                </c:pt>
                <c:pt idx="3281">
                  <c:v>92.1</c:v>
                </c:pt>
                <c:pt idx="3282">
                  <c:v>92.1</c:v>
                </c:pt>
                <c:pt idx="3283">
                  <c:v>92.1</c:v>
                </c:pt>
                <c:pt idx="3284">
                  <c:v>92.1</c:v>
                </c:pt>
                <c:pt idx="3285">
                  <c:v>92.1</c:v>
                </c:pt>
                <c:pt idx="3286">
                  <c:v>92</c:v>
                </c:pt>
                <c:pt idx="3287">
                  <c:v>92.2</c:v>
                </c:pt>
                <c:pt idx="3288">
                  <c:v>92.1</c:v>
                </c:pt>
                <c:pt idx="3289">
                  <c:v>92.2</c:v>
                </c:pt>
                <c:pt idx="3290">
                  <c:v>92.2</c:v>
                </c:pt>
                <c:pt idx="3291">
                  <c:v>92.2</c:v>
                </c:pt>
                <c:pt idx="3292">
                  <c:v>92.3</c:v>
                </c:pt>
                <c:pt idx="3293">
                  <c:v>92.2</c:v>
                </c:pt>
                <c:pt idx="3294">
                  <c:v>92.2</c:v>
                </c:pt>
                <c:pt idx="3295">
                  <c:v>92.2</c:v>
                </c:pt>
                <c:pt idx="3296">
                  <c:v>92.2</c:v>
                </c:pt>
                <c:pt idx="3297">
                  <c:v>92.3</c:v>
                </c:pt>
                <c:pt idx="3298">
                  <c:v>92.2</c:v>
                </c:pt>
                <c:pt idx="3299">
                  <c:v>92.2</c:v>
                </c:pt>
                <c:pt idx="3300">
                  <c:v>92.2</c:v>
                </c:pt>
                <c:pt idx="3301">
                  <c:v>92.2</c:v>
                </c:pt>
                <c:pt idx="3302">
                  <c:v>92.2</c:v>
                </c:pt>
                <c:pt idx="3303">
                  <c:v>92.2</c:v>
                </c:pt>
                <c:pt idx="3304">
                  <c:v>92.3</c:v>
                </c:pt>
                <c:pt idx="3305">
                  <c:v>92.3</c:v>
                </c:pt>
                <c:pt idx="3306">
                  <c:v>92.2</c:v>
                </c:pt>
                <c:pt idx="3307">
                  <c:v>92.2</c:v>
                </c:pt>
                <c:pt idx="3308">
                  <c:v>92.1</c:v>
                </c:pt>
                <c:pt idx="3309">
                  <c:v>92.2</c:v>
                </c:pt>
                <c:pt idx="3310">
                  <c:v>92.1</c:v>
                </c:pt>
                <c:pt idx="3311">
                  <c:v>92.2</c:v>
                </c:pt>
                <c:pt idx="3312">
                  <c:v>92.2</c:v>
                </c:pt>
                <c:pt idx="3313">
                  <c:v>92.2</c:v>
                </c:pt>
                <c:pt idx="3314">
                  <c:v>92.2</c:v>
                </c:pt>
                <c:pt idx="3315">
                  <c:v>92.2</c:v>
                </c:pt>
                <c:pt idx="3316">
                  <c:v>92.2</c:v>
                </c:pt>
                <c:pt idx="3317">
                  <c:v>92</c:v>
                </c:pt>
                <c:pt idx="3318">
                  <c:v>92</c:v>
                </c:pt>
                <c:pt idx="3319">
                  <c:v>92</c:v>
                </c:pt>
                <c:pt idx="3320">
                  <c:v>92.1</c:v>
                </c:pt>
                <c:pt idx="3321">
                  <c:v>92.1</c:v>
                </c:pt>
                <c:pt idx="3322">
                  <c:v>92.1</c:v>
                </c:pt>
                <c:pt idx="3323">
                  <c:v>92.1</c:v>
                </c:pt>
                <c:pt idx="3324">
                  <c:v>92.1</c:v>
                </c:pt>
                <c:pt idx="3325">
                  <c:v>92.1</c:v>
                </c:pt>
                <c:pt idx="3326">
                  <c:v>92</c:v>
                </c:pt>
                <c:pt idx="3327">
                  <c:v>92</c:v>
                </c:pt>
                <c:pt idx="3328">
                  <c:v>91.9</c:v>
                </c:pt>
                <c:pt idx="3329">
                  <c:v>92</c:v>
                </c:pt>
                <c:pt idx="3330">
                  <c:v>92</c:v>
                </c:pt>
                <c:pt idx="3331">
                  <c:v>92</c:v>
                </c:pt>
                <c:pt idx="3332">
                  <c:v>91.9</c:v>
                </c:pt>
                <c:pt idx="3333">
                  <c:v>92</c:v>
                </c:pt>
                <c:pt idx="3334">
                  <c:v>91.9</c:v>
                </c:pt>
                <c:pt idx="3335">
                  <c:v>91.9</c:v>
                </c:pt>
                <c:pt idx="3336">
                  <c:v>91.9</c:v>
                </c:pt>
                <c:pt idx="3337">
                  <c:v>92</c:v>
                </c:pt>
                <c:pt idx="3338">
                  <c:v>91.9</c:v>
                </c:pt>
                <c:pt idx="3339">
                  <c:v>91.9</c:v>
                </c:pt>
                <c:pt idx="3340">
                  <c:v>91.9</c:v>
                </c:pt>
                <c:pt idx="3341">
                  <c:v>91.8</c:v>
                </c:pt>
                <c:pt idx="3342">
                  <c:v>91.8</c:v>
                </c:pt>
                <c:pt idx="3343">
                  <c:v>91.8</c:v>
                </c:pt>
                <c:pt idx="3344">
                  <c:v>91.8</c:v>
                </c:pt>
                <c:pt idx="3345">
                  <c:v>91.8</c:v>
                </c:pt>
                <c:pt idx="3346">
                  <c:v>91.8</c:v>
                </c:pt>
                <c:pt idx="3347">
                  <c:v>91.8</c:v>
                </c:pt>
                <c:pt idx="3348">
                  <c:v>91.7</c:v>
                </c:pt>
                <c:pt idx="3349">
                  <c:v>91.6</c:v>
                </c:pt>
                <c:pt idx="3350">
                  <c:v>91.5</c:v>
                </c:pt>
                <c:pt idx="3351">
                  <c:v>91.7</c:v>
                </c:pt>
                <c:pt idx="3352">
                  <c:v>91.7</c:v>
                </c:pt>
                <c:pt idx="3353">
                  <c:v>91.7</c:v>
                </c:pt>
                <c:pt idx="3354">
                  <c:v>91.7</c:v>
                </c:pt>
                <c:pt idx="3355">
                  <c:v>91.7</c:v>
                </c:pt>
                <c:pt idx="3356">
                  <c:v>91.7</c:v>
                </c:pt>
                <c:pt idx="3357">
                  <c:v>91.5</c:v>
                </c:pt>
                <c:pt idx="3358">
                  <c:v>91.5</c:v>
                </c:pt>
                <c:pt idx="3359">
                  <c:v>91.5</c:v>
                </c:pt>
                <c:pt idx="3360">
                  <c:v>91.5</c:v>
                </c:pt>
                <c:pt idx="3361">
                  <c:v>91.5</c:v>
                </c:pt>
                <c:pt idx="3362">
                  <c:v>91.6</c:v>
                </c:pt>
                <c:pt idx="3363">
                  <c:v>91.6</c:v>
                </c:pt>
                <c:pt idx="3364">
                  <c:v>91.5</c:v>
                </c:pt>
                <c:pt idx="3365">
                  <c:v>91.4</c:v>
                </c:pt>
                <c:pt idx="3366">
                  <c:v>91.5</c:v>
                </c:pt>
                <c:pt idx="3367">
                  <c:v>91.4</c:v>
                </c:pt>
                <c:pt idx="3368">
                  <c:v>91.4</c:v>
                </c:pt>
                <c:pt idx="3369">
                  <c:v>91.4</c:v>
                </c:pt>
                <c:pt idx="3370">
                  <c:v>91.4</c:v>
                </c:pt>
                <c:pt idx="3371">
                  <c:v>91.5</c:v>
                </c:pt>
                <c:pt idx="3372">
                  <c:v>91.4</c:v>
                </c:pt>
                <c:pt idx="3373">
                  <c:v>91.4</c:v>
                </c:pt>
                <c:pt idx="3374">
                  <c:v>91.4</c:v>
                </c:pt>
                <c:pt idx="3375">
                  <c:v>91.4</c:v>
                </c:pt>
                <c:pt idx="3376">
                  <c:v>91.4</c:v>
                </c:pt>
                <c:pt idx="3377">
                  <c:v>91.4</c:v>
                </c:pt>
                <c:pt idx="3378">
                  <c:v>91.3</c:v>
                </c:pt>
                <c:pt idx="3379">
                  <c:v>91.3</c:v>
                </c:pt>
                <c:pt idx="3380">
                  <c:v>91.4</c:v>
                </c:pt>
                <c:pt idx="3381">
                  <c:v>91.2</c:v>
                </c:pt>
                <c:pt idx="3382">
                  <c:v>91.3</c:v>
                </c:pt>
                <c:pt idx="3383">
                  <c:v>91.2</c:v>
                </c:pt>
                <c:pt idx="3384">
                  <c:v>91.2</c:v>
                </c:pt>
                <c:pt idx="3385">
                  <c:v>91.2</c:v>
                </c:pt>
                <c:pt idx="3386">
                  <c:v>91.2</c:v>
                </c:pt>
                <c:pt idx="3387">
                  <c:v>91.1</c:v>
                </c:pt>
                <c:pt idx="3388">
                  <c:v>91.1</c:v>
                </c:pt>
                <c:pt idx="3389">
                  <c:v>90.9</c:v>
                </c:pt>
                <c:pt idx="3390">
                  <c:v>91</c:v>
                </c:pt>
                <c:pt idx="3391">
                  <c:v>91</c:v>
                </c:pt>
                <c:pt idx="3392">
                  <c:v>91</c:v>
                </c:pt>
                <c:pt idx="3393">
                  <c:v>91</c:v>
                </c:pt>
                <c:pt idx="3394">
                  <c:v>91</c:v>
                </c:pt>
                <c:pt idx="3395">
                  <c:v>91</c:v>
                </c:pt>
                <c:pt idx="3396">
                  <c:v>91</c:v>
                </c:pt>
                <c:pt idx="3397">
                  <c:v>90.7</c:v>
                </c:pt>
                <c:pt idx="3398">
                  <c:v>90.8</c:v>
                </c:pt>
                <c:pt idx="3399">
                  <c:v>90.7</c:v>
                </c:pt>
                <c:pt idx="3400">
                  <c:v>90.7</c:v>
                </c:pt>
                <c:pt idx="3401">
                  <c:v>90.8</c:v>
                </c:pt>
                <c:pt idx="3402">
                  <c:v>90.8</c:v>
                </c:pt>
                <c:pt idx="3403">
                  <c:v>90.8</c:v>
                </c:pt>
                <c:pt idx="3404">
                  <c:v>90.7</c:v>
                </c:pt>
                <c:pt idx="3405">
                  <c:v>90.6</c:v>
                </c:pt>
                <c:pt idx="3406">
                  <c:v>90.7</c:v>
                </c:pt>
                <c:pt idx="3407">
                  <c:v>90.6</c:v>
                </c:pt>
                <c:pt idx="3408">
                  <c:v>90.5</c:v>
                </c:pt>
                <c:pt idx="3409">
                  <c:v>90.5</c:v>
                </c:pt>
                <c:pt idx="3410">
                  <c:v>90.5</c:v>
                </c:pt>
                <c:pt idx="3411">
                  <c:v>90.4</c:v>
                </c:pt>
                <c:pt idx="3412">
                  <c:v>90.3</c:v>
                </c:pt>
                <c:pt idx="3413">
                  <c:v>90.4</c:v>
                </c:pt>
                <c:pt idx="3414">
                  <c:v>90.3</c:v>
                </c:pt>
                <c:pt idx="3415">
                  <c:v>90.3</c:v>
                </c:pt>
                <c:pt idx="3416">
                  <c:v>90.2</c:v>
                </c:pt>
                <c:pt idx="3417">
                  <c:v>90.2</c:v>
                </c:pt>
                <c:pt idx="3418">
                  <c:v>90.3</c:v>
                </c:pt>
                <c:pt idx="3419">
                  <c:v>90</c:v>
                </c:pt>
                <c:pt idx="3420">
                  <c:v>89.9</c:v>
                </c:pt>
                <c:pt idx="3421">
                  <c:v>89.9</c:v>
                </c:pt>
                <c:pt idx="3422">
                  <c:v>89.7</c:v>
                </c:pt>
                <c:pt idx="3423">
                  <c:v>89.7</c:v>
                </c:pt>
                <c:pt idx="3424">
                  <c:v>89.8</c:v>
                </c:pt>
                <c:pt idx="3425">
                  <c:v>89.7</c:v>
                </c:pt>
                <c:pt idx="3426">
                  <c:v>89.6</c:v>
                </c:pt>
                <c:pt idx="3427">
                  <c:v>89.6</c:v>
                </c:pt>
                <c:pt idx="3428">
                  <c:v>89.5</c:v>
                </c:pt>
                <c:pt idx="3429">
                  <c:v>89.3</c:v>
                </c:pt>
                <c:pt idx="3430">
                  <c:v>89.2</c:v>
                </c:pt>
                <c:pt idx="3431">
                  <c:v>89.2</c:v>
                </c:pt>
                <c:pt idx="3432">
                  <c:v>89.2</c:v>
                </c:pt>
                <c:pt idx="3433">
                  <c:v>89.1</c:v>
                </c:pt>
                <c:pt idx="3434">
                  <c:v>89.1</c:v>
                </c:pt>
                <c:pt idx="3435">
                  <c:v>89</c:v>
                </c:pt>
                <c:pt idx="3436">
                  <c:v>88.9</c:v>
                </c:pt>
                <c:pt idx="3437">
                  <c:v>88.9</c:v>
                </c:pt>
                <c:pt idx="3438">
                  <c:v>88.8</c:v>
                </c:pt>
                <c:pt idx="3439">
                  <c:v>88.6</c:v>
                </c:pt>
                <c:pt idx="3440">
                  <c:v>88.6</c:v>
                </c:pt>
                <c:pt idx="3441">
                  <c:v>88.5</c:v>
                </c:pt>
                <c:pt idx="3442">
                  <c:v>88.5</c:v>
                </c:pt>
                <c:pt idx="3443">
                  <c:v>88.5</c:v>
                </c:pt>
                <c:pt idx="3444">
                  <c:v>88.3</c:v>
                </c:pt>
                <c:pt idx="3445">
                  <c:v>88.3</c:v>
                </c:pt>
                <c:pt idx="3446">
                  <c:v>88.2</c:v>
                </c:pt>
                <c:pt idx="3447">
                  <c:v>88.2</c:v>
                </c:pt>
                <c:pt idx="3448">
                  <c:v>88.1</c:v>
                </c:pt>
                <c:pt idx="3449">
                  <c:v>88</c:v>
                </c:pt>
                <c:pt idx="3450">
                  <c:v>87.9</c:v>
                </c:pt>
                <c:pt idx="3451">
                  <c:v>87.9</c:v>
                </c:pt>
                <c:pt idx="3452">
                  <c:v>87.8</c:v>
                </c:pt>
                <c:pt idx="3453">
                  <c:v>87.6</c:v>
                </c:pt>
                <c:pt idx="3454">
                  <c:v>87.6</c:v>
                </c:pt>
                <c:pt idx="3455">
                  <c:v>87.5</c:v>
                </c:pt>
                <c:pt idx="3456">
                  <c:v>87.5</c:v>
                </c:pt>
                <c:pt idx="3457">
                  <c:v>87.5</c:v>
                </c:pt>
                <c:pt idx="3458">
                  <c:v>87.4</c:v>
                </c:pt>
                <c:pt idx="3459">
                  <c:v>87.2</c:v>
                </c:pt>
                <c:pt idx="3460">
                  <c:v>87.1</c:v>
                </c:pt>
                <c:pt idx="3461">
                  <c:v>87</c:v>
                </c:pt>
                <c:pt idx="3462">
                  <c:v>86.9</c:v>
                </c:pt>
                <c:pt idx="3463">
                  <c:v>87</c:v>
                </c:pt>
                <c:pt idx="3464">
                  <c:v>86.9</c:v>
                </c:pt>
                <c:pt idx="3465">
                  <c:v>86.8</c:v>
                </c:pt>
                <c:pt idx="3466">
                  <c:v>86.8</c:v>
                </c:pt>
                <c:pt idx="3467">
                  <c:v>86.6</c:v>
                </c:pt>
                <c:pt idx="3468">
                  <c:v>86.6</c:v>
                </c:pt>
                <c:pt idx="3469">
                  <c:v>86.5</c:v>
                </c:pt>
                <c:pt idx="3470">
                  <c:v>86.4</c:v>
                </c:pt>
                <c:pt idx="3471">
                  <c:v>86.4</c:v>
                </c:pt>
                <c:pt idx="3472">
                  <c:v>86.4</c:v>
                </c:pt>
                <c:pt idx="3473">
                  <c:v>86.3</c:v>
                </c:pt>
                <c:pt idx="3474">
                  <c:v>86.4</c:v>
                </c:pt>
                <c:pt idx="3475">
                  <c:v>86.2</c:v>
                </c:pt>
                <c:pt idx="3476">
                  <c:v>86</c:v>
                </c:pt>
                <c:pt idx="3477">
                  <c:v>86</c:v>
                </c:pt>
                <c:pt idx="3478">
                  <c:v>85.9</c:v>
                </c:pt>
                <c:pt idx="3479">
                  <c:v>85.8</c:v>
                </c:pt>
                <c:pt idx="3480">
                  <c:v>85.8</c:v>
                </c:pt>
                <c:pt idx="3481">
                  <c:v>85.8</c:v>
                </c:pt>
                <c:pt idx="3482">
                  <c:v>85.8</c:v>
                </c:pt>
                <c:pt idx="3483">
                  <c:v>85.7</c:v>
                </c:pt>
                <c:pt idx="3484">
                  <c:v>85.6</c:v>
                </c:pt>
                <c:pt idx="3485">
                  <c:v>85.6</c:v>
                </c:pt>
                <c:pt idx="3486">
                  <c:v>85.6</c:v>
                </c:pt>
                <c:pt idx="3487">
                  <c:v>85.5</c:v>
                </c:pt>
                <c:pt idx="3488">
                  <c:v>85.6</c:v>
                </c:pt>
                <c:pt idx="3489">
                  <c:v>85.5</c:v>
                </c:pt>
                <c:pt idx="3490">
                  <c:v>85.4</c:v>
                </c:pt>
                <c:pt idx="3491">
                  <c:v>85.5</c:v>
                </c:pt>
                <c:pt idx="3492">
                  <c:v>85.5</c:v>
                </c:pt>
                <c:pt idx="3493">
                  <c:v>85.4</c:v>
                </c:pt>
                <c:pt idx="3494">
                  <c:v>85.4</c:v>
                </c:pt>
                <c:pt idx="3495">
                  <c:v>85.5</c:v>
                </c:pt>
                <c:pt idx="3496">
                  <c:v>85.5</c:v>
                </c:pt>
                <c:pt idx="3497">
                  <c:v>85.4</c:v>
                </c:pt>
                <c:pt idx="3498">
                  <c:v>85.3</c:v>
                </c:pt>
                <c:pt idx="3499">
                  <c:v>85.2</c:v>
                </c:pt>
                <c:pt idx="3500">
                  <c:v>85.2</c:v>
                </c:pt>
                <c:pt idx="3501">
                  <c:v>85.1</c:v>
                </c:pt>
                <c:pt idx="3502">
                  <c:v>85.2</c:v>
                </c:pt>
                <c:pt idx="3503">
                  <c:v>85.2</c:v>
                </c:pt>
                <c:pt idx="3504">
                  <c:v>85.3</c:v>
                </c:pt>
                <c:pt idx="3505">
                  <c:v>85.2</c:v>
                </c:pt>
                <c:pt idx="3506">
                  <c:v>85.1</c:v>
                </c:pt>
                <c:pt idx="3507">
                  <c:v>85</c:v>
                </c:pt>
                <c:pt idx="3508">
                  <c:v>85</c:v>
                </c:pt>
                <c:pt idx="3509">
                  <c:v>85</c:v>
                </c:pt>
                <c:pt idx="3510">
                  <c:v>85</c:v>
                </c:pt>
                <c:pt idx="3511">
                  <c:v>85.1</c:v>
                </c:pt>
                <c:pt idx="3512">
                  <c:v>85.1</c:v>
                </c:pt>
                <c:pt idx="3513">
                  <c:v>85</c:v>
                </c:pt>
                <c:pt idx="3514">
                  <c:v>84.9</c:v>
                </c:pt>
                <c:pt idx="3515">
                  <c:v>84.9</c:v>
                </c:pt>
                <c:pt idx="3516">
                  <c:v>84.7</c:v>
                </c:pt>
                <c:pt idx="3517">
                  <c:v>84.8</c:v>
                </c:pt>
                <c:pt idx="3518">
                  <c:v>84.7</c:v>
                </c:pt>
                <c:pt idx="3519">
                  <c:v>84.8</c:v>
                </c:pt>
                <c:pt idx="3520">
                  <c:v>84.8</c:v>
                </c:pt>
                <c:pt idx="3521">
                  <c:v>84.8</c:v>
                </c:pt>
                <c:pt idx="3522">
                  <c:v>84.7</c:v>
                </c:pt>
                <c:pt idx="3523">
                  <c:v>84.8</c:v>
                </c:pt>
                <c:pt idx="3524">
                  <c:v>84.7</c:v>
                </c:pt>
                <c:pt idx="3525">
                  <c:v>84.7</c:v>
                </c:pt>
                <c:pt idx="3526">
                  <c:v>84.7</c:v>
                </c:pt>
                <c:pt idx="3527">
                  <c:v>84.7</c:v>
                </c:pt>
                <c:pt idx="3528">
                  <c:v>84.7</c:v>
                </c:pt>
                <c:pt idx="3529">
                  <c:v>84.7</c:v>
                </c:pt>
                <c:pt idx="3530">
                  <c:v>84.6</c:v>
                </c:pt>
                <c:pt idx="3531">
                  <c:v>84.5</c:v>
                </c:pt>
                <c:pt idx="3532">
                  <c:v>84.7</c:v>
                </c:pt>
                <c:pt idx="3533">
                  <c:v>84.7</c:v>
                </c:pt>
                <c:pt idx="3534">
                  <c:v>84.7</c:v>
                </c:pt>
                <c:pt idx="3535">
                  <c:v>84.6</c:v>
                </c:pt>
                <c:pt idx="3536">
                  <c:v>84.6</c:v>
                </c:pt>
                <c:pt idx="3537">
                  <c:v>84.6</c:v>
                </c:pt>
                <c:pt idx="3538">
                  <c:v>84.4</c:v>
                </c:pt>
                <c:pt idx="3539">
                  <c:v>84.5</c:v>
                </c:pt>
                <c:pt idx="3540">
                  <c:v>84.5</c:v>
                </c:pt>
                <c:pt idx="3541">
                  <c:v>84.5</c:v>
                </c:pt>
                <c:pt idx="3542">
                  <c:v>84.5</c:v>
                </c:pt>
                <c:pt idx="3543">
                  <c:v>84.5</c:v>
                </c:pt>
                <c:pt idx="3544">
                  <c:v>84.5</c:v>
                </c:pt>
                <c:pt idx="3545">
                  <c:v>84.3</c:v>
                </c:pt>
                <c:pt idx="3546">
                  <c:v>84.4</c:v>
                </c:pt>
                <c:pt idx="3547">
                  <c:v>84.4</c:v>
                </c:pt>
                <c:pt idx="3548">
                  <c:v>84.3</c:v>
                </c:pt>
                <c:pt idx="3549">
                  <c:v>84.4</c:v>
                </c:pt>
                <c:pt idx="3550">
                  <c:v>84.4</c:v>
                </c:pt>
                <c:pt idx="3551">
                  <c:v>84.4</c:v>
                </c:pt>
                <c:pt idx="3552">
                  <c:v>84.5</c:v>
                </c:pt>
                <c:pt idx="3553">
                  <c:v>84.4</c:v>
                </c:pt>
                <c:pt idx="3554">
                  <c:v>84.2</c:v>
                </c:pt>
                <c:pt idx="3555">
                  <c:v>84.3</c:v>
                </c:pt>
                <c:pt idx="3556">
                  <c:v>84.3</c:v>
                </c:pt>
                <c:pt idx="3557">
                  <c:v>84.3</c:v>
                </c:pt>
                <c:pt idx="3558">
                  <c:v>84.3</c:v>
                </c:pt>
                <c:pt idx="3559">
                  <c:v>84.3</c:v>
                </c:pt>
                <c:pt idx="3560">
                  <c:v>84.3</c:v>
                </c:pt>
                <c:pt idx="3561">
                  <c:v>84.2</c:v>
                </c:pt>
                <c:pt idx="3562">
                  <c:v>84.3</c:v>
                </c:pt>
                <c:pt idx="3563">
                  <c:v>84.2</c:v>
                </c:pt>
                <c:pt idx="3564">
                  <c:v>84.2</c:v>
                </c:pt>
                <c:pt idx="3565">
                  <c:v>84.2</c:v>
                </c:pt>
                <c:pt idx="3566">
                  <c:v>84.3</c:v>
                </c:pt>
                <c:pt idx="3567">
                  <c:v>84.1</c:v>
                </c:pt>
                <c:pt idx="3568">
                  <c:v>84.1</c:v>
                </c:pt>
                <c:pt idx="3569">
                  <c:v>84.2</c:v>
                </c:pt>
                <c:pt idx="3570">
                  <c:v>84.1</c:v>
                </c:pt>
                <c:pt idx="3571">
                  <c:v>84.2</c:v>
                </c:pt>
                <c:pt idx="3572">
                  <c:v>84.2</c:v>
                </c:pt>
                <c:pt idx="3573">
                  <c:v>84.2</c:v>
                </c:pt>
                <c:pt idx="3574">
                  <c:v>84.3</c:v>
                </c:pt>
                <c:pt idx="3575">
                  <c:v>84.2</c:v>
                </c:pt>
                <c:pt idx="3576">
                  <c:v>84.2</c:v>
                </c:pt>
                <c:pt idx="3577">
                  <c:v>84.2</c:v>
                </c:pt>
                <c:pt idx="3578">
                  <c:v>84.2</c:v>
                </c:pt>
                <c:pt idx="3579">
                  <c:v>84.1</c:v>
                </c:pt>
                <c:pt idx="3580">
                  <c:v>84.3</c:v>
                </c:pt>
                <c:pt idx="3581">
                  <c:v>84.2</c:v>
                </c:pt>
                <c:pt idx="3582">
                  <c:v>84.3</c:v>
                </c:pt>
                <c:pt idx="3583">
                  <c:v>84.2</c:v>
                </c:pt>
                <c:pt idx="3584">
                  <c:v>84.2</c:v>
                </c:pt>
                <c:pt idx="3585">
                  <c:v>84.1</c:v>
                </c:pt>
                <c:pt idx="3586">
                  <c:v>84.1</c:v>
                </c:pt>
                <c:pt idx="3587">
                  <c:v>84.1</c:v>
                </c:pt>
                <c:pt idx="3588">
                  <c:v>84</c:v>
                </c:pt>
                <c:pt idx="3589">
                  <c:v>84.1</c:v>
                </c:pt>
                <c:pt idx="3590">
                  <c:v>84.1</c:v>
                </c:pt>
                <c:pt idx="3591">
                  <c:v>84.2</c:v>
                </c:pt>
                <c:pt idx="3592">
                  <c:v>84.2</c:v>
                </c:pt>
                <c:pt idx="3593">
                  <c:v>84.1</c:v>
                </c:pt>
                <c:pt idx="3594">
                  <c:v>84</c:v>
                </c:pt>
                <c:pt idx="3595">
                  <c:v>84.1</c:v>
                </c:pt>
                <c:pt idx="3596">
                  <c:v>84</c:v>
                </c:pt>
                <c:pt idx="3597">
                  <c:v>84</c:v>
                </c:pt>
                <c:pt idx="3598">
                  <c:v>84.1</c:v>
                </c:pt>
                <c:pt idx="3599">
                  <c:v>84</c:v>
                </c:pt>
                <c:pt idx="3600">
                  <c:v>84.1</c:v>
                </c:pt>
                <c:pt idx="3601">
                  <c:v>84</c:v>
                </c:pt>
                <c:pt idx="3602">
                  <c:v>84</c:v>
                </c:pt>
                <c:pt idx="3603">
                  <c:v>84.1</c:v>
                </c:pt>
                <c:pt idx="3604">
                  <c:v>84.1</c:v>
                </c:pt>
                <c:pt idx="3605">
                  <c:v>84</c:v>
                </c:pt>
                <c:pt idx="3606">
                  <c:v>84.1</c:v>
                </c:pt>
                <c:pt idx="3607">
                  <c:v>84</c:v>
                </c:pt>
                <c:pt idx="3608">
                  <c:v>83.9</c:v>
                </c:pt>
                <c:pt idx="3609">
                  <c:v>83.9</c:v>
                </c:pt>
                <c:pt idx="3610">
                  <c:v>84</c:v>
                </c:pt>
                <c:pt idx="3611">
                  <c:v>84</c:v>
                </c:pt>
                <c:pt idx="3612">
                  <c:v>84</c:v>
                </c:pt>
                <c:pt idx="3613">
                  <c:v>84.1</c:v>
                </c:pt>
                <c:pt idx="3614">
                  <c:v>84.1</c:v>
                </c:pt>
                <c:pt idx="3615">
                  <c:v>84</c:v>
                </c:pt>
                <c:pt idx="3616">
                  <c:v>83.8</c:v>
                </c:pt>
                <c:pt idx="3617">
                  <c:v>83.9</c:v>
                </c:pt>
                <c:pt idx="3618">
                  <c:v>84</c:v>
                </c:pt>
                <c:pt idx="3619">
                  <c:v>83.9</c:v>
                </c:pt>
                <c:pt idx="3620">
                  <c:v>84</c:v>
                </c:pt>
                <c:pt idx="3621">
                  <c:v>84</c:v>
                </c:pt>
                <c:pt idx="3622">
                  <c:v>84</c:v>
                </c:pt>
                <c:pt idx="3623">
                  <c:v>84</c:v>
                </c:pt>
                <c:pt idx="3624">
                  <c:v>83.9</c:v>
                </c:pt>
                <c:pt idx="3625">
                  <c:v>84</c:v>
                </c:pt>
                <c:pt idx="3626">
                  <c:v>83.9</c:v>
                </c:pt>
                <c:pt idx="3627">
                  <c:v>83.9</c:v>
                </c:pt>
                <c:pt idx="3628">
                  <c:v>83.9</c:v>
                </c:pt>
                <c:pt idx="3629">
                  <c:v>84</c:v>
                </c:pt>
                <c:pt idx="3630">
                  <c:v>83.9</c:v>
                </c:pt>
                <c:pt idx="3631">
                  <c:v>84</c:v>
                </c:pt>
                <c:pt idx="3632">
                  <c:v>83.9</c:v>
                </c:pt>
                <c:pt idx="3633">
                  <c:v>83.8</c:v>
                </c:pt>
                <c:pt idx="3634">
                  <c:v>83.9</c:v>
                </c:pt>
                <c:pt idx="3635">
                  <c:v>83.9</c:v>
                </c:pt>
                <c:pt idx="3636">
                  <c:v>83.9</c:v>
                </c:pt>
                <c:pt idx="3637">
                  <c:v>83.9</c:v>
                </c:pt>
                <c:pt idx="3638">
                  <c:v>83.9</c:v>
                </c:pt>
                <c:pt idx="3639">
                  <c:v>83.8</c:v>
                </c:pt>
                <c:pt idx="3640">
                  <c:v>84</c:v>
                </c:pt>
                <c:pt idx="3641">
                  <c:v>83.8</c:v>
                </c:pt>
                <c:pt idx="3642">
                  <c:v>84</c:v>
                </c:pt>
                <c:pt idx="3643">
                  <c:v>84</c:v>
                </c:pt>
                <c:pt idx="3644">
                  <c:v>83.9</c:v>
                </c:pt>
                <c:pt idx="3645">
                  <c:v>83.9</c:v>
                </c:pt>
                <c:pt idx="3646">
                  <c:v>83.9</c:v>
                </c:pt>
                <c:pt idx="3647">
                  <c:v>83.8</c:v>
                </c:pt>
                <c:pt idx="3648">
                  <c:v>83.7</c:v>
                </c:pt>
                <c:pt idx="3649">
                  <c:v>83.8</c:v>
                </c:pt>
                <c:pt idx="3650">
                  <c:v>83.9</c:v>
                </c:pt>
                <c:pt idx="3651">
                  <c:v>83.9</c:v>
                </c:pt>
                <c:pt idx="3652">
                  <c:v>83.9</c:v>
                </c:pt>
                <c:pt idx="3653">
                  <c:v>83.9</c:v>
                </c:pt>
                <c:pt idx="3654">
                  <c:v>83.8</c:v>
                </c:pt>
                <c:pt idx="3655">
                  <c:v>83.8</c:v>
                </c:pt>
                <c:pt idx="3656">
                  <c:v>83.8</c:v>
                </c:pt>
                <c:pt idx="3657">
                  <c:v>83.9</c:v>
                </c:pt>
                <c:pt idx="3658">
                  <c:v>83.8</c:v>
                </c:pt>
                <c:pt idx="3659">
                  <c:v>83.8</c:v>
                </c:pt>
                <c:pt idx="3660">
                  <c:v>83.9</c:v>
                </c:pt>
                <c:pt idx="3661">
                  <c:v>83.9</c:v>
                </c:pt>
                <c:pt idx="3662">
                  <c:v>83.9</c:v>
                </c:pt>
                <c:pt idx="3663">
                  <c:v>83.8</c:v>
                </c:pt>
                <c:pt idx="3664">
                  <c:v>83.8</c:v>
                </c:pt>
                <c:pt idx="3665">
                  <c:v>83.8</c:v>
                </c:pt>
                <c:pt idx="3666">
                  <c:v>83.8</c:v>
                </c:pt>
                <c:pt idx="3667">
                  <c:v>83.9</c:v>
                </c:pt>
                <c:pt idx="3668">
                  <c:v>83.9</c:v>
                </c:pt>
                <c:pt idx="3669">
                  <c:v>83.9</c:v>
                </c:pt>
                <c:pt idx="3670">
                  <c:v>83.8</c:v>
                </c:pt>
                <c:pt idx="3671">
                  <c:v>83.8</c:v>
                </c:pt>
                <c:pt idx="3672">
                  <c:v>83.8</c:v>
                </c:pt>
                <c:pt idx="3673">
                  <c:v>83.9</c:v>
                </c:pt>
                <c:pt idx="3674">
                  <c:v>83.9</c:v>
                </c:pt>
                <c:pt idx="3675">
                  <c:v>83.8</c:v>
                </c:pt>
                <c:pt idx="3676">
                  <c:v>83.7</c:v>
                </c:pt>
                <c:pt idx="3677">
                  <c:v>83.8</c:v>
                </c:pt>
                <c:pt idx="3678">
                  <c:v>83.8</c:v>
                </c:pt>
                <c:pt idx="3679">
                  <c:v>83.8</c:v>
                </c:pt>
                <c:pt idx="3680">
                  <c:v>83.8</c:v>
                </c:pt>
                <c:pt idx="3681">
                  <c:v>83.8</c:v>
                </c:pt>
                <c:pt idx="3682">
                  <c:v>83.8</c:v>
                </c:pt>
                <c:pt idx="3683">
                  <c:v>83.9</c:v>
                </c:pt>
                <c:pt idx="3684">
                  <c:v>83.7</c:v>
                </c:pt>
                <c:pt idx="3685">
                  <c:v>83.7</c:v>
                </c:pt>
                <c:pt idx="3686">
                  <c:v>83.7</c:v>
                </c:pt>
                <c:pt idx="3687">
                  <c:v>83.7</c:v>
                </c:pt>
                <c:pt idx="3688">
                  <c:v>83.8</c:v>
                </c:pt>
                <c:pt idx="3689">
                  <c:v>83.9</c:v>
                </c:pt>
                <c:pt idx="3690">
                  <c:v>83.9</c:v>
                </c:pt>
                <c:pt idx="3691">
                  <c:v>83.9</c:v>
                </c:pt>
                <c:pt idx="3692">
                  <c:v>83.8</c:v>
                </c:pt>
                <c:pt idx="3693">
                  <c:v>83.8</c:v>
                </c:pt>
                <c:pt idx="3694">
                  <c:v>83.8</c:v>
                </c:pt>
                <c:pt idx="3695">
                  <c:v>83.7</c:v>
                </c:pt>
                <c:pt idx="3696">
                  <c:v>83.7</c:v>
                </c:pt>
                <c:pt idx="3697">
                  <c:v>83.7</c:v>
                </c:pt>
                <c:pt idx="3698">
                  <c:v>83.8</c:v>
                </c:pt>
                <c:pt idx="3699">
                  <c:v>83.8</c:v>
                </c:pt>
                <c:pt idx="3700">
                  <c:v>83.8</c:v>
                </c:pt>
                <c:pt idx="3701">
                  <c:v>83.7</c:v>
                </c:pt>
                <c:pt idx="3702">
                  <c:v>83.8</c:v>
                </c:pt>
                <c:pt idx="3703">
                  <c:v>83.7</c:v>
                </c:pt>
                <c:pt idx="3704">
                  <c:v>83.7</c:v>
                </c:pt>
                <c:pt idx="3705">
                  <c:v>83.7</c:v>
                </c:pt>
                <c:pt idx="3706">
                  <c:v>83.8</c:v>
                </c:pt>
                <c:pt idx="3707">
                  <c:v>83.8</c:v>
                </c:pt>
                <c:pt idx="3708">
                  <c:v>83.8</c:v>
                </c:pt>
                <c:pt idx="3709">
                  <c:v>83.9</c:v>
                </c:pt>
                <c:pt idx="3710">
                  <c:v>83.8</c:v>
                </c:pt>
                <c:pt idx="3711">
                  <c:v>83.9</c:v>
                </c:pt>
                <c:pt idx="3712">
                  <c:v>83.8</c:v>
                </c:pt>
                <c:pt idx="3713">
                  <c:v>83.8</c:v>
                </c:pt>
                <c:pt idx="3714">
                  <c:v>83.8</c:v>
                </c:pt>
                <c:pt idx="3715">
                  <c:v>83.8</c:v>
                </c:pt>
                <c:pt idx="3716">
                  <c:v>83.8</c:v>
                </c:pt>
                <c:pt idx="3717">
                  <c:v>83.7</c:v>
                </c:pt>
                <c:pt idx="3718">
                  <c:v>83.8</c:v>
                </c:pt>
                <c:pt idx="3719">
                  <c:v>83.8</c:v>
                </c:pt>
                <c:pt idx="3720">
                  <c:v>84</c:v>
                </c:pt>
                <c:pt idx="3721">
                  <c:v>83.9</c:v>
                </c:pt>
                <c:pt idx="3722">
                  <c:v>83.8</c:v>
                </c:pt>
                <c:pt idx="3723">
                  <c:v>83.8</c:v>
                </c:pt>
                <c:pt idx="3724">
                  <c:v>83.7</c:v>
                </c:pt>
                <c:pt idx="3725">
                  <c:v>83.8</c:v>
                </c:pt>
                <c:pt idx="3726">
                  <c:v>83.8</c:v>
                </c:pt>
                <c:pt idx="3727">
                  <c:v>83.7</c:v>
                </c:pt>
                <c:pt idx="3728">
                  <c:v>83.8</c:v>
                </c:pt>
                <c:pt idx="3729">
                  <c:v>83.8</c:v>
                </c:pt>
                <c:pt idx="3730">
                  <c:v>83.8</c:v>
                </c:pt>
                <c:pt idx="3731">
                  <c:v>83.8</c:v>
                </c:pt>
                <c:pt idx="3732">
                  <c:v>83.9</c:v>
                </c:pt>
                <c:pt idx="3733">
                  <c:v>83.8</c:v>
                </c:pt>
                <c:pt idx="3734">
                  <c:v>83.8</c:v>
                </c:pt>
                <c:pt idx="3735">
                  <c:v>83.8</c:v>
                </c:pt>
                <c:pt idx="3736">
                  <c:v>83.9</c:v>
                </c:pt>
                <c:pt idx="3737">
                  <c:v>83.9</c:v>
                </c:pt>
                <c:pt idx="3738">
                  <c:v>83.8</c:v>
                </c:pt>
                <c:pt idx="3739">
                  <c:v>83.6</c:v>
                </c:pt>
                <c:pt idx="3740">
                  <c:v>83.7</c:v>
                </c:pt>
                <c:pt idx="3741">
                  <c:v>83.7</c:v>
                </c:pt>
                <c:pt idx="3742">
                  <c:v>83.9</c:v>
                </c:pt>
                <c:pt idx="3743">
                  <c:v>83.8</c:v>
                </c:pt>
                <c:pt idx="3744">
                  <c:v>83.8</c:v>
                </c:pt>
                <c:pt idx="3745">
                  <c:v>83.7</c:v>
                </c:pt>
                <c:pt idx="3746">
                  <c:v>83.8</c:v>
                </c:pt>
                <c:pt idx="3747">
                  <c:v>83.8</c:v>
                </c:pt>
                <c:pt idx="3748">
                  <c:v>83.8</c:v>
                </c:pt>
                <c:pt idx="3749">
                  <c:v>83.8</c:v>
                </c:pt>
                <c:pt idx="3750">
                  <c:v>83.8</c:v>
                </c:pt>
                <c:pt idx="3751">
                  <c:v>83.7</c:v>
                </c:pt>
                <c:pt idx="3752">
                  <c:v>83.7</c:v>
                </c:pt>
                <c:pt idx="3753">
                  <c:v>83.7</c:v>
                </c:pt>
                <c:pt idx="3754">
                  <c:v>83.7</c:v>
                </c:pt>
                <c:pt idx="3755">
                  <c:v>83.7</c:v>
                </c:pt>
                <c:pt idx="3756">
                  <c:v>83.7</c:v>
                </c:pt>
                <c:pt idx="3757">
                  <c:v>83.7</c:v>
                </c:pt>
                <c:pt idx="3758">
                  <c:v>83.8</c:v>
                </c:pt>
                <c:pt idx="3759">
                  <c:v>83.8</c:v>
                </c:pt>
                <c:pt idx="3760">
                  <c:v>83.7</c:v>
                </c:pt>
                <c:pt idx="3761">
                  <c:v>83.7</c:v>
                </c:pt>
                <c:pt idx="3762">
                  <c:v>83.7</c:v>
                </c:pt>
                <c:pt idx="3763">
                  <c:v>83.8</c:v>
                </c:pt>
                <c:pt idx="3764">
                  <c:v>83.8</c:v>
                </c:pt>
                <c:pt idx="3765">
                  <c:v>83.8</c:v>
                </c:pt>
                <c:pt idx="3766">
                  <c:v>83.9</c:v>
                </c:pt>
                <c:pt idx="3767">
                  <c:v>83.9</c:v>
                </c:pt>
                <c:pt idx="3768">
                  <c:v>83.8</c:v>
                </c:pt>
                <c:pt idx="3769">
                  <c:v>83.8</c:v>
                </c:pt>
                <c:pt idx="3770">
                  <c:v>83.7</c:v>
                </c:pt>
                <c:pt idx="3771">
                  <c:v>83.7</c:v>
                </c:pt>
                <c:pt idx="3772">
                  <c:v>83.7</c:v>
                </c:pt>
                <c:pt idx="3773">
                  <c:v>83.7</c:v>
                </c:pt>
                <c:pt idx="3774">
                  <c:v>83.8</c:v>
                </c:pt>
                <c:pt idx="3775">
                  <c:v>83.8</c:v>
                </c:pt>
                <c:pt idx="3776">
                  <c:v>83.8</c:v>
                </c:pt>
                <c:pt idx="3777">
                  <c:v>83.7</c:v>
                </c:pt>
                <c:pt idx="3778">
                  <c:v>83.7</c:v>
                </c:pt>
                <c:pt idx="3779">
                  <c:v>83.7</c:v>
                </c:pt>
                <c:pt idx="3780">
                  <c:v>83.7</c:v>
                </c:pt>
                <c:pt idx="3781">
                  <c:v>83.7</c:v>
                </c:pt>
                <c:pt idx="3782">
                  <c:v>83.8</c:v>
                </c:pt>
                <c:pt idx="3783">
                  <c:v>83.7</c:v>
                </c:pt>
                <c:pt idx="3784">
                  <c:v>83.8</c:v>
                </c:pt>
                <c:pt idx="3785">
                  <c:v>83.7</c:v>
                </c:pt>
                <c:pt idx="3786">
                  <c:v>83.7</c:v>
                </c:pt>
                <c:pt idx="3787">
                  <c:v>83.7</c:v>
                </c:pt>
                <c:pt idx="3788">
                  <c:v>83.7</c:v>
                </c:pt>
                <c:pt idx="3789">
                  <c:v>83.7</c:v>
                </c:pt>
                <c:pt idx="3790">
                  <c:v>83.6</c:v>
                </c:pt>
                <c:pt idx="3791">
                  <c:v>83.7</c:v>
                </c:pt>
                <c:pt idx="3792">
                  <c:v>83.6</c:v>
                </c:pt>
                <c:pt idx="3793">
                  <c:v>83.7</c:v>
                </c:pt>
                <c:pt idx="3794">
                  <c:v>83.7</c:v>
                </c:pt>
                <c:pt idx="3795">
                  <c:v>83.7</c:v>
                </c:pt>
                <c:pt idx="3796">
                  <c:v>83.8</c:v>
                </c:pt>
                <c:pt idx="3797">
                  <c:v>83.8</c:v>
                </c:pt>
                <c:pt idx="3798">
                  <c:v>83.9</c:v>
                </c:pt>
                <c:pt idx="3799">
                  <c:v>83.8</c:v>
                </c:pt>
                <c:pt idx="3800">
                  <c:v>83.8</c:v>
                </c:pt>
                <c:pt idx="3801">
                  <c:v>83.8</c:v>
                </c:pt>
                <c:pt idx="3802">
                  <c:v>83.7</c:v>
                </c:pt>
                <c:pt idx="3803">
                  <c:v>83.7</c:v>
                </c:pt>
                <c:pt idx="3804">
                  <c:v>83.8</c:v>
                </c:pt>
                <c:pt idx="3805">
                  <c:v>83.7</c:v>
                </c:pt>
                <c:pt idx="3806">
                  <c:v>83.8</c:v>
                </c:pt>
                <c:pt idx="3807">
                  <c:v>83.8</c:v>
                </c:pt>
                <c:pt idx="3808">
                  <c:v>83.8</c:v>
                </c:pt>
                <c:pt idx="3809">
                  <c:v>83.6</c:v>
                </c:pt>
                <c:pt idx="3810">
                  <c:v>83.7</c:v>
                </c:pt>
                <c:pt idx="3811">
                  <c:v>83.7</c:v>
                </c:pt>
                <c:pt idx="3812">
                  <c:v>83.7</c:v>
                </c:pt>
                <c:pt idx="3813">
                  <c:v>83.7</c:v>
                </c:pt>
                <c:pt idx="3814">
                  <c:v>83.8</c:v>
                </c:pt>
                <c:pt idx="3815">
                  <c:v>83.8</c:v>
                </c:pt>
                <c:pt idx="3816">
                  <c:v>83.8</c:v>
                </c:pt>
                <c:pt idx="3817">
                  <c:v>83.8</c:v>
                </c:pt>
                <c:pt idx="3818">
                  <c:v>83.7</c:v>
                </c:pt>
                <c:pt idx="3819">
                  <c:v>83.7</c:v>
                </c:pt>
                <c:pt idx="3820">
                  <c:v>83.7</c:v>
                </c:pt>
                <c:pt idx="3821">
                  <c:v>83.8</c:v>
                </c:pt>
                <c:pt idx="3822">
                  <c:v>83.8</c:v>
                </c:pt>
                <c:pt idx="3823">
                  <c:v>83.8</c:v>
                </c:pt>
                <c:pt idx="3824">
                  <c:v>83.8</c:v>
                </c:pt>
                <c:pt idx="3825">
                  <c:v>83.7</c:v>
                </c:pt>
                <c:pt idx="3826">
                  <c:v>83.8</c:v>
                </c:pt>
                <c:pt idx="3827">
                  <c:v>83.8</c:v>
                </c:pt>
                <c:pt idx="3828">
                  <c:v>83.8</c:v>
                </c:pt>
                <c:pt idx="3829">
                  <c:v>83.8</c:v>
                </c:pt>
                <c:pt idx="3830">
                  <c:v>83.8</c:v>
                </c:pt>
                <c:pt idx="3831">
                  <c:v>83.7</c:v>
                </c:pt>
                <c:pt idx="3832">
                  <c:v>83.7</c:v>
                </c:pt>
                <c:pt idx="3833">
                  <c:v>83.7</c:v>
                </c:pt>
                <c:pt idx="3834">
                  <c:v>83.6</c:v>
                </c:pt>
                <c:pt idx="3835">
                  <c:v>83.7</c:v>
                </c:pt>
                <c:pt idx="3836">
                  <c:v>83.8</c:v>
                </c:pt>
                <c:pt idx="3837">
                  <c:v>83.8</c:v>
                </c:pt>
                <c:pt idx="3838">
                  <c:v>83.8</c:v>
                </c:pt>
                <c:pt idx="3839">
                  <c:v>83.8</c:v>
                </c:pt>
                <c:pt idx="3840">
                  <c:v>83.8</c:v>
                </c:pt>
                <c:pt idx="3841">
                  <c:v>83.7</c:v>
                </c:pt>
                <c:pt idx="3842">
                  <c:v>83.6</c:v>
                </c:pt>
                <c:pt idx="3843">
                  <c:v>83.7</c:v>
                </c:pt>
                <c:pt idx="3844">
                  <c:v>83.8</c:v>
                </c:pt>
                <c:pt idx="3845">
                  <c:v>83.8</c:v>
                </c:pt>
                <c:pt idx="3846">
                  <c:v>83.8</c:v>
                </c:pt>
                <c:pt idx="3847">
                  <c:v>83.8</c:v>
                </c:pt>
                <c:pt idx="3848">
                  <c:v>83.8</c:v>
                </c:pt>
                <c:pt idx="3849">
                  <c:v>83.7</c:v>
                </c:pt>
                <c:pt idx="3850">
                  <c:v>83.7</c:v>
                </c:pt>
                <c:pt idx="3851">
                  <c:v>83.7</c:v>
                </c:pt>
                <c:pt idx="3852">
                  <c:v>83.7</c:v>
                </c:pt>
                <c:pt idx="3853">
                  <c:v>83.7</c:v>
                </c:pt>
                <c:pt idx="3854">
                  <c:v>83.7</c:v>
                </c:pt>
                <c:pt idx="3855">
                  <c:v>83.8</c:v>
                </c:pt>
                <c:pt idx="3856">
                  <c:v>83.7</c:v>
                </c:pt>
                <c:pt idx="3857">
                  <c:v>83.7</c:v>
                </c:pt>
                <c:pt idx="3858">
                  <c:v>83.7</c:v>
                </c:pt>
                <c:pt idx="3859">
                  <c:v>83.7</c:v>
                </c:pt>
                <c:pt idx="3860">
                  <c:v>83.7</c:v>
                </c:pt>
                <c:pt idx="3861">
                  <c:v>83.7</c:v>
                </c:pt>
                <c:pt idx="3862">
                  <c:v>83.6</c:v>
                </c:pt>
                <c:pt idx="3863">
                  <c:v>83.7</c:v>
                </c:pt>
                <c:pt idx="3864">
                  <c:v>83.7</c:v>
                </c:pt>
                <c:pt idx="3865">
                  <c:v>83.7</c:v>
                </c:pt>
                <c:pt idx="3866">
                  <c:v>83.7</c:v>
                </c:pt>
                <c:pt idx="3867">
                  <c:v>83.7</c:v>
                </c:pt>
                <c:pt idx="3868">
                  <c:v>83.7</c:v>
                </c:pt>
                <c:pt idx="3869">
                  <c:v>83.8</c:v>
                </c:pt>
                <c:pt idx="3870">
                  <c:v>83.8</c:v>
                </c:pt>
                <c:pt idx="3871">
                  <c:v>83.7</c:v>
                </c:pt>
                <c:pt idx="3872">
                  <c:v>83.7</c:v>
                </c:pt>
                <c:pt idx="3873">
                  <c:v>83.6</c:v>
                </c:pt>
                <c:pt idx="3874">
                  <c:v>83.6</c:v>
                </c:pt>
                <c:pt idx="3875">
                  <c:v>83.7</c:v>
                </c:pt>
                <c:pt idx="3876">
                  <c:v>83.6</c:v>
                </c:pt>
                <c:pt idx="3877">
                  <c:v>83.7</c:v>
                </c:pt>
                <c:pt idx="3878">
                  <c:v>83.7</c:v>
                </c:pt>
                <c:pt idx="3879">
                  <c:v>83.7</c:v>
                </c:pt>
                <c:pt idx="3880">
                  <c:v>83.6</c:v>
                </c:pt>
                <c:pt idx="3881">
                  <c:v>83.7</c:v>
                </c:pt>
                <c:pt idx="3882">
                  <c:v>83.6</c:v>
                </c:pt>
                <c:pt idx="3883">
                  <c:v>83.7</c:v>
                </c:pt>
                <c:pt idx="3884">
                  <c:v>83.7</c:v>
                </c:pt>
                <c:pt idx="3885">
                  <c:v>83.7</c:v>
                </c:pt>
                <c:pt idx="3886">
                  <c:v>83.6</c:v>
                </c:pt>
                <c:pt idx="3887">
                  <c:v>83.6</c:v>
                </c:pt>
                <c:pt idx="3888">
                  <c:v>83.5</c:v>
                </c:pt>
                <c:pt idx="3889">
                  <c:v>83.5</c:v>
                </c:pt>
                <c:pt idx="3890">
                  <c:v>83.6</c:v>
                </c:pt>
                <c:pt idx="3891">
                  <c:v>83.5</c:v>
                </c:pt>
                <c:pt idx="3892">
                  <c:v>83.6</c:v>
                </c:pt>
                <c:pt idx="3893">
                  <c:v>83.6</c:v>
                </c:pt>
                <c:pt idx="3894">
                  <c:v>83.6</c:v>
                </c:pt>
                <c:pt idx="3895">
                  <c:v>83.6</c:v>
                </c:pt>
                <c:pt idx="3896">
                  <c:v>83.5</c:v>
                </c:pt>
                <c:pt idx="3897">
                  <c:v>83.5</c:v>
                </c:pt>
                <c:pt idx="3898">
                  <c:v>83.5</c:v>
                </c:pt>
                <c:pt idx="3899">
                  <c:v>83.6</c:v>
                </c:pt>
                <c:pt idx="3900">
                  <c:v>83.5</c:v>
                </c:pt>
                <c:pt idx="3901">
                  <c:v>83.5</c:v>
                </c:pt>
                <c:pt idx="3902">
                  <c:v>83.5</c:v>
                </c:pt>
                <c:pt idx="3903">
                  <c:v>83.6</c:v>
                </c:pt>
                <c:pt idx="3904">
                  <c:v>83.6</c:v>
                </c:pt>
                <c:pt idx="3905">
                  <c:v>83.6</c:v>
                </c:pt>
                <c:pt idx="3906">
                  <c:v>83.6</c:v>
                </c:pt>
                <c:pt idx="3907">
                  <c:v>83.7</c:v>
                </c:pt>
                <c:pt idx="3908">
                  <c:v>83.7</c:v>
                </c:pt>
                <c:pt idx="3909">
                  <c:v>83.6</c:v>
                </c:pt>
                <c:pt idx="3910">
                  <c:v>83.5</c:v>
                </c:pt>
                <c:pt idx="3911">
                  <c:v>83.5</c:v>
                </c:pt>
                <c:pt idx="3912">
                  <c:v>83.6</c:v>
                </c:pt>
                <c:pt idx="3913">
                  <c:v>83.6</c:v>
                </c:pt>
                <c:pt idx="3914">
                  <c:v>83.6</c:v>
                </c:pt>
                <c:pt idx="3915">
                  <c:v>83.6</c:v>
                </c:pt>
                <c:pt idx="3916">
                  <c:v>83.6</c:v>
                </c:pt>
                <c:pt idx="3917">
                  <c:v>83.6</c:v>
                </c:pt>
                <c:pt idx="3918">
                  <c:v>83.6</c:v>
                </c:pt>
                <c:pt idx="3919">
                  <c:v>83.5</c:v>
                </c:pt>
                <c:pt idx="3920">
                  <c:v>83.5</c:v>
                </c:pt>
                <c:pt idx="3921">
                  <c:v>83.5</c:v>
                </c:pt>
                <c:pt idx="3922">
                  <c:v>83.6</c:v>
                </c:pt>
                <c:pt idx="3923">
                  <c:v>83.6</c:v>
                </c:pt>
                <c:pt idx="3924">
                  <c:v>83.6</c:v>
                </c:pt>
                <c:pt idx="3925">
                  <c:v>83.6</c:v>
                </c:pt>
                <c:pt idx="3926">
                  <c:v>83.7</c:v>
                </c:pt>
                <c:pt idx="3927">
                  <c:v>83.6</c:v>
                </c:pt>
                <c:pt idx="3928">
                  <c:v>83.6</c:v>
                </c:pt>
                <c:pt idx="3929">
                  <c:v>83.6</c:v>
                </c:pt>
                <c:pt idx="3930">
                  <c:v>83.5</c:v>
                </c:pt>
                <c:pt idx="3931">
                  <c:v>83.6</c:v>
                </c:pt>
                <c:pt idx="3932">
                  <c:v>83.6</c:v>
                </c:pt>
                <c:pt idx="3933">
                  <c:v>83.6</c:v>
                </c:pt>
                <c:pt idx="3934">
                  <c:v>83.7</c:v>
                </c:pt>
                <c:pt idx="3935">
                  <c:v>83.7</c:v>
                </c:pt>
                <c:pt idx="3936">
                  <c:v>83.6</c:v>
                </c:pt>
                <c:pt idx="3937">
                  <c:v>83.7</c:v>
                </c:pt>
                <c:pt idx="3938">
                  <c:v>83.7</c:v>
                </c:pt>
                <c:pt idx="3939">
                  <c:v>83.7</c:v>
                </c:pt>
                <c:pt idx="3940">
                  <c:v>83.7</c:v>
                </c:pt>
                <c:pt idx="3941">
                  <c:v>83.6</c:v>
                </c:pt>
                <c:pt idx="3942">
                  <c:v>83.6</c:v>
                </c:pt>
                <c:pt idx="3943">
                  <c:v>83.6</c:v>
                </c:pt>
                <c:pt idx="3944">
                  <c:v>83.7</c:v>
                </c:pt>
                <c:pt idx="3945">
                  <c:v>83.6</c:v>
                </c:pt>
                <c:pt idx="3946">
                  <c:v>83.7</c:v>
                </c:pt>
                <c:pt idx="3947">
                  <c:v>83.7</c:v>
                </c:pt>
                <c:pt idx="3948">
                  <c:v>83.7</c:v>
                </c:pt>
                <c:pt idx="3949">
                  <c:v>83.7</c:v>
                </c:pt>
                <c:pt idx="3950">
                  <c:v>83.6</c:v>
                </c:pt>
                <c:pt idx="3951">
                  <c:v>83.7</c:v>
                </c:pt>
                <c:pt idx="3952">
                  <c:v>83.7</c:v>
                </c:pt>
                <c:pt idx="3953">
                  <c:v>83.7</c:v>
                </c:pt>
                <c:pt idx="3954">
                  <c:v>83.8</c:v>
                </c:pt>
                <c:pt idx="3955">
                  <c:v>83.7</c:v>
                </c:pt>
                <c:pt idx="3956">
                  <c:v>83.7</c:v>
                </c:pt>
                <c:pt idx="3957">
                  <c:v>83.7</c:v>
                </c:pt>
                <c:pt idx="3958">
                  <c:v>83.6</c:v>
                </c:pt>
                <c:pt idx="3959">
                  <c:v>83.7</c:v>
                </c:pt>
                <c:pt idx="3960">
                  <c:v>83.8</c:v>
                </c:pt>
                <c:pt idx="3961">
                  <c:v>83.7</c:v>
                </c:pt>
                <c:pt idx="3962">
                  <c:v>83.9</c:v>
                </c:pt>
                <c:pt idx="3963">
                  <c:v>83.9</c:v>
                </c:pt>
                <c:pt idx="3964">
                  <c:v>83.9</c:v>
                </c:pt>
                <c:pt idx="3965">
                  <c:v>83.8</c:v>
                </c:pt>
                <c:pt idx="3966">
                  <c:v>83.8</c:v>
                </c:pt>
                <c:pt idx="3967">
                  <c:v>83.8</c:v>
                </c:pt>
                <c:pt idx="3968">
                  <c:v>83.8</c:v>
                </c:pt>
                <c:pt idx="3969">
                  <c:v>83.7</c:v>
                </c:pt>
                <c:pt idx="3970">
                  <c:v>83.8</c:v>
                </c:pt>
                <c:pt idx="3971">
                  <c:v>83.7</c:v>
                </c:pt>
                <c:pt idx="3972">
                  <c:v>83.9</c:v>
                </c:pt>
                <c:pt idx="3973">
                  <c:v>83.8</c:v>
                </c:pt>
                <c:pt idx="3974">
                  <c:v>83.8</c:v>
                </c:pt>
                <c:pt idx="3975">
                  <c:v>83.8</c:v>
                </c:pt>
                <c:pt idx="3976">
                  <c:v>83.7</c:v>
                </c:pt>
                <c:pt idx="3977">
                  <c:v>83.9</c:v>
                </c:pt>
                <c:pt idx="3978">
                  <c:v>83.8</c:v>
                </c:pt>
                <c:pt idx="3979">
                  <c:v>83.7</c:v>
                </c:pt>
                <c:pt idx="3980">
                  <c:v>83.7</c:v>
                </c:pt>
                <c:pt idx="3981">
                  <c:v>83.7</c:v>
                </c:pt>
                <c:pt idx="3982">
                  <c:v>83.9</c:v>
                </c:pt>
                <c:pt idx="3983">
                  <c:v>83.9</c:v>
                </c:pt>
                <c:pt idx="3984">
                  <c:v>83.9</c:v>
                </c:pt>
                <c:pt idx="3985">
                  <c:v>83.8</c:v>
                </c:pt>
                <c:pt idx="3986">
                  <c:v>83.8</c:v>
                </c:pt>
                <c:pt idx="3987">
                  <c:v>83.8</c:v>
                </c:pt>
                <c:pt idx="3988">
                  <c:v>83.7</c:v>
                </c:pt>
                <c:pt idx="3989">
                  <c:v>83.8</c:v>
                </c:pt>
                <c:pt idx="3990">
                  <c:v>83.8</c:v>
                </c:pt>
                <c:pt idx="3991">
                  <c:v>83.9</c:v>
                </c:pt>
                <c:pt idx="3992">
                  <c:v>83.9</c:v>
                </c:pt>
                <c:pt idx="3993">
                  <c:v>84</c:v>
                </c:pt>
                <c:pt idx="3994">
                  <c:v>83.9</c:v>
                </c:pt>
                <c:pt idx="3995">
                  <c:v>83.9</c:v>
                </c:pt>
                <c:pt idx="3996">
                  <c:v>83.8</c:v>
                </c:pt>
                <c:pt idx="3997">
                  <c:v>83.9</c:v>
                </c:pt>
                <c:pt idx="3998">
                  <c:v>83.7</c:v>
                </c:pt>
                <c:pt idx="3999">
                  <c:v>83.9</c:v>
                </c:pt>
                <c:pt idx="4000">
                  <c:v>84</c:v>
                </c:pt>
                <c:pt idx="4001">
                  <c:v>83.9</c:v>
                </c:pt>
                <c:pt idx="4002">
                  <c:v>83.9</c:v>
                </c:pt>
                <c:pt idx="4003">
                  <c:v>84</c:v>
                </c:pt>
                <c:pt idx="4004">
                  <c:v>83.9</c:v>
                </c:pt>
                <c:pt idx="4005">
                  <c:v>84</c:v>
                </c:pt>
                <c:pt idx="4006">
                  <c:v>84</c:v>
                </c:pt>
                <c:pt idx="4007">
                  <c:v>83.9</c:v>
                </c:pt>
                <c:pt idx="4008">
                  <c:v>83.9</c:v>
                </c:pt>
                <c:pt idx="4009">
                  <c:v>83.9</c:v>
                </c:pt>
                <c:pt idx="4010">
                  <c:v>83.9</c:v>
                </c:pt>
                <c:pt idx="4011">
                  <c:v>83.9</c:v>
                </c:pt>
                <c:pt idx="4012">
                  <c:v>83.9</c:v>
                </c:pt>
                <c:pt idx="4013">
                  <c:v>84</c:v>
                </c:pt>
                <c:pt idx="4014">
                  <c:v>83.9</c:v>
                </c:pt>
                <c:pt idx="4015">
                  <c:v>83.9</c:v>
                </c:pt>
                <c:pt idx="4016">
                  <c:v>83.8</c:v>
                </c:pt>
                <c:pt idx="4017">
                  <c:v>83.8</c:v>
                </c:pt>
                <c:pt idx="4018">
                  <c:v>83.9</c:v>
                </c:pt>
                <c:pt idx="4019">
                  <c:v>83.9</c:v>
                </c:pt>
                <c:pt idx="4020">
                  <c:v>83.9</c:v>
                </c:pt>
                <c:pt idx="4021">
                  <c:v>83.9</c:v>
                </c:pt>
                <c:pt idx="4022">
                  <c:v>84</c:v>
                </c:pt>
                <c:pt idx="4023">
                  <c:v>84.1</c:v>
                </c:pt>
                <c:pt idx="4024">
                  <c:v>84.1</c:v>
                </c:pt>
                <c:pt idx="4025">
                  <c:v>84</c:v>
                </c:pt>
                <c:pt idx="4026">
                  <c:v>83.9</c:v>
                </c:pt>
                <c:pt idx="4027">
                  <c:v>83.9</c:v>
                </c:pt>
                <c:pt idx="4028">
                  <c:v>83.9</c:v>
                </c:pt>
                <c:pt idx="4029">
                  <c:v>83.9</c:v>
                </c:pt>
                <c:pt idx="4030">
                  <c:v>84</c:v>
                </c:pt>
                <c:pt idx="4031">
                  <c:v>84</c:v>
                </c:pt>
                <c:pt idx="4032">
                  <c:v>84</c:v>
                </c:pt>
                <c:pt idx="4033">
                  <c:v>84</c:v>
                </c:pt>
                <c:pt idx="4034">
                  <c:v>84</c:v>
                </c:pt>
                <c:pt idx="4035">
                  <c:v>83.9</c:v>
                </c:pt>
                <c:pt idx="4036">
                  <c:v>83.8</c:v>
                </c:pt>
                <c:pt idx="4037">
                  <c:v>83.9</c:v>
                </c:pt>
                <c:pt idx="4038">
                  <c:v>83.9</c:v>
                </c:pt>
                <c:pt idx="4039">
                  <c:v>83.9</c:v>
                </c:pt>
                <c:pt idx="4040">
                  <c:v>83.9</c:v>
                </c:pt>
                <c:pt idx="4041">
                  <c:v>84</c:v>
                </c:pt>
                <c:pt idx="4042">
                  <c:v>83.9</c:v>
                </c:pt>
                <c:pt idx="4043">
                  <c:v>84</c:v>
                </c:pt>
                <c:pt idx="4044">
                  <c:v>84</c:v>
                </c:pt>
                <c:pt idx="4045">
                  <c:v>84</c:v>
                </c:pt>
                <c:pt idx="4046">
                  <c:v>84</c:v>
                </c:pt>
                <c:pt idx="4047">
                  <c:v>84</c:v>
                </c:pt>
                <c:pt idx="4048">
                  <c:v>84</c:v>
                </c:pt>
                <c:pt idx="4049">
                  <c:v>84</c:v>
                </c:pt>
                <c:pt idx="4050">
                  <c:v>84</c:v>
                </c:pt>
                <c:pt idx="4051">
                  <c:v>83.9</c:v>
                </c:pt>
                <c:pt idx="4052">
                  <c:v>83.9</c:v>
                </c:pt>
                <c:pt idx="4053">
                  <c:v>84</c:v>
                </c:pt>
                <c:pt idx="4054">
                  <c:v>84</c:v>
                </c:pt>
                <c:pt idx="4055">
                  <c:v>83.9</c:v>
                </c:pt>
                <c:pt idx="4056">
                  <c:v>83.9</c:v>
                </c:pt>
                <c:pt idx="4057">
                  <c:v>83.9</c:v>
                </c:pt>
                <c:pt idx="4058">
                  <c:v>83.9</c:v>
                </c:pt>
                <c:pt idx="4059">
                  <c:v>83.9</c:v>
                </c:pt>
                <c:pt idx="4060">
                  <c:v>84</c:v>
                </c:pt>
                <c:pt idx="4061">
                  <c:v>84</c:v>
                </c:pt>
                <c:pt idx="4062">
                  <c:v>84</c:v>
                </c:pt>
                <c:pt idx="4063">
                  <c:v>84</c:v>
                </c:pt>
                <c:pt idx="4064">
                  <c:v>84</c:v>
                </c:pt>
                <c:pt idx="4065">
                  <c:v>84</c:v>
                </c:pt>
                <c:pt idx="4066">
                  <c:v>83.9</c:v>
                </c:pt>
                <c:pt idx="4067">
                  <c:v>83.8</c:v>
                </c:pt>
                <c:pt idx="4068">
                  <c:v>83.8</c:v>
                </c:pt>
                <c:pt idx="4069">
                  <c:v>84</c:v>
                </c:pt>
                <c:pt idx="4070">
                  <c:v>84</c:v>
                </c:pt>
                <c:pt idx="4071">
                  <c:v>84</c:v>
                </c:pt>
                <c:pt idx="4072">
                  <c:v>84</c:v>
                </c:pt>
                <c:pt idx="4073">
                  <c:v>84</c:v>
                </c:pt>
                <c:pt idx="4074">
                  <c:v>83.9</c:v>
                </c:pt>
                <c:pt idx="4075">
                  <c:v>84</c:v>
                </c:pt>
                <c:pt idx="4076">
                  <c:v>83.9</c:v>
                </c:pt>
                <c:pt idx="4077">
                  <c:v>83.9</c:v>
                </c:pt>
                <c:pt idx="4078">
                  <c:v>83.9</c:v>
                </c:pt>
                <c:pt idx="4079">
                  <c:v>83.9</c:v>
                </c:pt>
                <c:pt idx="4080">
                  <c:v>83.9</c:v>
                </c:pt>
                <c:pt idx="4081">
                  <c:v>83.9</c:v>
                </c:pt>
                <c:pt idx="4082">
                  <c:v>83.9</c:v>
                </c:pt>
                <c:pt idx="4083">
                  <c:v>83.9</c:v>
                </c:pt>
                <c:pt idx="4084">
                  <c:v>84</c:v>
                </c:pt>
                <c:pt idx="4085">
                  <c:v>84</c:v>
                </c:pt>
                <c:pt idx="4086">
                  <c:v>84</c:v>
                </c:pt>
                <c:pt idx="4087">
                  <c:v>83.9</c:v>
                </c:pt>
                <c:pt idx="4088">
                  <c:v>83.9</c:v>
                </c:pt>
                <c:pt idx="4089">
                  <c:v>83.9</c:v>
                </c:pt>
                <c:pt idx="4090">
                  <c:v>84</c:v>
                </c:pt>
                <c:pt idx="4091">
                  <c:v>84.1</c:v>
                </c:pt>
                <c:pt idx="4092">
                  <c:v>84.1</c:v>
                </c:pt>
                <c:pt idx="4093">
                  <c:v>84.1</c:v>
                </c:pt>
                <c:pt idx="4094">
                  <c:v>84</c:v>
                </c:pt>
                <c:pt idx="4095">
                  <c:v>84.1</c:v>
                </c:pt>
                <c:pt idx="4096">
                  <c:v>84</c:v>
                </c:pt>
                <c:pt idx="4097">
                  <c:v>84</c:v>
                </c:pt>
                <c:pt idx="4098">
                  <c:v>84</c:v>
                </c:pt>
                <c:pt idx="4099">
                  <c:v>84</c:v>
                </c:pt>
                <c:pt idx="4100">
                  <c:v>84</c:v>
                </c:pt>
                <c:pt idx="4101">
                  <c:v>84</c:v>
                </c:pt>
                <c:pt idx="4102">
                  <c:v>84</c:v>
                </c:pt>
                <c:pt idx="4103">
                  <c:v>84</c:v>
                </c:pt>
                <c:pt idx="4104">
                  <c:v>83.9</c:v>
                </c:pt>
                <c:pt idx="4105">
                  <c:v>84</c:v>
                </c:pt>
                <c:pt idx="4106">
                  <c:v>84</c:v>
                </c:pt>
                <c:pt idx="4107">
                  <c:v>84</c:v>
                </c:pt>
                <c:pt idx="4108">
                  <c:v>84</c:v>
                </c:pt>
                <c:pt idx="4109">
                  <c:v>84.1</c:v>
                </c:pt>
                <c:pt idx="4110">
                  <c:v>84.1</c:v>
                </c:pt>
                <c:pt idx="4111">
                  <c:v>84.1</c:v>
                </c:pt>
                <c:pt idx="4112">
                  <c:v>84.2</c:v>
                </c:pt>
                <c:pt idx="4113">
                  <c:v>84</c:v>
                </c:pt>
                <c:pt idx="4114">
                  <c:v>84.1</c:v>
                </c:pt>
                <c:pt idx="4115">
                  <c:v>83.9</c:v>
                </c:pt>
                <c:pt idx="4116">
                  <c:v>83.9</c:v>
                </c:pt>
                <c:pt idx="4117">
                  <c:v>84</c:v>
                </c:pt>
                <c:pt idx="4118">
                  <c:v>84</c:v>
                </c:pt>
                <c:pt idx="4119">
                  <c:v>83.9</c:v>
                </c:pt>
                <c:pt idx="4120">
                  <c:v>83.9</c:v>
                </c:pt>
                <c:pt idx="4121">
                  <c:v>84</c:v>
                </c:pt>
                <c:pt idx="4122">
                  <c:v>84</c:v>
                </c:pt>
                <c:pt idx="4123">
                  <c:v>84</c:v>
                </c:pt>
                <c:pt idx="4124">
                  <c:v>84</c:v>
                </c:pt>
                <c:pt idx="4125">
                  <c:v>84</c:v>
                </c:pt>
                <c:pt idx="4126">
                  <c:v>83.9</c:v>
                </c:pt>
                <c:pt idx="4127">
                  <c:v>84</c:v>
                </c:pt>
                <c:pt idx="4128">
                  <c:v>83.9</c:v>
                </c:pt>
                <c:pt idx="4129">
                  <c:v>83.9</c:v>
                </c:pt>
                <c:pt idx="4130">
                  <c:v>84</c:v>
                </c:pt>
                <c:pt idx="4131">
                  <c:v>84</c:v>
                </c:pt>
                <c:pt idx="4132">
                  <c:v>84.1</c:v>
                </c:pt>
                <c:pt idx="4133">
                  <c:v>84.1</c:v>
                </c:pt>
                <c:pt idx="4134">
                  <c:v>84</c:v>
                </c:pt>
                <c:pt idx="4135">
                  <c:v>83.8</c:v>
                </c:pt>
                <c:pt idx="4136">
                  <c:v>83.9</c:v>
                </c:pt>
                <c:pt idx="4137">
                  <c:v>83.9</c:v>
                </c:pt>
                <c:pt idx="4138">
                  <c:v>83.9</c:v>
                </c:pt>
                <c:pt idx="4139">
                  <c:v>83.9</c:v>
                </c:pt>
                <c:pt idx="4140">
                  <c:v>83.9</c:v>
                </c:pt>
                <c:pt idx="4141">
                  <c:v>83.9</c:v>
                </c:pt>
                <c:pt idx="4142">
                  <c:v>84</c:v>
                </c:pt>
                <c:pt idx="4143">
                  <c:v>83.9</c:v>
                </c:pt>
                <c:pt idx="4144">
                  <c:v>83.9</c:v>
                </c:pt>
                <c:pt idx="4145">
                  <c:v>83.9</c:v>
                </c:pt>
                <c:pt idx="4146">
                  <c:v>83.9</c:v>
                </c:pt>
                <c:pt idx="4147">
                  <c:v>83.9</c:v>
                </c:pt>
                <c:pt idx="4148">
                  <c:v>83.9</c:v>
                </c:pt>
                <c:pt idx="4149">
                  <c:v>84</c:v>
                </c:pt>
                <c:pt idx="4150">
                  <c:v>84.1</c:v>
                </c:pt>
                <c:pt idx="4151">
                  <c:v>83.9</c:v>
                </c:pt>
                <c:pt idx="4152">
                  <c:v>83.9</c:v>
                </c:pt>
                <c:pt idx="4153">
                  <c:v>84</c:v>
                </c:pt>
                <c:pt idx="4154">
                  <c:v>83.9</c:v>
                </c:pt>
                <c:pt idx="4155">
                  <c:v>84</c:v>
                </c:pt>
                <c:pt idx="4156">
                  <c:v>83.9</c:v>
                </c:pt>
                <c:pt idx="4157">
                  <c:v>83.9</c:v>
                </c:pt>
                <c:pt idx="4158">
                  <c:v>83.8</c:v>
                </c:pt>
                <c:pt idx="4159">
                  <c:v>83.9</c:v>
                </c:pt>
                <c:pt idx="4160">
                  <c:v>83.9</c:v>
                </c:pt>
                <c:pt idx="4161">
                  <c:v>83.8</c:v>
                </c:pt>
                <c:pt idx="4162">
                  <c:v>84</c:v>
                </c:pt>
                <c:pt idx="4163">
                  <c:v>83.9</c:v>
                </c:pt>
                <c:pt idx="4164">
                  <c:v>83.9</c:v>
                </c:pt>
                <c:pt idx="4165">
                  <c:v>83.9</c:v>
                </c:pt>
                <c:pt idx="4166">
                  <c:v>84</c:v>
                </c:pt>
                <c:pt idx="4167">
                  <c:v>83.9</c:v>
                </c:pt>
                <c:pt idx="4168">
                  <c:v>84</c:v>
                </c:pt>
                <c:pt idx="4169">
                  <c:v>83.9</c:v>
                </c:pt>
                <c:pt idx="4170">
                  <c:v>83.9</c:v>
                </c:pt>
                <c:pt idx="4171">
                  <c:v>84.1</c:v>
                </c:pt>
                <c:pt idx="4172">
                  <c:v>84</c:v>
                </c:pt>
                <c:pt idx="4173">
                  <c:v>84</c:v>
                </c:pt>
                <c:pt idx="4174">
                  <c:v>83.9</c:v>
                </c:pt>
                <c:pt idx="4175">
                  <c:v>83.9</c:v>
                </c:pt>
                <c:pt idx="4176">
                  <c:v>83.9</c:v>
                </c:pt>
                <c:pt idx="4177">
                  <c:v>83.8</c:v>
                </c:pt>
                <c:pt idx="4178">
                  <c:v>84</c:v>
                </c:pt>
                <c:pt idx="4179">
                  <c:v>83.9</c:v>
                </c:pt>
                <c:pt idx="4180">
                  <c:v>84.1</c:v>
                </c:pt>
                <c:pt idx="4181">
                  <c:v>84</c:v>
                </c:pt>
                <c:pt idx="4182">
                  <c:v>84</c:v>
                </c:pt>
                <c:pt idx="4183">
                  <c:v>83.9</c:v>
                </c:pt>
                <c:pt idx="4184">
                  <c:v>84</c:v>
                </c:pt>
                <c:pt idx="4185">
                  <c:v>84</c:v>
                </c:pt>
                <c:pt idx="4186">
                  <c:v>84</c:v>
                </c:pt>
                <c:pt idx="4187">
                  <c:v>83.9</c:v>
                </c:pt>
                <c:pt idx="4188">
                  <c:v>83.9</c:v>
                </c:pt>
                <c:pt idx="4189">
                  <c:v>84</c:v>
                </c:pt>
                <c:pt idx="4190">
                  <c:v>83.9</c:v>
                </c:pt>
                <c:pt idx="4191">
                  <c:v>84</c:v>
                </c:pt>
                <c:pt idx="4192">
                  <c:v>84</c:v>
                </c:pt>
                <c:pt idx="4193">
                  <c:v>84</c:v>
                </c:pt>
                <c:pt idx="4194">
                  <c:v>84</c:v>
                </c:pt>
                <c:pt idx="4195">
                  <c:v>83.9</c:v>
                </c:pt>
                <c:pt idx="4196">
                  <c:v>83.9</c:v>
                </c:pt>
                <c:pt idx="4197">
                  <c:v>84</c:v>
                </c:pt>
                <c:pt idx="4198">
                  <c:v>84</c:v>
                </c:pt>
                <c:pt idx="4199">
                  <c:v>84</c:v>
                </c:pt>
                <c:pt idx="4200">
                  <c:v>84</c:v>
                </c:pt>
                <c:pt idx="4201">
                  <c:v>84.1</c:v>
                </c:pt>
                <c:pt idx="4202">
                  <c:v>84.1</c:v>
                </c:pt>
                <c:pt idx="4203">
                  <c:v>84.1</c:v>
                </c:pt>
                <c:pt idx="4204">
                  <c:v>84</c:v>
                </c:pt>
                <c:pt idx="4205">
                  <c:v>83.9</c:v>
                </c:pt>
                <c:pt idx="4206">
                  <c:v>84</c:v>
                </c:pt>
                <c:pt idx="4207">
                  <c:v>84</c:v>
                </c:pt>
                <c:pt idx="4208">
                  <c:v>84</c:v>
                </c:pt>
                <c:pt idx="4209">
                  <c:v>84.1</c:v>
                </c:pt>
                <c:pt idx="4210">
                  <c:v>84.2</c:v>
                </c:pt>
                <c:pt idx="4211">
                  <c:v>84.1</c:v>
                </c:pt>
                <c:pt idx="4212">
                  <c:v>84.1</c:v>
                </c:pt>
                <c:pt idx="4213">
                  <c:v>84.2</c:v>
                </c:pt>
                <c:pt idx="4214">
                  <c:v>84</c:v>
                </c:pt>
                <c:pt idx="4215">
                  <c:v>84</c:v>
                </c:pt>
                <c:pt idx="4216">
                  <c:v>84.1</c:v>
                </c:pt>
                <c:pt idx="4217">
                  <c:v>84.1</c:v>
                </c:pt>
                <c:pt idx="4218">
                  <c:v>84.1</c:v>
                </c:pt>
                <c:pt idx="4219">
                  <c:v>84.2</c:v>
                </c:pt>
                <c:pt idx="4220">
                  <c:v>84.2</c:v>
                </c:pt>
                <c:pt idx="4221">
                  <c:v>84.2</c:v>
                </c:pt>
                <c:pt idx="4222">
                  <c:v>84.2</c:v>
                </c:pt>
                <c:pt idx="4223">
                  <c:v>84.2</c:v>
                </c:pt>
                <c:pt idx="4224">
                  <c:v>84.3</c:v>
                </c:pt>
                <c:pt idx="4225">
                  <c:v>84.3</c:v>
                </c:pt>
                <c:pt idx="4226">
                  <c:v>84.3</c:v>
                </c:pt>
                <c:pt idx="4227">
                  <c:v>84.3</c:v>
                </c:pt>
                <c:pt idx="4228">
                  <c:v>84.3</c:v>
                </c:pt>
                <c:pt idx="4229">
                  <c:v>84.4</c:v>
                </c:pt>
                <c:pt idx="4230">
                  <c:v>84.5</c:v>
                </c:pt>
                <c:pt idx="4231">
                  <c:v>84.4</c:v>
                </c:pt>
                <c:pt idx="4232">
                  <c:v>84.4</c:v>
                </c:pt>
                <c:pt idx="4233">
                  <c:v>84.5</c:v>
                </c:pt>
                <c:pt idx="4234">
                  <c:v>84.5</c:v>
                </c:pt>
                <c:pt idx="4235">
                  <c:v>84.5</c:v>
                </c:pt>
                <c:pt idx="4236">
                  <c:v>84.5</c:v>
                </c:pt>
                <c:pt idx="4237">
                  <c:v>84.5</c:v>
                </c:pt>
                <c:pt idx="4238">
                  <c:v>84.5</c:v>
                </c:pt>
                <c:pt idx="4239">
                  <c:v>84.6</c:v>
                </c:pt>
                <c:pt idx="4240">
                  <c:v>84.7</c:v>
                </c:pt>
                <c:pt idx="4241">
                  <c:v>84.5</c:v>
                </c:pt>
                <c:pt idx="4242">
                  <c:v>84.7</c:v>
                </c:pt>
                <c:pt idx="4243">
                  <c:v>84.5</c:v>
                </c:pt>
                <c:pt idx="4244">
                  <c:v>84.5</c:v>
                </c:pt>
                <c:pt idx="4245">
                  <c:v>84.5</c:v>
                </c:pt>
                <c:pt idx="4246">
                  <c:v>84.6</c:v>
                </c:pt>
                <c:pt idx="4247">
                  <c:v>84.6</c:v>
                </c:pt>
                <c:pt idx="4248">
                  <c:v>84.7</c:v>
                </c:pt>
                <c:pt idx="4249">
                  <c:v>84.8</c:v>
                </c:pt>
                <c:pt idx="4250">
                  <c:v>84.6</c:v>
                </c:pt>
                <c:pt idx="4251">
                  <c:v>84.7</c:v>
                </c:pt>
                <c:pt idx="4252">
                  <c:v>84.6</c:v>
                </c:pt>
                <c:pt idx="4253">
                  <c:v>84.7</c:v>
                </c:pt>
                <c:pt idx="4254">
                  <c:v>84.6</c:v>
                </c:pt>
                <c:pt idx="4255">
                  <c:v>84.7</c:v>
                </c:pt>
                <c:pt idx="4256">
                  <c:v>84.8</c:v>
                </c:pt>
                <c:pt idx="4257">
                  <c:v>84.8</c:v>
                </c:pt>
                <c:pt idx="4258">
                  <c:v>84.8</c:v>
                </c:pt>
                <c:pt idx="4259">
                  <c:v>84.8</c:v>
                </c:pt>
                <c:pt idx="4260">
                  <c:v>84.7</c:v>
                </c:pt>
                <c:pt idx="4261">
                  <c:v>84.8</c:v>
                </c:pt>
                <c:pt idx="4262">
                  <c:v>84.8</c:v>
                </c:pt>
                <c:pt idx="4263">
                  <c:v>84.8</c:v>
                </c:pt>
                <c:pt idx="4264">
                  <c:v>84.8</c:v>
                </c:pt>
                <c:pt idx="4265">
                  <c:v>84.9</c:v>
                </c:pt>
                <c:pt idx="4266">
                  <c:v>84.9</c:v>
                </c:pt>
                <c:pt idx="4267">
                  <c:v>85</c:v>
                </c:pt>
                <c:pt idx="4268">
                  <c:v>85.1</c:v>
                </c:pt>
                <c:pt idx="4269">
                  <c:v>85.1</c:v>
                </c:pt>
                <c:pt idx="4270">
                  <c:v>85.1</c:v>
                </c:pt>
                <c:pt idx="4271">
                  <c:v>85.1</c:v>
                </c:pt>
                <c:pt idx="4272">
                  <c:v>85.2</c:v>
                </c:pt>
                <c:pt idx="4273">
                  <c:v>85.1</c:v>
                </c:pt>
                <c:pt idx="4274">
                  <c:v>85.1</c:v>
                </c:pt>
                <c:pt idx="4275">
                  <c:v>85.1</c:v>
                </c:pt>
                <c:pt idx="4276">
                  <c:v>85.2</c:v>
                </c:pt>
                <c:pt idx="4277">
                  <c:v>85.2</c:v>
                </c:pt>
                <c:pt idx="4278">
                  <c:v>85.4</c:v>
                </c:pt>
                <c:pt idx="4279">
                  <c:v>85.4</c:v>
                </c:pt>
                <c:pt idx="4280">
                  <c:v>85.5</c:v>
                </c:pt>
                <c:pt idx="4281">
                  <c:v>85.3</c:v>
                </c:pt>
                <c:pt idx="4282">
                  <c:v>85.3</c:v>
                </c:pt>
                <c:pt idx="4283">
                  <c:v>85.4</c:v>
                </c:pt>
                <c:pt idx="4284">
                  <c:v>85.5</c:v>
                </c:pt>
                <c:pt idx="4285">
                  <c:v>85.6</c:v>
                </c:pt>
                <c:pt idx="4286">
                  <c:v>85.5</c:v>
                </c:pt>
                <c:pt idx="4287">
                  <c:v>85.6</c:v>
                </c:pt>
                <c:pt idx="4288">
                  <c:v>85.7</c:v>
                </c:pt>
                <c:pt idx="4289">
                  <c:v>85.7</c:v>
                </c:pt>
                <c:pt idx="4290">
                  <c:v>85.6</c:v>
                </c:pt>
                <c:pt idx="4291">
                  <c:v>85.7</c:v>
                </c:pt>
                <c:pt idx="4292">
                  <c:v>85.7</c:v>
                </c:pt>
                <c:pt idx="4293">
                  <c:v>85.7</c:v>
                </c:pt>
                <c:pt idx="4294">
                  <c:v>85.7</c:v>
                </c:pt>
                <c:pt idx="4295">
                  <c:v>85.8</c:v>
                </c:pt>
                <c:pt idx="4296">
                  <c:v>85.8</c:v>
                </c:pt>
                <c:pt idx="4297">
                  <c:v>85.8</c:v>
                </c:pt>
                <c:pt idx="4298">
                  <c:v>85.8</c:v>
                </c:pt>
                <c:pt idx="4299">
                  <c:v>85.8</c:v>
                </c:pt>
                <c:pt idx="4300">
                  <c:v>85.8</c:v>
                </c:pt>
                <c:pt idx="4301">
                  <c:v>85.8</c:v>
                </c:pt>
                <c:pt idx="4302">
                  <c:v>85.9</c:v>
                </c:pt>
                <c:pt idx="4303">
                  <c:v>85.9</c:v>
                </c:pt>
                <c:pt idx="4304">
                  <c:v>85.9</c:v>
                </c:pt>
                <c:pt idx="4305">
                  <c:v>85.8</c:v>
                </c:pt>
                <c:pt idx="4306">
                  <c:v>85.9</c:v>
                </c:pt>
                <c:pt idx="4307">
                  <c:v>86</c:v>
                </c:pt>
                <c:pt idx="4308">
                  <c:v>86.1</c:v>
                </c:pt>
                <c:pt idx="4309">
                  <c:v>86</c:v>
                </c:pt>
                <c:pt idx="4310">
                  <c:v>86.1</c:v>
                </c:pt>
                <c:pt idx="4311">
                  <c:v>86.1</c:v>
                </c:pt>
                <c:pt idx="4312">
                  <c:v>86</c:v>
                </c:pt>
                <c:pt idx="4313">
                  <c:v>86</c:v>
                </c:pt>
                <c:pt idx="4314">
                  <c:v>86.1</c:v>
                </c:pt>
                <c:pt idx="4315">
                  <c:v>86.1</c:v>
                </c:pt>
                <c:pt idx="4316">
                  <c:v>86.2</c:v>
                </c:pt>
                <c:pt idx="4317">
                  <c:v>86.2</c:v>
                </c:pt>
                <c:pt idx="4318">
                  <c:v>86.3</c:v>
                </c:pt>
                <c:pt idx="4319">
                  <c:v>86.4</c:v>
                </c:pt>
                <c:pt idx="4320">
                  <c:v>86.3</c:v>
                </c:pt>
                <c:pt idx="4321">
                  <c:v>86.3</c:v>
                </c:pt>
                <c:pt idx="4322">
                  <c:v>86.1</c:v>
                </c:pt>
                <c:pt idx="4323">
                  <c:v>86.2</c:v>
                </c:pt>
                <c:pt idx="4324">
                  <c:v>86.2</c:v>
                </c:pt>
                <c:pt idx="4325">
                  <c:v>86.4</c:v>
                </c:pt>
                <c:pt idx="4326">
                  <c:v>86.4</c:v>
                </c:pt>
                <c:pt idx="4327">
                  <c:v>86.4</c:v>
                </c:pt>
                <c:pt idx="4328">
                  <c:v>86.3</c:v>
                </c:pt>
                <c:pt idx="4329">
                  <c:v>86.4</c:v>
                </c:pt>
                <c:pt idx="4330">
                  <c:v>86.3</c:v>
                </c:pt>
                <c:pt idx="4331">
                  <c:v>86.4</c:v>
                </c:pt>
                <c:pt idx="4332">
                  <c:v>86.4</c:v>
                </c:pt>
                <c:pt idx="4333">
                  <c:v>86.5</c:v>
                </c:pt>
                <c:pt idx="4334">
                  <c:v>86.5</c:v>
                </c:pt>
                <c:pt idx="4335">
                  <c:v>86.6</c:v>
                </c:pt>
                <c:pt idx="4336">
                  <c:v>86.6</c:v>
                </c:pt>
                <c:pt idx="4337">
                  <c:v>86.5</c:v>
                </c:pt>
                <c:pt idx="4338">
                  <c:v>86.4</c:v>
                </c:pt>
                <c:pt idx="4339">
                  <c:v>86.5</c:v>
                </c:pt>
                <c:pt idx="4340">
                  <c:v>86.6</c:v>
                </c:pt>
                <c:pt idx="4341">
                  <c:v>86.5</c:v>
                </c:pt>
                <c:pt idx="4342">
                  <c:v>86.6</c:v>
                </c:pt>
                <c:pt idx="4343">
                  <c:v>86.5</c:v>
                </c:pt>
                <c:pt idx="4344">
                  <c:v>86.5</c:v>
                </c:pt>
                <c:pt idx="4345">
                  <c:v>86.5</c:v>
                </c:pt>
                <c:pt idx="4346">
                  <c:v>86.6</c:v>
                </c:pt>
                <c:pt idx="4347">
                  <c:v>86.6</c:v>
                </c:pt>
                <c:pt idx="4348">
                  <c:v>86.7</c:v>
                </c:pt>
                <c:pt idx="4349">
                  <c:v>86.7</c:v>
                </c:pt>
                <c:pt idx="4350">
                  <c:v>86.7</c:v>
                </c:pt>
                <c:pt idx="4351">
                  <c:v>86.7</c:v>
                </c:pt>
                <c:pt idx="4352">
                  <c:v>86.7</c:v>
                </c:pt>
                <c:pt idx="4353">
                  <c:v>86.6</c:v>
                </c:pt>
                <c:pt idx="4354">
                  <c:v>86.7</c:v>
                </c:pt>
                <c:pt idx="4355">
                  <c:v>86.7</c:v>
                </c:pt>
                <c:pt idx="4356">
                  <c:v>86.8</c:v>
                </c:pt>
                <c:pt idx="4357">
                  <c:v>87</c:v>
                </c:pt>
                <c:pt idx="4358">
                  <c:v>87</c:v>
                </c:pt>
                <c:pt idx="4359">
                  <c:v>86.9</c:v>
                </c:pt>
                <c:pt idx="4360">
                  <c:v>86.9</c:v>
                </c:pt>
                <c:pt idx="4361">
                  <c:v>86.9</c:v>
                </c:pt>
                <c:pt idx="4362">
                  <c:v>87</c:v>
                </c:pt>
                <c:pt idx="4363">
                  <c:v>86.9</c:v>
                </c:pt>
                <c:pt idx="4364">
                  <c:v>86.9</c:v>
                </c:pt>
                <c:pt idx="4365">
                  <c:v>87</c:v>
                </c:pt>
                <c:pt idx="4366">
                  <c:v>87</c:v>
                </c:pt>
                <c:pt idx="4367">
                  <c:v>86.9</c:v>
                </c:pt>
                <c:pt idx="4368">
                  <c:v>87</c:v>
                </c:pt>
                <c:pt idx="4369">
                  <c:v>87</c:v>
                </c:pt>
                <c:pt idx="4370">
                  <c:v>86.8</c:v>
                </c:pt>
                <c:pt idx="4371">
                  <c:v>86.4</c:v>
                </c:pt>
                <c:pt idx="4372">
                  <c:v>85.7</c:v>
                </c:pt>
                <c:pt idx="4373">
                  <c:v>85.7</c:v>
                </c:pt>
                <c:pt idx="4374">
                  <c:v>84.9</c:v>
                </c:pt>
                <c:pt idx="4375">
                  <c:v>84.7</c:v>
                </c:pt>
                <c:pt idx="4376">
                  <c:v>83.9</c:v>
                </c:pt>
                <c:pt idx="4377">
                  <c:v>83.6</c:v>
                </c:pt>
                <c:pt idx="4378">
                  <c:v>83.3</c:v>
                </c:pt>
                <c:pt idx="4379">
                  <c:v>83.5</c:v>
                </c:pt>
                <c:pt idx="4380">
                  <c:v>82.8</c:v>
                </c:pt>
                <c:pt idx="4381">
                  <c:v>82.6</c:v>
                </c:pt>
                <c:pt idx="4382">
                  <c:v>82.2</c:v>
                </c:pt>
                <c:pt idx="4383">
                  <c:v>81.2</c:v>
                </c:pt>
                <c:pt idx="4384">
                  <c:v>81.3</c:v>
                </c:pt>
                <c:pt idx="4385">
                  <c:v>79.8</c:v>
                </c:pt>
                <c:pt idx="4386">
                  <c:v>79.2</c:v>
                </c:pt>
                <c:pt idx="4387">
                  <c:v>79.2</c:v>
                </c:pt>
                <c:pt idx="4388">
                  <c:v>79</c:v>
                </c:pt>
                <c:pt idx="4389">
                  <c:v>78.2</c:v>
                </c:pt>
                <c:pt idx="4390">
                  <c:v>77.5</c:v>
                </c:pt>
                <c:pt idx="4391">
                  <c:v>77</c:v>
                </c:pt>
                <c:pt idx="4392">
                  <c:v>77.3</c:v>
                </c:pt>
                <c:pt idx="4393">
                  <c:v>76.8</c:v>
                </c:pt>
                <c:pt idx="4394">
                  <c:v>76.1</c:v>
                </c:pt>
                <c:pt idx="4395">
                  <c:v>75.1</c:v>
                </c:pt>
                <c:pt idx="4396">
                  <c:v>75</c:v>
                </c:pt>
                <c:pt idx="4397">
                  <c:v>75.5</c:v>
                </c:pt>
                <c:pt idx="4398">
                  <c:v>75.5</c:v>
                </c:pt>
                <c:pt idx="4399">
                  <c:v>75.1</c:v>
                </c:pt>
                <c:pt idx="4400">
                  <c:v>74.2</c:v>
                </c:pt>
                <c:pt idx="4401">
                  <c:v>74.4</c:v>
                </c:pt>
                <c:pt idx="4402">
                  <c:v>75.2</c:v>
                </c:pt>
                <c:pt idx="4403">
                  <c:v>75</c:v>
                </c:pt>
                <c:pt idx="4404">
                  <c:v>74.9</c:v>
                </c:pt>
                <c:pt idx="4405">
                  <c:v>74.7</c:v>
                </c:pt>
                <c:pt idx="4406">
                  <c:v>74.1</c:v>
                </c:pt>
                <c:pt idx="4407">
                  <c:v>74.2</c:v>
                </c:pt>
                <c:pt idx="4408">
                  <c:v>74.1</c:v>
                </c:pt>
                <c:pt idx="4409">
                  <c:v>73.8</c:v>
                </c:pt>
                <c:pt idx="4410">
                  <c:v>73.5</c:v>
                </c:pt>
                <c:pt idx="4411">
                  <c:v>73.4</c:v>
                </c:pt>
                <c:pt idx="4412">
                  <c:v>73.5</c:v>
                </c:pt>
                <c:pt idx="4413">
                  <c:v>73.9</c:v>
                </c:pt>
                <c:pt idx="4414">
                  <c:v>74.1</c:v>
                </c:pt>
                <c:pt idx="4415">
                  <c:v>74.1</c:v>
                </c:pt>
                <c:pt idx="4416">
                  <c:v>74.3</c:v>
                </c:pt>
                <c:pt idx="4417">
                  <c:v>74.6</c:v>
                </c:pt>
                <c:pt idx="4418">
                  <c:v>74.7</c:v>
                </c:pt>
                <c:pt idx="4419">
                  <c:v>74.7</c:v>
                </c:pt>
                <c:pt idx="4420">
                  <c:v>74.7</c:v>
                </c:pt>
                <c:pt idx="4421">
                  <c:v>74.5</c:v>
                </c:pt>
                <c:pt idx="4422">
                  <c:v>74.6</c:v>
                </c:pt>
                <c:pt idx="4423">
                  <c:v>74.5</c:v>
                </c:pt>
                <c:pt idx="4424">
                  <c:v>74.2</c:v>
                </c:pt>
                <c:pt idx="4425">
                  <c:v>74.2</c:v>
                </c:pt>
                <c:pt idx="4426">
                  <c:v>74.1</c:v>
                </c:pt>
                <c:pt idx="4427">
                  <c:v>74.1</c:v>
                </c:pt>
                <c:pt idx="4428">
                  <c:v>74.2</c:v>
                </c:pt>
                <c:pt idx="4429">
                  <c:v>74.1</c:v>
                </c:pt>
                <c:pt idx="4430">
                  <c:v>74.1</c:v>
                </c:pt>
                <c:pt idx="4431">
                  <c:v>74.2</c:v>
                </c:pt>
                <c:pt idx="4432">
                  <c:v>74.2</c:v>
                </c:pt>
                <c:pt idx="4433">
                  <c:v>74.2</c:v>
                </c:pt>
                <c:pt idx="4434">
                  <c:v>74.2</c:v>
                </c:pt>
                <c:pt idx="4435">
                  <c:v>74.1</c:v>
                </c:pt>
                <c:pt idx="4436">
                  <c:v>74.2</c:v>
                </c:pt>
                <c:pt idx="4437">
                  <c:v>74.2</c:v>
                </c:pt>
                <c:pt idx="4438">
                  <c:v>74.1</c:v>
                </c:pt>
                <c:pt idx="4439">
                  <c:v>74.1</c:v>
                </c:pt>
                <c:pt idx="4440">
                  <c:v>74.1</c:v>
                </c:pt>
                <c:pt idx="4441">
                  <c:v>74.1</c:v>
                </c:pt>
                <c:pt idx="4442">
                  <c:v>74.1</c:v>
                </c:pt>
                <c:pt idx="4443">
                  <c:v>74.1</c:v>
                </c:pt>
                <c:pt idx="4444">
                  <c:v>74</c:v>
                </c:pt>
                <c:pt idx="4445">
                  <c:v>74</c:v>
                </c:pt>
                <c:pt idx="4446">
                  <c:v>74</c:v>
                </c:pt>
                <c:pt idx="4447">
                  <c:v>74</c:v>
                </c:pt>
                <c:pt idx="4448">
                  <c:v>74</c:v>
                </c:pt>
                <c:pt idx="4449">
                  <c:v>74</c:v>
                </c:pt>
                <c:pt idx="4450">
                  <c:v>74</c:v>
                </c:pt>
                <c:pt idx="4451">
                  <c:v>73.9</c:v>
                </c:pt>
                <c:pt idx="4452">
                  <c:v>73.9</c:v>
                </c:pt>
                <c:pt idx="4453">
                  <c:v>73.7</c:v>
                </c:pt>
                <c:pt idx="4454">
                  <c:v>73.6</c:v>
                </c:pt>
                <c:pt idx="4455">
                  <c:v>73.4</c:v>
                </c:pt>
                <c:pt idx="4456">
                  <c:v>73.2</c:v>
                </c:pt>
                <c:pt idx="4457">
                  <c:v>72.9</c:v>
                </c:pt>
                <c:pt idx="4458">
                  <c:v>72.7</c:v>
                </c:pt>
                <c:pt idx="4459">
                  <c:v>72.6</c:v>
                </c:pt>
                <c:pt idx="4460">
                  <c:v>72.5</c:v>
                </c:pt>
                <c:pt idx="4461">
                  <c:v>72.3</c:v>
                </c:pt>
                <c:pt idx="4462">
                  <c:v>72.3</c:v>
                </c:pt>
                <c:pt idx="4463">
                  <c:v>72.2</c:v>
                </c:pt>
                <c:pt idx="4464">
                  <c:v>72.4</c:v>
                </c:pt>
                <c:pt idx="4465">
                  <c:v>72.5</c:v>
                </c:pt>
                <c:pt idx="4466">
                  <c:v>72.4</c:v>
                </c:pt>
                <c:pt idx="4467">
                  <c:v>72.5</c:v>
                </c:pt>
                <c:pt idx="4468">
                  <c:v>72.7</c:v>
                </c:pt>
                <c:pt idx="4469">
                  <c:v>72.6</c:v>
                </c:pt>
                <c:pt idx="4470">
                  <c:v>72.6</c:v>
                </c:pt>
                <c:pt idx="4471">
                  <c:v>72.6</c:v>
                </c:pt>
                <c:pt idx="4472">
                  <c:v>72.5</c:v>
                </c:pt>
                <c:pt idx="4473">
                  <c:v>72.5</c:v>
                </c:pt>
                <c:pt idx="4474">
                  <c:v>72.5</c:v>
                </c:pt>
                <c:pt idx="4475">
                  <c:v>72.4</c:v>
                </c:pt>
                <c:pt idx="4476">
                  <c:v>72.5</c:v>
                </c:pt>
                <c:pt idx="4477">
                  <c:v>72.6</c:v>
                </c:pt>
                <c:pt idx="4478">
                  <c:v>72.6</c:v>
                </c:pt>
                <c:pt idx="4479">
                  <c:v>72.7</c:v>
                </c:pt>
                <c:pt idx="4480">
                  <c:v>72.6</c:v>
                </c:pt>
                <c:pt idx="4481">
                  <c:v>72.8</c:v>
                </c:pt>
                <c:pt idx="4482">
                  <c:v>72.8</c:v>
                </c:pt>
                <c:pt idx="4483">
                  <c:v>72.8</c:v>
                </c:pt>
                <c:pt idx="4484">
                  <c:v>72.8</c:v>
                </c:pt>
                <c:pt idx="4485">
                  <c:v>72.8</c:v>
                </c:pt>
                <c:pt idx="4486">
                  <c:v>72.8</c:v>
                </c:pt>
                <c:pt idx="4487">
                  <c:v>72.8</c:v>
                </c:pt>
                <c:pt idx="4488">
                  <c:v>72.7</c:v>
                </c:pt>
                <c:pt idx="4489">
                  <c:v>72.7</c:v>
                </c:pt>
                <c:pt idx="4490">
                  <c:v>72.6</c:v>
                </c:pt>
                <c:pt idx="4491">
                  <c:v>72.6</c:v>
                </c:pt>
                <c:pt idx="4492">
                  <c:v>72.6</c:v>
                </c:pt>
                <c:pt idx="4493">
                  <c:v>72.7</c:v>
                </c:pt>
                <c:pt idx="4494">
                  <c:v>72.5</c:v>
                </c:pt>
                <c:pt idx="4495">
                  <c:v>72.4</c:v>
                </c:pt>
                <c:pt idx="4496">
                  <c:v>72.4</c:v>
                </c:pt>
                <c:pt idx="4497">
                  <c:v>72.4</c:v>
                </c:pt>
                <c:pt idx="4498">
                  <c:v>72.4</c:v>
                </c:pt>
                <c:pt idx="4499">
                  <c:v>72.3</c:v>
                </c:pt>
                <c:pt idx="4500">
                  <c:v>72.2</c:v>
                </c:pt>
                <c:pt idx="4501">
                  <c:v>72.3</c:v>
                </c:pt>
                <c:pt idx="4502">
                  <c:v>72.3</c:v>
                </c:pt>
                <c:pt idx="4503">
                  <c:v>72.3</c:v>
                </c:pt>
                <c:pt idx="4504">
                  <c:v>72.3</c:v>
                </c:pt>
                <c:pt idx="4505">
                  <c:v>72.2</c:v>
                </c:pt>
                <c:pt idx="4506">
                  <c:v>72.3</c:v>
                </c:pt>
                <c:pt idx="4507">
                  <c:v>72.3</c:v>
                </c:pt>
                <c:pt idx="4508">
                  <c:v>72.3</c:v>
                </c:pt>
                <c:pt idx="4509">
                  <c:v>72.1</c:v>
                </c:pt>
                <c:pt idx="4510">
                  <c:v>72.1</c:v>
                </c:pt>
                <c:pt idx="4511">
                  <c:v>72</c:v>
                </c:pt>
                <c:pt idx="4512">
                  <c:v>72.2</c:v>
                </c:pt>
                <c:pt idx="4513">
                  <c:v>72.1</c:v>
                </c:pt>
                <c:pt idx="4514">
                  <c:v>72.1</c:v>
                </c:pt>
                <c:pt idx="4515">
                  <c:v>72.1</c:v>
                </c:pt>
                <c:pt idx="4516">
                  <c:v>72.3</c:v>
                </c:pt>
                <c:pt idx="4517">
                  <c:v>72.2</c:v>
                </c:pt>
                <c:pt idx="4518">
                  <c:v>72.4</c:v>
                </c:pt>
                <c:pt idx="4519">
                  <c:v>72.4</c:v>
                </c:pt>
                <c:pt idx="4520">
                  <c:v>72.3</c:v>
                </c:pt>
                <c:pt idx="4521">
                  <c:v>72.4</c:v>
                </c:pt>
                <c:pt idx="4522">
                  <c:v>72.5</c:v>
                </c:pt>
                <c:pt idx="4523">
                  <c:v>72.5</c:v>
                </c:pt>
                <c:pt idx="4524">
                  <c:v>72.6</c:v>
                </c:pt>
                <c:pt idx="4525">
                  <c:v>72.6</c:v>
                </c:pt>
                <c:pt idx="4526">
                  <c:v>72.6</c:v>
                </c:pt>
                <c:pt idx="4527">
                  <c:v>72.7</c:v>
                </c:pt>
                <c:pt idx="4528">
                  <c:v>72.6</c:v>
                </c:pt>
                <c:pt idx="4529">
                  <c:v>72.7</c:v>
                </c:pt>
                <c:pt idx="4530">
                  <c:v>72.8</c:v>
                </c:pt>
                <c:pt idx="4531">
                  <c:v>72.7</c:v>
                </c:pt>
                <c:pt idx="4532">
                  <c:v>72.7</c:v>
                </c:pt>
                <c:pt idx="4533">
                  <c:v>72.8</c:v>
                </c:pt>
                <c:pt idx="4534">
                  <c:v>72.9</c:v>
                </c:pt>
                <c:pt idx="4535">
                  <c:v>72.9</c:v>
                </c:pt>
                <c:pt idx="4536">
                  <c:v>72.9</c:v>
                </c:pt>
                <c:pt idx="4537">
                  <c:v>73</c:v>
                </c:pt>
                <c:pt idx="4538">
                  <c:v>72.9</c:v>
                </c:pt>
                <c:pt idx="4539">
                  <c:v>73</c:v>
                </c:pt>
                <c:pt idx="4540">
                  <c:v>73</c:v>
                </c:pt>
                <c:pt idx="4541">
                  <c:v>73</c:v>
                </c:pt>
                <c:pt idx="4542">
                  <c:v>73</c:v>
                </c:pt>
                <c:pt idx="4543">
                  <c:v>73.1</c:v>
                </c:pt>
                <c:pt idx="4544">
                  <c:v>73.1</c:v>
                </c:pt>
                <c:pt idx="4545">
                  <c:v>73</c:v>
                </c:pt>
                <c:pt idx="4546">
                  <c:v>73</c:v>
                </c:pt>
                <c:pt idx="4547">
                  <c:v>73</c:v>
                </c:pt>
                <c:pt idx="4548">
                  <c:v>73</c:v>
                </c:pt>
                <c:pt idx="4549">
                  <c:v>73.1</c:v>
                </c:pt>
                <c:pt idx="4550">
                  <c:v>73</c:v>
                </c:pt>
                <c:pt idx="4551">
                  <c:v>73</c:v>
                </c:pt>
                <c:pt idx="4552">
                  <c:v>73</c:v>
                </c:pt>
                <c:pt idx="4553">
                  <c:v>73</c:v>
                </c:pt>
                <c:pt idx="4554">
                  <c:v>73</c:v>
                </c:pt>
                <c:pt idx="4555">
                  <c:v>73.1</c:v>
                </c:pt>
                <c:pt idx="4556">
                  <c:v>73.1</c:v>
                </c:pt>
                <c:pt idx="4557">
                  <c:v>73.1</c:v>
                </c:pt>
                <c:pt idx="4558">
                  <c:v>73.1</c:v>
                </c:pt>
                <c:pt idx="4559">
                  <c:v>73.1</c:v>
                </c:pt>
                <c:pt idx="4560">
                  <c:v>73.1</c:v>
                </c:pt>
                <c:pt idx="4561">
                  <c:v>73.1</c:v>
                </c:pt>
                <c:pt idx="4562">
                  <c:v>73.1</c:v>
                </c:pt>
                <c:pt idx="4563">
                  <c:v>73.1</c:v>
                </c:pt>
                <c:pt idx="4564">
                  <c:v>73.1</c:v>
                </c:pt>
                <c:pt idx="4565">
                  <c:v>73</c:v>
                </c:pt>
                <c:pt idx="4566">
                  <c:v>73</c:v>
                </c:pt>
                <c:pt idx="4567">
                  <c:v>73.1</c:v>
                </c:pt>
                <c:pt idx="4568">
                  <c:v>73</c:v>
                </c:pt>
                <c:pt idx="4569">
                  <c:v>73.2</c:v>
                </c:pt>
                <c:pt idx="4570">
                  <c:v>73.3</c:v>
                </c:pt>
                <c:pt idx="4571">
                  <c:v>73.3</c:v>
                </c:pt>
                <c:pt idx="4572">
                  <c:v>73.4</c:v>
                </c:pt>
                <c:pt idx="4573">
                  <c:v>73.5</c:v>
                </c:pt>
                <c:pt idx="4574">
                  <c:v>73.4</c:v>
                </c:pt>
                <c:pt idx="4575">
                  <c:v>73.5</c:v>
                </c:pt>
                <c:pt idx="4576">
                  <c:v>73.5</c:v>
                </c:pt>
                <c:pt idx="4577">
                  <c:v>73.5</c:v>
                </c:pt>
                <c:pt idx="4578">
                  <c:v>73.5</c:v>
                </c:pt>
                <c:pt idx="4579">
                  <c:v>73.4</c:v>
                </c:pt>
                <c:pt idx="4580">
                  <c:v>73.4</c:v>
                </c:pt>
                <c:pt idx="4581">
                  <c:v>73.4</c:v>
                </c:pt>
                <c:pt idx="4582">
                  <c:v>73.4</c:v>
                </c:pt>
                <c:pt idx="4583">
                  <c:v>73.3</c:v>
                </c:pt>
                <c:pt idx="4584">
                  <c:v>73.4</c:v>
                </c:pt>
                <c:pt idx="4585">
                  <c:v>73.4</c:v>
                </c:pt>
                <c:pt idx="4586">
                  <c:v>73.4</c:v>
                </c:pt>
                <c:pt idx="4587">
                  <c:v>73.4</c:v>
                </c:pt>
                <c:pt idx="4588">
                  <c:v>73.4</c:v>
                </c:pt>
                <c:pt idx="4589">
                  <c:v>73.4</c:v>
                </c:pt>
                <c:pt idx="4590">
                  <c:v>73.4</c:v>
                </c:pt>
                <c:pt idx="4591">
                  <c:v>73.4</c:v>
                </c:pt>
                <c:pt idx="4592">
                  <c:v>73.4</c:v>
                </c:pt>
                <c:pt idx="4593">
                  <c:v>73.4</c:v>
                </c:pt>
                <c:pt idx="4594">
                  <c:v>73.4</c:v>
                </c:pt>
                <c:pt idx="4595">
                  <c:v>73.4</c:v>
                </c:pt>
                <c:pt idx="4596">
                  <c:v>73.4</c:v>
                </c:pt>
                <c:pt idx="4597">
                  <c:v>73.4</c:v>
                </c:pt>
                <c:pt idx="4598">
                  <c:v>73.4</c:v>
                </c:pt>
                <c:pt idx="4599">
                  <c:v>73.4</c:v>
                </c:pt>
                <c:pt idx="4600">
                  <c:v>73.4</c:v>
                </c:pt>
                <c:pt idx="4601">
                  <c:v>73.4</c:v>
                </c:pt>
                <c:pt idx="4602">
                  <c:v>73.4</c:v>
                </c:pt>
                <c:pt idx="4603">
                  <c:v>73.4</c:v>
                </c:pt>
                <c:pt idx="4604">
                  <c:v>73.4</c:v>
                </c:pt>
                <c:pt idx="4605">
                  <c:v>73.4</c:v>
                </c:pt>
                <c:pt idx="4606">
                  <c:v>73.4</c:v>
                </c:pt>
                <c:pt idx="4607">
                  <c:v>73.4</c:v>
                </c:pt>
                <c:pt idx="4608">
                  <c:v>73.4</c:v>
                </c:pt>
                <c:pt idx="4609">
                  <c:v>73.4</c:v>
                </c:pt>
                <c:pt idx="4610">
                  <c:v>73.4</c:v>
                </c:pt>
                <c:pt idx="4611">
                  <c:v>73.4</c:v>
                </c:pt>
                <c:pt idx="4612">
                  <c:v>73.4</c:v>
                </c:pt>
                <c:pt idx="4613">
                  <c:v>73.5</c:v>
                </c:pt>
                <c:pt idx="4614">
                  <c:v>73.6</c:v>
                </c:pt>
                <c:pt idx="4615">
                  <c:v>73.6</c:v>
                </c:pt>
                <c:pt idx="4616">
                  <c:v>73.6</c:v>
                </c:pt>
                <c:pt idx="4617">
                  <c:v>73.6</c:v>
                </c:pt>
                <c:pt idx="4618">
                  <c:v>73.7</c:v>
                </c:pt>
                <c:pt idx="4619">
                  <c:v>73.6</c:v>
                </c:pt>
                <c:pt idx="4620">
                  <c:v>73.6</c:v>
                </c:pt>
                <c:pt idx="4621">
                  <c:v>73.6</c:v>
                </c:pt>
                <c:pt idx="4622">
                  <c:v>73.6</c:v>
                </c:pt>
                <c:pt idx="4623">
                  <c:v>73.6</c:v>
                </c:pt>
                <c:pt idx="4624">
                  <c:v>73.5</c:v>
                </c:pt>
                <c:pt idx="4625">
                  <c:v>73.5</c:v>
                </c:pt>
                <c:pt idx="4626">
                  <c:v>73.5</c:v>
                </c:pt>
                <c:pt idx="4627">
                  <c:v>73.6</c:v>
                </c:pt>
                <c:pt idx="4628">
                  <c:v>73.5</c:v>
                </c:pt>
                <c:pt idx="4629">
                  <c:v>73.6</c:v>
                </c:pt>
                <c:pt idx="4630">
                  <c:v>73.6</c:v>
                </c:pt>
                <c:pt idx="4631">
                  <c:v>73.6</c:v>
                </c:pt>
                <c:pt idx="4632">
                  <c:v>73.6</c:v>
                </c:pt>
                <c:pt idx="4633">
                  <c:v>73.6</c:v>
                </c:pt>
                <c:pt idx="4634">
                  <c:v>73.6</c:v>
                </c:pt>
                <c:pt idx="4635">
                  <c:v>73.6</c:v>
                </c:pt>
                <c:pt idx="4636">
                  <c:v>73.6</c:v>
                </c:pt>
                <c:pt idx="4637">
                  <c:v>73.6</c:v>
                </c:pt>
                <c:pt idx="4638">
                  <c:v>73.6</c:v>
                </c:pt>
                <c:pt idx="4639">
                  <c:v>73.6</c:v>
                </c:pt>
                <c:pt idx="4640">
                  <c:v>73.6</c:v>
                </c:pt>
                <c:pt idx="4641">
                  <c:v>73.5</c:v>
                </c:pt>
                <c:pt idx="4642">
                  <c:v>73.6</c:v>
                </c:pt>
                <c:pt idx="4643">
                  <c:v>73.5</c:v>
                </c:pt>
                <c:pt idx="4644">
                  <c:v>73.5</c:v>
                </c:pt>
                <c:pt idx="4645">
                  <c:v>73.6</c:v>
                </c:pt>
                <c:pt idx="4646">
                  <c:v>73.6</c:v>
                </c:pt>
                <c:pt idx="4647">
                  <c:v>73.6</c:v>
                </c:pt>
                <c:pt idx="4648">
                  <c:v>73.6</c:v>
                </c:pt>
                <c:pt idx="4649">
                  <c:v>73.6</c:v>
                </c:pt>
                <c:pt idx="4650">
                  <c:v>73.6</c:v>
                </c:pt>
                <c:pt idx="4651">
                  <c:v>73.6</c:v>
                </c:pt>
                <c:pt idx="4652">
                  <c:v>73.6</c:v>
                </c:pt>
                <c:pt idx="4653">
                  <c:v>73.6</c:v>
                </c:pt>
                <c:pt idx="4654">
                  <c:v>73.6</c:v>
                </c:pt>
                <c:pt idx="4655">
                  <c:v>73.7</c:v>
                </c:pt>
                <c:pt idx="4656">
                  <c:v>73.6</c:v>
                </c:pt>
                <c:pt idx="4657">
                  <c:v>73.6</c:v>
                </c:pt>
                <c:pt idx="4658">
                  <c:v>73.6</c:v>
                </c:pt>
                <c:pt idx="4659">
                  <c:v>73.6</c:v>
                </c:pt>
                <c:pt idx="4660">
                  <c:v>73.6</c:v>
                </c:pt>
                <c:pt idx="4661">
                  <c:v>73.6</c:v>
                </c:pt>
                <c:pt idx="4662">
                  <c:v>73.6</c:v>
                </c:pt>
                <c:pt idx="4663">
                  <c:v>73.7</c:v>
                </c:pt>
                <c:pt idx="4664">
                  <c:v>73.6</c:v>
                </c:pt>
                <c:pt idx="4665">
                  <c:v>73.6</c:v>
                </c:pt>
                <c:pt idx="4666">
                  <c:v>73.7</c:v>
                </c:pt>
                <c:pt idx="4667">
                  <c:v>73.6</c:v>
                </c:pt>
                <c:pt idx="4668">
                  <c:v>73.6</c:v>
                </c:pt>
                <c:pt idx="4669">
                  <c:v>73.6</c:v>
                </c:pt>
                <c:pt idx="4670">
                  <c:v>73.7</c:v>
                </c:pt>
                <c:pt idx="4671">
                  <c:v>73.6</c:v>
                </c:pt>
                <c:pt idx="4672">
                  <c:v>73.6</c:v>
                </c:pt>
                <c:pt idx="4673">
                  <c:v>73.6</c:v>
                </c:pt>
                <c:pt idx="4674">
                  <c:v>73.6</c:v>
                </c:pt>
                <c:pt idx="4675">
                  <c:v>73.6</c:v>
                </c:pt>
                <c:pt idx="4676">
                  <c:v>73.6</c:v>
                </c:pt>
                <c:pt idx="4677">
                  <c:v>73.6</c:v>
                </c:pt>
                <c:pt idx="4678">
                  <c:v>73.6</c:v>
                </c:pt>
                <c:pt idx="4679">
                  <c:v>73.6</c:v>
                </c:pt>
                <c:pt idx="4680">
                  <c:v>73.6</c:v>
                </c:pt>
                <c:pt idx="4681">
                  <c:v>73.6</c:v>
                </c:pt>
                <c:pt idx="4682">
                  <c:v>73.6</c:v>
                </c:pt>
                <c:pt idx="4683">
                  <c:v>73.6</c:v>
                </c:pt>
                <c:pt idx="4684">
                  <c:v>73.6</c:v>
                </c:pt>
                <c:pt idx="4685">
                  <c:v>73.6</c:v>
                </c:pt>
                <c:pt idx="4686">
                  <c:v>73.6</c:v>
                </c:pt>
                <c:pt idx="4687">
                  <c:v>73.6</c:v>
                </c:pt>
                <c:pt idx="4688">
                  <c:v>73.6</c:v>
                </c:pt>
                <c:pt idx="4689">
                  <c:v>73.6</c:v>
                </c:pt>
                <c:pt idx="4690">
                  <c:v>73.6</c:v>
                </c:pt>
                <c:pt idx="4691">
                  <c:v>73.6</c:v>
                </c:pt>
                <c:pt idx="4692">
                  <c:v>73.6</c:v>
                </c:pt>
                <c:pt idx="4693">
                  <c:v>73.6</c:v>
                </c:pt>
                <c:pt idx="4694">
                  <c:v>73.6</c:v>
                </c:pt>
                <c:pt idx="4695">
                  <c:v>73.6</c:v>
                </c:pt>
                <c:pt idx="4696">
                  <c:v>73.6</c:v>
                </c:pt>
                <c:pt idx="4697">
                  <c:v>73.6</c:v>
                </c:pt>
                <c:pt idx="4698">
                  <c:v>73.5</c:v>
                </c:pt>
                <c:pt idx="4699">
                  <c:v>73.6</c:v>
                </c:pt>
                <c:pt idx="4700">
                  <c:v>73.6</c:v>
                </c:pt>
                <c:pt idx="4701">
                  <c:v>73.6</c:v>
                </c:pt>
                <c:pt idx="4702">
                  <c:v>73.6</c:v>
                </c:pt>
                <c:pt idx="4703">
                  <c:v>73.7</c:v>
                </c:pt>
                <c:pt idx="4704">
                  <c:v>73.6</c:v>
                </c:pt>
                <c:pt idx="4705">
                  <c:v>73.6</c:v>
                </c:pt>
                <c:pt idx="4706">
                  <c:v>73.6</c:v>
                </c:pt>
                <c:pt idx="4707">
                  <c:v>73.6</c:v>
                </c:pt>
                <c:pt idx="4708">
                  <c:v>73.6</c:v>
                </c:pt>
                <c:pt idx="4709">
                  <c:v>73.6</c:v>
                </c:pt>
                <c:pt idx="4710">
                  <c:v>73.6</c:v>
                </c:pt>
                <c:pt idx="4711">
                  <c:v>73.7</c:v>
                </c:pt>
                <c:pt idx="4712">
                  <c:v>73.7</c:v>
                </c:pt>
                <c:pt idx="4713">
                  <c:v>73.7</c:v>
                </c:pt>
                <c:pt idx="4714">
                  <c:v>73.6</c:v>
                </c:pt>
                <c:pt idx="4715">
                  <c:v>73.6</c:v>
                </c:pt>
                <c:pt idx="4716">
                  <c:v>73.7</c:v>
                </c:pt>
                <c:pt idx="4717">
                  <c:v>73.6</c:v>
                </c:pt>
                <c:pt idx="4718">
                  <c:v>73.7</c:v>
                </c:pt>
                <c:pt idx="4719">
                  <c:v>73.7</c:v>
                </c:pt>
                <c:pt idx="4720">
                  <c:v>73.6</c:v>
                </c:pt>
                <c:pt idx="4721">
                  <c:v>73.6</c:v>
                </c:pt>
                <c:pt idx="4722">
                  <c:v>73.6</c:v>
                </c:pt>
                <c:pt idx="4723">
                  <c:v>73.6</c:v>
                </c:pt>
                <c:pt idx="4724">
                  <c:v>73.7</c:v>
                </c:pt>
                <c:pt idx="4725">
                  <c:v>73.7</c:v>
                </c:pt>
                <c:pt idx="4726">
                  <c:v>73.7</c:v>
                </c:pt>
                <c:pt idx="4727">
                  <c:v>73.7</c:v>
                </c:pt>
                <c:pt idx="4728">
                  <c:v>73.7</c:v>
                </c:pt>
                <c:pt idx="4729">
                  <c:v>73.7</c:v>
                </c:pt>
                <c:pt idx="4730">
                  <c:v>73.8</c:v>
                </c:pt>
                <c:pt idx="4731">
                  <c:v>73.7</c:v>
                </c:pt>
                <c:pt idx="4732">
                  <c:v>73.7</c:v>
                </c:pt>
                <c:pt idx="4733">
                  <c:v>73.7</c:v>
                </c:pt>
                <c:pt idx="4734">
                  <c:v>73.7</c:v>
                </c:pt>
                <c:pt idx="4735">
                  <c:v>73.8</c:v>
                </c:pt>
                <c:pt idx="4736">
                  <c:v>73.7</c:v>
                </c:pt>
                <c:pt idx="4737">
                  <c:v>73.7</c:v>
                </c:pt>
                <c:pt idx="4738">
                  <c:v>73.7</c:v>
                </c:pt>
                <c:pt idx="4739">
                  <c:v>73.7</c:v>
                </c:pt>
                <c:pt idx="4740">
                  <c:v>73.8</c:v>
                </c:pt>
                <c:pt idx="4741">
                  <c:v>73.8</c:v>
                </c:pt>
                <c:pt idx="4742">
                  <c:v>73.8</c:v>
                </c:pt>
                <c:pt idx="4743">
                  <c:v>73.8</c:v>
                </c:pt>
                <c:pt idx="4744">
                  <c:v>73.8</c:v>
                </c:pt>
                <c:pt idx="4745">
                  <c:v>73.8</c:v>
                </c:pt>
                <c:pt idx="4746">
                  <c:v>73.8</c:v>
                </c:pt>
                <c:pt idx="4747">
                  <c:v>73.7</c:v>
                </c:pt>
                <c:pt idx="4748">
                  <c:v>73.8</c:v>
                </c:pt>
                <c:pt idx="4749">
                  <c:v>73.8</c:v>
                </c:pt>
                <c:pt idx="4750">
                  <c:v>73.8</c:v>
                </c:pt>
                <c:pt idx="4751">
                  <c:v>73.7</c:v>
                </c:pt>
                <c:pt idx="4752">
                  <c:v>73.8</c:v>
                </c:pt>
                <c:pt idx="4753">
                  <c:v>73.8</c:v>
                </c:pt>
                <c:pt idx="4754">
                  <c:v>73.8</c:v>
                </c:pt>
                <c:pt idx="4755">
                  <c:v>73.8</c:v>
                </c:pt>
                <c:pt idx="4756">
                  <c:v>73.8</c:v>
                </c:pt>
                <c:pt idx="4757">
                  <c:v>73.7</c:v>
                </c:pt>
                <c:pt idx="4758">
                  <c:v>73.8</c:v>
                </c:pt>
                <c:pt idx="4759">
                  <c:v>73.9</c:v>
                </c:pt>
                <c:pt idx="4760">
                  <c:v>73.8</c:v>
                </c:pt>
                <c:pt idx="4761">
                  <c:v>73.8</c:v>
                </c:pt>
                <c:pt idx="4762">
                  <c:v>73.7</c:v>
                </c:pt>
                <c:pt idx="4763">
                  <c:v>73.7</c:v>
                </c:pt>
                <c:pt idx="4764">
                  <c:v>73.7</c:v>
                </c:pt>
                <c:pt idx="4765">
                  <c:v>73.7</c:v>
                </c:pt>
                <c:pt idx="4766">
                  <c:v>73.7</c:v>
                </c:pt>
                <c:pt idx="4767">
                  <c:v>73.8</c:v>
                </c:pt>
                <c:pt idx="4768">
                  <c:v>73.8</c:v>
                </c:pt>
                <c:pt idx="4769">
                  <c:v>73.8</c:v>
                </c:pt>
                <c:pt idx="4770">
                  <c:v>73.9</c:v>
                </c:pt>
                <c:pt idx="4771">
                  <c:v>73.9</c:v>
                </c:pt>
                <c:pt idx="4772">
                  <c:v>74</c:v>
                </c:pt>
                <c:pt idx="4773">
                  <c:v>74</c:v>
                </c:pt>
                <c:pt idx="4774">
                  <c:v>74</c:v>
                </c:pt>
                <c:pt idx="4775">
                  <c:v>74.1</c:v>
                </c:pt>
                <c:pt idx="4776">
                  <c:v>74.1</c:v>
                </c:pt>
                <c:pt idx="4777">
                  <c:v>74.1</c:v>
                </c:pt>
                <c:pt idx="4778">
                  <c:v>74.2</c:v>
                </c:pt>
                <c:pt idx="4779">
                  <c:v>74.2</c:v>
                </c:pt>
                <c:pt idx="4780">
                  <c:v>74.2</c:v>
                </c:pt>
                <c:pt idx="4781">
                  <c:v>74.3</c:v>
                </c:pt>
                <c:pt idx="4782">
                  <c:v>74.3</c:v>
                </c:pt>
                <c:pt idx="4783">
                  <c:v>74.4</c:v>
                </c:pt>
                <c:pt idx="4784">
                  <c:v>74.4</c:v>
                </c:pt>
                <c:pt idx="4785">
                  <c:v>74.4</c:v>
                </c:pt>
                <c:pt idx="4786">
                  <c:v>74.4</c:v>
                </c:pt>
                <c:pt idx="4787">
                  <c:v>74.4</c:v>
                </c:pt>
                <c:pt idx="4788">
                  <c:v>74.5</c:v>
                </c:pt>
                <c:pt idx="4789">
                  <c:v>74.5</c:v>
                </c:pt>
                <c:pt idx="4790">
                  <c:v>74.5</c:v>
                </c:pt>
                <c:pt idx="4791">
                  <c:v>74.5</c:v>
                </c:pt>
                <c:pt idx="4792">
                  <c:v>74.5</c:v>
                </c:pt>
                <c:pt idx="4793">
                  <c:v>74.6</c:v>
                </c:pt>
                <c:pt idx="4794">
                  <c:v>74.6</c:v>
                </c:pt>
                <c:pt idx="4795">
                  <c:v>74.6</c:v>
                </c:pt>
                <c:pt idx="4796">
                  <c:v>74.7</c:v>
                </c:pt>
                <c:pt idx="4797">
                  <c:v>74.7</c:v>
                </c:pt>
                <c:pt idx="4798">
                  <c:v>74.8</c:v>
                </c:pt>
                <c:pt idx="4799">
                  <c:v>74.8</c:v>
                </c:pt>
                <c:pt idx="4800">
                  <c:v>74.8</c:v>
                </c:pt>
                <c:pt idx="4801">
                  <c:v>74.8</c:v>
                </c:pt>
                <c:pt idx="4802">
                  <c:v>74.9</c:v>
                </c:pt>
                <c:pt idx="4803">
                  <c:v>74.8</c:v>
                </c:pt>
                <c:pt idx="4804">
                  <c:v>74.7</c:v>
                </c:pt>
                <c:pt idx="4805">
                  <c:v>74.7</c:v>
                </c:pt>
                <c:pt idx="4806">
                  <c:v>74.8</c:v>
                </c:pt>
                <c:pt idx="4807">
                  <c:v>74.8</c:v>
                </c:pt>
                <c:pt idx="4808">
                  <c:v>74.7</c:v>
                </c:pt>
                <c:pt idx="4809">
                  <c:v>74.9</c:v>
                </c:pt>
                <c:pt idx="4810">
                  <c:v>74.8</c:v>
                </c:pt>
                <c:pt idx="4811">
                  <c:v>74.8</c:v>
                </c:pt>
                <c:pt idx="4812">
                  <c:v>75</c:v>
                </c:pt>
                <c:pt idx="4813">
                  <c:v>75</c:v>
                </c:pt>
                <c:pt idx="4814">
                  <c:v>75.1</c:v>
                </c:pt>
                <c:pt idx="4815">
                  <c:v>75.1</c:v>
                </c:pt>
                <c:pt idx="4816">
                  <c:v>75.1</c:v>
                </c:pt>
                <c:pt idx="4817">
                  <c:v>75.1</c:v>
                </c:pt>
                <c:pt idx="4818">
                  <c:v>75.2</c:v>
                </c:pt>
                <c:pt idx="4819">
                  <c:v>75.1</c:v>
                </c:pt>
                <c:pt idx="4820">
                  <c:v>75.2</c:v>
                </c:pt>
                <c:pt idx="4821">
                  <c:v>75.2</c:v>
                </c:pt>
                <c:pt idx="4822">
                  <c:v>75.2</c:v>
                </c:pt>
                <c:pt idx="4823">
                  <c:v>75.1</c:v>
                </c:pt>
                <c:pt idx="4824">
                  <c:v>75.2</c:v>
                </c:pt>
                <c:pt idx="4825">
                  <c:v>75.2</c:v>
                </c:pt>
                <c:pt idx="4826">
                  <c:v>75.2</c:v>
                </c:pt>
                <c:pt idx="4827">
                  <c:v>75.3</c:v>
                </c:pt>
                <c:pt idx="4828">
                  <c:v>75.3</c:v>
                </c:pt>
                <c:pt idx="4829">
                  <c:v>75.2</c:v>
                </c:pt>
                <c:pt idx="4830">
                  <c:v>75.4</c:v>
                </c:pt>
                <c:pt idx="4831">
                  <c:v>75.4</c:v>
                </c:pt>
                <c:pt idx="4832">
                  <c:v>75.4</c:v>
                </c:pt>
                <c:pt idx="4833">
                  <c:v>75.4</c:v>
                </c:pt>
                <c:pt idx="4834">
                  <c:v>75.5</c:v>
                </c:pt>
                <c:pt idx="4835">
                  <c:v>75.5</c:v>
                </c:pt>
                <c:pt idx="4836">
                  <c:v>75.5</c:v>
                </c:pt>
                <c:pt idx="4837">
                  <c:v>75.5</c:v>
                </c:pt>
                <c:pt idx="4838">
                  <c:v>75.6</c:v>
                </c:pt>
                <c:pt idx="4839">
                  <c:v>75.6</c:v>
                </c:pt>
                <c:pt idx="4840">
                  <c:v>75.7</c:v>
                </c:pt>
                <c:pt idx="4841">
                  <c:v>75.7</c:v>
                </c:pt>
                <c:pt idx="4842">
                  <c:v>75.7</c:v>
                </c:pt>
                <c:pt idx="4843">
                  <c:v>75.8</c:v>
                </c:pt>
                <c:pt idx="4844">
                  <c:v>75.8</c:v>
                </c:pt>
                <c:pt idx="4845">
                  <c:v>75.8</c:v>
                </c:pt>
                <c:pt idx="4846">
                  <c:v>75.9</c:v>
                </c:pt>
                <c:pt idx="4847">
                  <c:v>75.9</c:v>
                </c:pt>
                <c:pt idx="4848">
                  <c:v>75.9</c:v>
                </c:pt>
                <c:pt idx="4849">
                  <c:v>75.9</c:v>
                </c:pt>
                <c:pt idx="4850">
                  <c:v>75.9</c:v>
                </c:pt>
                <c:pt idx="4851">
                  <c:v>75.9</c:v>
                </c:pt>
                <c:pt idx="4852">
                  <c:v>75.9</c:v>
                </c:pt>
                <c:pt idx="4853">
                  <c:v>75.9</c:v>
                </c:pt>
                <c:pt idx="4854">
                  <c:v>76</c:v>
                </c:pt>
                <c:pt idx="4855">
                  <c:v>76</c:v>
                </c:pt>
                <c:pt idx="4856">
                  <c:v>76.1</c:v>
                </c:pt>
                <c:pt idx="4857">
                  <c:v>76.1</c:v>
                </c:pt>
                <c:pt idx="4858">
                  <c:v>76.1</c:v>
                </c:pt>
                <c:pt idx="4859">
                  <c:v>76.2</c:v>
                </c:pt>
                <c:pt idx="4860">
                  <c:v>76.2</c:v>
                </c:pt>
                <c:pt idx="4861">
                  <c:v>76.2</c:v>
                </c:pt>
                <c:pt idx="4862">
                  <c:v>76.2</c:v>
                </c:pt>
                <c:pt idx="4863">
                  <c:v>76.2</c:v>
                </c:pt>
                <c:pt idx="4864">
                  <c:v>76.1</c:v>
                </c:pt>
                <c:pt idx="4865">
                  <c:v>76</c:v>
                </c:pt>
                <c:pt idx="4866">
                  <c:v>76</c:v>
                </c:pt>
                <c:pt idx="4867">
                  <c:v>76.1</c:v>
                </c:pt>
                <c:pt idx="4868">
                  <c:v>76</c:v>
                </c:pt>
                <c:pt idx="4869">
                  <c:v>76.1</c:v>
                </c:pt>
                <c:pt idx="4870">
                  <c:v>76.1</c:v>
                </c:pt>
                <c:pt idx="4871">
                  <c:v>76.1</c:v>
                </c:pt>
                <c:pt idx="4872">
                  <c:v>76.1</c:v>
                </c:pt>
                <c:pt idx="4873">
                  <c:v>76.1</c:v>
                </c:pt>
                <c:pt idx="4874">
                  <c:v>76.1</c:v>
                </c:pt>
                <c:pt idx="4875">
                  <c:v>76.2</c:v>
                </c:pt>
                <c:pt idx="4876">
                  <c:v>76.2</c:v>
                </c:pt>
                <c:pt idx="4877">
                  <c:v>76.1</c:v>
                </c:pt>
                <c:pt idx="4878">
                  <c:v>76.1</c:v>
                </c:pt>
                <c:pt idx="4879">
                  <c:v>76.1</c:v>
                </c:pt>
                <c:pt idx="4880">
                  <c:v>76.1</c:v>
                </c:pt>
                <c:pt idx="4881">
                  <c:v>76.1</c:v>
                </c:pt>
                <c:pt idx="4882">
                  <c:v>76.1</c:v>
                </c:pt>
                <c:pt idx="4883">
                  <c:v>76.1</c:v>
                </c:pt>
                <c:pt idx="4884">
                  <c:v>76.1</c:v>
                </c:pt>
                <c:pt idx="4885">
                  <c:v>76.1</c:v>
                </c:pt>
                <c:pt idx="4886">
                  <c:v>76.1</c:v>
                </c:pt>
                <c:pt idx="4887">
                  <c:v>76.1</c:v>
                </c:pt>
                <c:pt idx="4888">
                  <c:v>76</c:v>
                </c:pt>
                <c:pt idx="4889">
                  <c:v>76.1</c:v>
                </c:pt>
                <c:pt idx="4890">
                  <c:v>76.1</c:v>
                </c:pt>
                <c:pt idx="4891">
                  <c:v>76.1</c:v>
                </c:pt>
                <c:pt idx="4892">
                  <c:v>76.1</c:v>
                </c:pt>
                <c:pt idx="4893">
                  <c:v>76</c:v>
                </c:pt>
                <c:pt idx="4894">
                  <c:v>76</c:v>
                </c:pt>
                <c:pt idx="4895">
                  <c:v>76.1</c:v>
                </c:pt>
                <c:pt idx="4896">
                  <c:v>76.1</c:v>
                </c:pt>
                <c:pt idx="4897">
                  <c:v>76</c:v>
                </c:pt>
                <c:pt idx="4898">
                  <c:v>76</c:v>
                </c:pt>
                <c:pt idx="4899">
                  <c:v>76.1</c:v>
                </c:pt>
                <c:pt idx="4900">
                  <c:v>76</c:v>
                </c:pt>
                <c:pt idx="4901">
                  <c:v>76</c:v>
                </c:pt>
                <c:pt idx="4902">
                  <c:v>76.1</c:v>
                </c:pt>
                <c:pt idx="4903">
                  <c:v>76</c:v>
                </c:pt>
                <c:pt idx="4904">
                  <c:v>76.1</c:v>
                </c:pt>
                <c:pt idx="4905">
                  <c:v>76</c:v>
                </c:pt>
                <c:pt idx="4906">
                  <c:v>76</c:v>
                </c:pt>
                <c:pt idx="4907">
                  <c:v>76</c:v>
                </c:pt>
                <c:pt idx="4908">
                  <c:v>76</c:v>
                </c:pt>
                <c:pt idx="4909">
                  <c:v>75.9</c:v>
                </c:pt>
                <c:pt idx="4910">
                  <c:v>76</c:v>
                </c:pt>
                <c:pt idx="4911">
                  <c:v>75.9</c:v>
                </c:pt>
                <c:pt idx="4912">
                  <c:v>76</c:v>
                </c:pt>
                <c:pt idx="4913">
                  <c:v>76</c:v>
                </c:pt>
                <c:pt idx="4914">
                  <c:v>76</c:v>
                </c:pt>
                <c:pt idx="4915">
                  <c:v>76.1</c:v>
                </c:pt>
                <c:pt idx="4916">
                  <c:v>76.6</c:v>
                </c:pt>
                <c:pt idx="4917">
                  <c:v>76.8</c:v>
                </c:pt>
                <c:pt idx="4918">
                  <c:v>77</c:v>
                </c:pt>
                <c:pt idx="4919">
                  <c:v>77</c:v>
                </c:pt>
                <c:pt idx="4920">
                  <c:v>77.2</c:v>
                </c:pt>
                <c:pt idx="4921">
                  <c:v>77.3</c:v>
                </c:pt>
                <c:pt idx="4922">
                  <c:v>77.3</c:v>
                </c:pt>
                <c:pt idx="4923">
                  <c:v>77.1</c:v>
                </c:pt>
                <c:pt idx="4924">
                  <c:v>77</c:v>
                </c:pt>
                <c:pt idx="4925">
                  <c:v>76.9</c:v>
                </c:pt>
                <c:pt idx="4926">
                  <c:v>76.9</c:v>
                </c:pt>
                <c:pt idx="4927">
                  <c:v>77.3</c:v>
                </c:pt>
                <c:pt idx="4928">
                  <c:v>77.6</c:v>
                </c:pt>
                <c:pt idx="4929">
                  <c:v>77.7</c:v>
                </c:pt>
                <c:pt idx="4930">
                  <c:v>77.8</c:v>
                </c:pt>
                <c:pt idx="4931">
                  <c:v>78.1</c:v>
                </c:pt>
                <c:pt idx="4932">
                  <c:v>78.3</c:v>
                </c:pt>
                <c:pt idx="4933">
                  <c:v>78.3</c:v>
                </c:pt>
                <c:pt idx="4934">
                  <c:v>78.1</c:v>
                </c:pt>
                <c:pt idx="4935">
                  <c:v>78</c:v>
                </c:pt>
                <c:pt idx="4936">
                  <c:v>77.9</c:v>
                </c:pt>
                <c:pt idx="4937">
                  <c:v>77.9</c:v>
                </c:pt>
                <c:pt idx="4938">
                  <c:v>78.1</c:v>
                </c:pt>
                <c:pt idx="4939">
                  <c:v>78.5</c:v>
                </c:pt>
                <c:pt idx="4940">
                  <c:v>78.8</c:v>
                </c:pt>
                <c:pt idx="4941">
                  <c:v>78.9</c:v>
                </c:pt>
                <c:pt idx="4942">
                  <c:v>79.1</c:v>
                </c:pt>
                <c:pt idx="4943">
                  <c:v>79.2</c:v>
                </c:pt>
                <c:pt idx="4944">
                  <c:v>79.4</c:v>
                </c:pt>
                <c:pt idx="4945">
                  <c:v>79.2</c:v>
                </c:pt>
                <c:pt idx="4946">
                  <c:v>78.9</c:v>
                </c:pt>
                <c:pt idx="4947">
                  <c:v>78.9</c:v>
                </c:pt>
                <c:pt idx="4948">
                  <c:v>79.4</c:v>
                </c:pt>
                <c:pt idx="4949">
                  <c:v>79.5</c:v>
                </c:pt>
                <c:pt idx="4950">
                  <c:v>79.7</c:v>
                </c:pt>
                <c:pt idx="4951">
                  <c:v>79.8</c:v>
                </c:pt>
                <c:pt idx="4952">
                  <c:v>79.9</c:v>
                </c:pt>
                <c:pt idx="4953">
                  <c:v>80</c:v>
                </c:pt>
                <c:pt idx="4954">
                  <c:v>80.1</c:v>
                </c:pt>
                <c:pt idx="4955">
                  <c:v>79.9</c:v>
                </c:pt>
                <c:pt idx="4956">
                  <c:v>79.9</c:v>
                </c:pt>
                <c:pt idx="4957">
                  <c:v>79.7</c:v>
                </c:pt>
                <c:pt idx="4958">
                  <c:v>79.7</c:v>
                </c:pt>
                <c:pt idx="4959">
                  <c:v>79.7</c:v>
                </c:pt>
                <c:pt idx="4960">
                  <c:v>80.2</c:v>
                </c:pt>
                <c:pt idx="4961">
                  <c:v>80.6</c:v>
                </c:pt>
                <c:pt idx="4962">
                  <c:v>80.6</c:v>
                </c:pt>
                <c:pt idx="4963">
                  <c:v>80.8</c:v>
                </c:pt>
                <c:pt idx="4964">
                  <c:v>80.9</c:v>
                </c:pt>
                <c:pt idx="4965">
                  <c:v>80.9</c:v>
                </c:pt>
                <c:pt idx="4966">
                  <c:v>81</c:v>
                </c:pt>
                <c:pt idx="4967">
                  <c:v>80.7</c:v>
                </c:pt>
                <c:pt idx="4968">
                  <c:v>80.6</c:v>
                </c:pt>
                <c:pt idx="4969">
                  <c:v>80.6</c:v>
                </c:pt>
                <c:pt idx="4970">
                  <c:v>80.5</c:v>
                </c:pt>
                <c:pt idx="4971">
                  <c:v>80.5</c:v>
                </c:pt>
                <c:pt idx="4972">
                  <c:v>81.2</c:v>
                </c:pt>
                <c:pt idx="4973">
                  <c:v>81.3</c:v>
                </c:pt>
                <c:pt idx="4974">
                  <c:v>81.4</c:v>
                </c:pt>
                <c:pt idx="4975">
                  <c:v>81.7</c:v>
                </c:pt>
                <c:pt idx="4976">
                  <c:v>81.9</c:v>
                </c:pt>
                <c:pt idx="4977">
                  <c:v>81.9</c:v>
                </c:pt>
                <c:pt idx="4978">
                  <c:v>81.8</c:v>
                </c:pt>
                <c:pt idx="4979">
                  <c:v>81.5</c:v>
                </c:pt>
                <c:pt idx="4980">
                  <c:v>81.5</c:v>
                </c:pt>
                <c:pt idx="4981">
                  <c:v>81.4</c:v>
                </c:pt>
                <c:pt idx="4982">
                  <c:v>81.5</c:v>
                </c:pt>
                <c:pt idx="4983">
                  <c:v>82.2</c:v>
                </c:pt>
                <c:pt idx="4984">
                  <c:v>82.4</c:v>
                </c:pt>
                <c:pt idx="4985">
                  <c:v>82.7</c:v>
                </c:pt>
                <c:pt idx="4986">
                  <c:v>82.8</c:v>
                </c:pt>
                <c:pt idx="4987">
                  <c:v>82.9</c:v>
                </c:pt>
                <c:pt idx="4988">
                  <c:v>83.1</c:v>
                </c:pt>
                <c:pt idx="4989">
                  <c:v>83</c:v>
                </c:pt>
                <c:pt idx="4990">
                  <c:v>82.6</c:v>
                </c:pt>
                <c:pt idx="4991">
                  <c:v>82.4</c:v>
                </c:pt>
                <c:pt idx="4992">
                  <c:v>82.4</c:v>
                </c:pt>
                <c:pt idx="4993">
                  <c:v>82.5</c:v>
                </c:pt>
                <c:pt idx="4994">
                  <c:v>82.7</c:v>
                </c:pt>
                <c:pt idx="4995">
                  <c:v>82.9</c:v>
                </c:pt>
                <c:pt idx="4996">
                  <c:v>83.2</c:v>
                </c:pt>
                <c:pt idx="4997">
                  <c:v>83.5</c:v>
                </c:pt>
                <c:pt idx="4998">
                  <c:v>83.8</c:v>
                </c:pt>
                <c:pt idx="4999">
                  <c:v>84</c:v>
                </c:pt>
                <c:pt idx="5000">
                  <c:v>84.2</c:v>
                </c:pt>
                <c:pt idx="5001">
                  <c:v>84.2</c:v>
                </c:pt>
                <c:pt idx="5002">
                  <c:v>84.1</c:v>
                </c:pt>
                <c:pt idx="5003">
                  <c:v>84.1</c:v>
                </c:pt>
                <c:pt idx="5004">
                  <c:v>84</c:v>
                </c:pt>
                <c:pt idx="5005">
                  <c:v>83.9</c:v>
                </c:pt>
                <c:pt idx="5006">
                  <c:v>83.8</c:v>
                </c:pt>
                <c:pt idx="5007">
                  <c:v>83.8</c:v>
                </c:pt>
                <c:pt idx="5008">
                  <c:v>83.8</c:v>
                </c:pt>
                <c:pt idx="5009">
                  <c:v>83.9</c:v>
                </c:pt>
                <c:pt idx="5010">
                  <c:v>84</c:v>
                </c:pt>
                <c:pt idx="5011">
                  <c:v>84.1</c:v>
                </c:pt>
                <c:pt idx="5012">
                  <c:v>84.1</c:v>
                </c:pt>
                <c:pt idx="5013">
                  <c:v>84.4</c:v>
                </c:pt>
                <c:pt idx="5014">
                  <c:v>84.3</c:v>
                </c:pt>
                <c:pt idx="5015">
                  <c:v>84.4</c:v>
                </c:pt>
                <c:pt idx="5016">
                  <c:v>84.3</c:v>
                </c:pt>
                <c:pt idx="5017">
                  <c:v>84.3</c:v>
                </c:pt>
                <c:pt idx="5018">
                  <c:v>84.4</c:v>
                </c:pt>
                <c:pt idx="5019">
                  <c:v>84.2</c:v>
                </c:pt>
                <c:pt idx="5020">
                  <c:v>84.2</c:v>
                </c:pt>
                <c:pt idx="5021">
                  <c:v>84.2</c:v>
                </c:pt>
                <c:pt idx="5022">
                  <c:v>84.2</c:v>
                </c:pt>
                <c:pt idx="5023">
                  <c:v>84.3</c:v>
                </c:pt>
                <c:pt idx="5024">
                  <c:v>84.2</c:v>
                </c:pt>
                <c:pt idx="5025">
                  <c:v>84.3</c:v>
                </c:pt>
                <c:pt idx="5026">
                  <c:v>84.4</c:v>
                </c:pt>
                <c:pt idx="5027">
                  <c:v>84.5</c:v>
                </c:pt>
                <c:pt idx="5028">
                  <c:v>84.4</c:v>
                </c:pt>
                <c:pt idx="5029">
                  <c:v>84.4</c:v>
                </c:pt>
                <c:pt idx="5030">
                  <c:v>84.4</c:v>
                </c:pt>
                <c:pt idx="5031">
                  <c:v>84.3</c:v>
                </c:pt>
                <c:pt idx="5032">
                  <c:v>84.3</c:v>
                </c:pt>
                <c:pt idx="5033">
                  <c:v>84.3</c:v>
                </c:pt>
                <c:pt idx="5034">
                  <c:v>84.3</c:v>
                </c:pt>
                <c:pt idx="5035">
                  <c:v>84.3</c:v>
                </c:pt>
                <c:pt idx="5036">
                  <c:v>84.3</c:v>
                </c:pt>
                <c:pt idx="5037">
                  <c:v>84.3</c:v>
                </c:pt>
                <c:pt idx="5038">
                  <c:v>84.3</c:v>
                </c:pt>
                <c:pt idx="5039">
                  <c:v>84.2</c:v>
                </c:pt>
                <c:pt idx="5040">
                  <c:v>84.2</c:v>
                </c:pt>
                <c:pt idx="5041">
                  <c:v>84.1</c:v>
                </c:pt>
                <c:pt idx="5042">
                  <c:v>84.1</c:v>
                </c:pt>
                <c:pt idx="5043">
                  <c:v>84.1</c:v>
                </c:pt>
                <c:pt idx="5044">
                  <c:v>84.1</c:v>
                </c:pt>
                <c:pt idx="5045">
                  <c:v>84.1</c:v>
                </c:pt>
                <c:pt idx="5046">
                  <c:v>84.1</c:v>
                </c:pt>
                <c:pt idx="5047">
                  <c:v>84.1</c:v>
                </c:pt>
                <c:pt idx="5048">
                  <c:v>84.2</c:v>
                </c:pt>
                <c:pt idx="5049">
                  <c:v>84.2</c:v>
                </c:pt>
                <c:pt idx="5050">
                  <c:v>84.3</c:v>
                </c:pt>
                <c:pt idx="5051">
                  <c:v>84.2</c:v>
                </c:pt>
                <c:pt idx="5052">
                  <c:v>84.2</c:v>
                </c:pt>
                <c:pt idx="5053">
                  <c:v>84.3</c:v>
                </c:pt>
                <c:pt idx="5054">
                  <c:v>84.2</c:v>
                </c:pt>
                <c:pt idx="5055">
                  <c:v>84.2</c:v>
                </c:pt>
                <c:pt idx="5056">
                  <c:v>84.2</c:v>
                </c:pt>
                <c:pt idx="5057">
                  <c:v>84.1</c:v>
                </c:pt>
                <c:pt idx="5058">
                  <c:v>84.2</c:v>
                </c:pt>
                <c:pt idx="5059">
                  <c:v>84.2</c:v>
                </c:pt>
                <c:pt idx="5060">
                  <c:v>84.2</c:v>
                </c:pt>
                <c:pt idx="5061">
                  <c:v>84.3</c:v>
                </c:pt>
                <c:pt idx="5062">
                  <c:v>84.3</c:v>
                </c:pt>
                <c:pt idx="5063">
                  <c:v>84.3</c:v>
                </c:pt>
                <c:pt idx="5064">
                  <c:v>84.3</c:v>
                </c:pt>
                <c:pt idx="5065">
                  <c:v>84.2</c:v>
                </c:pt>
                <c:pt idx="5066">
                  <c:v>84.3</c:v>
                </c:pt>
                <c:pt idx="5067">
                  <c:v>84.3</c:v>
                </c:pt>
                <c:pt idx="5068">
                  <c:v>84.2</c:v>
                </c:pt>
                <c:pt idx="5069">
                  <c:v>84.3</c:v>
                </c:pt>
                <c:pt idx="5070">
                  <c:v>84.2</c:v>
                </c:pt>
                <c:pt idx="5071">
                  <c:v>84.2</c:v>
                </c:pt>
                <c:pt idx="5072">
                  <c:v>84.3</c:v>
                </c:pt>
                <c:pt idx="5073">
                  <c:v>84.3</c:v>
                </c:pt>
                <c:pt idx="5074">
                  <c:v>84.4</c:v>
                </c:pt>
                <c:pt idx="5075">
                  <c:v>84.3</c:v>
                </c:pt>
                <c:pt idx="5076">
                  <c:v>84.3</c:v>
                </c:pt>
                <c:pt idx="5077">
                  <c:v>84.3</c:v>
                </c:pt>
                <c:pt idx="5078">
                  <c:v>84.4</c:v>
                </c:pt>
                <c:pt idx="5079">
                  <c:v>84.3</c:v>
                </c:pt>
                <c:pt idx="5080">
                  <c:v>84.3</c:v>
                </c:pt>
                <c:pt idx="5081">
                  <c:v>84.2</c:v>
                </c:pt>
                <c:pt idx="5082">
                  <c:v>84.3</c:v>
                </c:pt>
                <c:pt idx="5083">
                  <c:v>84.4</c:v>
                </c:pt>
                <c:pt idx="5084">
                  <c:v>84.4</c:v>
                </c:pt>
                <c:pt idx="5085">
                  <c:v>84.4</c:v>
                </c:pt>
                <c:pt idx="5086">
                  <c:v>84.4</c:v>
                </c:pt>
                <c:pt idx="5087">
                  <c:v>84.4</c:v>
                </c:pt>
                <c:pt idx="5088">
                  <c:v>84.4</c:v>
                </c:pt>
                <c:pt idx="5089">
                  <c:v>84.4</c:v>
                </c:pt>
                <c:pt idx="5090">
                  <c:v>84.4</c:v>
                </c:pt>
                <c:pt idx="5091">
                  <c:v>84.3</c:v>
                </c:pt>
                <c:pt idx="5092">
                  <c:v>84.3</c:v>
                </c:pt>
                <c:pt idx="5093">
                  <c:v>84.3</c:v>
                </c:pt>
                <c:pt idx="5094">
                  <c:v>84.3</c:v>
                </c:pt>
                <c:pt idx="5095">
                  <c:v>84.4</c:v>
                </c:pt>
                <c:pt idx="5096">
                  <c:v>84.4</c:v>
                </c:pt>
                <c:pt idx="5097">
                  <c:v>84.4</c:v>
                </c:pt>
                <c:pt idx="5098">
                  <c:v>84.4</c:v>
                </c:pt>
                <c:pt idx="5099">
                  <c:v>84.4</c:v>
                </c:pt>
                <c:pt idx="5100">
                  <c:v>84.4</c:v>
                </c:pt>
                <c:pt idx="5101">
                  <c:v>84.4</c:v>
                </c:pt>
                <c:pt idx="5102">
                  <c:v>84.4</c:v>
                </c:pt>
                <c:pt idx="5103">
                  <c:v>84.4</c:v>
                </c:pt>
                <c:pt idx="5104">
                  <c:v>84.3</c:v>
                </c:pt>
                <c:pt idx="5105">
                  <c:v>84.3</c:v>
                </c:pt>
                <c:pt idx="5106">
                  <c:v>84.3</c:v>
                </c:pt>
                <c:pt idx="5107">
                  <c:v>84.4</c:v>
                </c:pt>
                <c:pt idx="5108">
                  <c:v>84.5</c:v>
                </c:pt>
                <c:pt idx="5109">
                  <c:v>84.4</c:v>
                </c:pt>
                <c:pt idx="5110">
                  <c:v>84.4</c:v>
                </c:pt>
                <c:pt idx="5111">
                  <c:v>84.5</c:v>
                </c:pt>
                <c:pt idx="5112">
                  <c:v>84.3</c:v>
                </c:pt>
                <c:pt idx="5113">
                  <c:v>84.4</c:v>
                </c:pt>
                <c:pt idx="5114">
                  <c:v>84.3</c:v>
                </c:pt>
                <c:pt idx="5115">
                  <c:v>84.3</c:v>
                </c:pt>
                <c:pt idx="5116">
                  <c:v>84.3</c:v>
                </c:pt>
                <c:pt idx="5117">
                  <c:v>84.3</c:v>
                </c:pt>
                <c:pt idx="5118">
                  <c:v>84.3</c:v>
                </c:pt>
                <c:pt idx="5119">
                  <c:v>84.3</c:v>
                </c:pt>
                <c:pt idx="5120">
                  <c:v>84.3</c:v>
                </c:pt>
                <c:pt idx="5121">
                  <c:v>84.3</c:v>
                </c:pt>
                <c:pt idx="5122">
                  <c:v>84.3</c:v>
                </c:pt>
                <c:pt idx="5123">
                  <c:v>84.4</c:v>
                </c:pt>
                <c:pt idx="5124">
                  <c:v>84.3</c:v>
                </c:pt>
                <c:pt idx="5125">
                  <c:v>84.3</c:v>
                </c:pt>
                <c:pt idx="5126">
                  <c:v>84.2</c:v>
                </c:pt>
                <c:pt idx="5127">
                  <c:v>84.3</c:v>
                </c:pt>
                <c:pt idx="5128">
                  <c:v>84.2</c:v>
                </c:pt>
                <c:pt idx="5129">
                  <c:v>84.2</c:v>
                </c:pt>
                <c:pt idx="5130">
                  <c:v>84.1</c:v>
                </c:pt>
                <c:pt idx="5131">
                  <c:v>84.2</c:v>
                </c:pt>
                <c:pt idx="5132">
                  <c:v>84.2</c:v>
                </c:pt>
                <c:pt idx="5133">
                  <c:v>84.3</c:v>
                </c:pt>
                <c:pt idx="5134">
                  <c:v>84.3</c:v>
                </c:pt>
                <c:pt idx="5135">
                  <c:v>84.3</c:v>
                </c:pt>
                <c:pt idx="5136">
                  <c:v>84.3</c:v>
                </c:pt>
                <c:pt idx="5137">
                  <c:v>84.2</c:v>
                </c:pt>
                <c:pt idx="5138">
                  <c:v>84.2</c:v>
                </c:pt>
                <c:pt idx="5139">
                  <c:v>84.2</c:v>
                </c:pt>
                <c:pt idx="5140">
                  <c:v>84.1</c:v>
                </c:pt>
                <c:pt idx="5141">
                  <c:v>84.2</c:v>
                </c:pt>
                <c:pt idx="5142">
                  <c:v>84.3</c:v>
                </c:pt>
                <c:pt idx="5143">
                  <c:v>84.2</c:v>
                </c:pt>
                <c:pt idx="5144">
                  <c:v>84.2</c:v>
                </c:pt>
                <c:pt idx="5145">
                  <c:v>84.2</c:v>
                </c:pt>
                <c:pt idx="5146">
                  <c:v>84.2</c:v>
                </c:pt>
                <c:pt idx="5147">
                  <c:v>84.2</c:v>
                </c:pt>
                <c:pt idx="5148">
                  <c:v>84.2</c:v>
                </c:pt>
                <c:pt idx="5149">
                  <c:v>84.1</c:v>
                </c:pt>
                <c:pt idx="5150">
                  <c:v>84</c:v>
                </c:pt>
                <c:pt idx="5151">
                  <c:v>84.1</c:v>
                </c:pt>
                <c:pt idx="5152">
                  <c:v>84.1</c:v>
                </c:pt>
                <c:pt idx="5153">
                  <c:v>84.1</c:v>
                </c:pt>
                <c:pt idx="5154">
                  <c:v>84.1</c:v>
                </c:pt>
                <c:pt idx="5155">
                  <c:v>84.1</c:v>
                </c:pt>
                <c:pt idx="5156">
                  <c:v>84.1</c:v>
                </c:pt>
                <c:pt idx="5157">
                  <c:v>84.2</c:v>
                </c:pt>
                <c:pt idx="5158">
                  <c:v>84.2</c:v>
                </c:pt>
                <c:pt idx="5159">
                  <c:v>84.2</c:v>
                </c:pt>
                <c:pt idx="5160">
                  <c:v>84.1</c:v>
                </c:pt>
                <c:pt idx="5161">
                  <c:v>84</c:v>
                </c:pt>
                <c:pt idx="5162">
                  <c:v>84</c:v>
                </c:pt>
                <c:pt idx="5163">
                  <c:v>84</c:v>
                </c:pt>
                <c:pt idx="5164">
                  <c:v>84.1</c:v>
                </c:pt>
                <c:pt idx="5165">
                  <c:v>84</c:v>
                </c:pt>
                <c:pt idx="5166">
                  <c:v>84</c:v>
                </c:pt>
                <c:pt idx="5167">
                  <c:v>84.1</c:v>
                </c:pt>
                <c:pt idx="5168">
                  <c:v>84.1</c:v>
                </c:pt>
                <c:pt idx="5169">
                  <c:v>84.1</c:v>
                </c:pt>
                <c:pt idx="5170">
                  <c:v>84.1</c:v>
                </c:pt>
                <c:pt idx="5171">
                  <c:v>84</c:v>
                </c:pt>
                <c:pt idx="5172">
                  <c:v>84</c:v>
                </c:pt>
                <c:pt idx="5173">
                  <c:v>84.1</c:v>
                </c:pt>
                <c:pt idx="5174">
                  <c:v>84</c:v>
                </c:pt>
                <c:pt idx="5175">
                  <c:v>84</c:v>
                </c:pt>
                <c:pt idx="5176">
                  <c:v>84</c:v>
                </c:pt>
                <c:pt idx="5177">
                  <c:v>84</c:v>
                </c:pt>
                <c:pt idx="5178">
                  <c:v>84</c:v>
                </c:pt>
                <c:pt idx="5179">
                  <c:v>84</c:v>
                </c:pt>
                <c:pt idx="5180">
                  <c:v>84.1</c:v>
                </c:pt>
                <c:pt idx="5181">
                  <c:v>84.1</c:v>
                </c:pt>
                <c:pt idx="5182">
                  <c:v>84.1</c:v>
                </c:pt>
                <c:pt idx="5183">
                  <c:v>84.1</c:v>
                </c:pt>
                <c:pt idx="5184">
                  <c:v>84</c:v>
                </c:pt>
                <c:pt idx="5185">
                  <c:v>84</c:v>
                </c:pt>
                <c:pt idx="5186">
                  <c:v>84</c:v>
                </c:pt>
                <c:pt idx="5187">
                  <c:v>84</c:v>
                </c:pt>
                <c:pt idx="5188">
                  <c:v>84</c:v>
                </c:pt>
                <c:pt idx="5189">
                  <c:v>84</c:v>
                </c:pt>
                <c:pt idx="5190">
                  <c:v>84</c:v>
                </c:pt>
                <c:pt idx="5191">
                  <c:v>84</c:v>
                </c:pt>
                <c:pt idx="5192">
                  <c:v>84.1</c:v>
                </c:pt>
                <c:pt idx="5193">
                  <c:v>84.1</c:v>
                </c:pt>
                <c:pt idx="5194">
                  <c:v>84.1</c:v>
                </c:pt>
                <c:pt idx="5195">
                  <c:v>83.9</c:v>
                </c:pt>
                <c:pt idx="5196">
                  <c:v>83.9</c:v>
                </c:pt>
                <c:pt idx="5197">
                  <c:v>84</c:v>
                </c:pt>
                <c:pt idx="5198">
                  <c:v>84</c:v>
                </c:pt>
                <c:pt idx="5199">
                  <c:v>84</c:v>
                </c:pt>
                <c:pt idx="5200">
                  <c:v>83.9</c:v>
                </c:pt>
                <c:pt idx="5201">
                  <c:v>83.9</c:v>
                </c:pt>
                <c:pt idx="5202">
                  <c:v>84</c:v>
                </c:pt>
                <c:pt idx="5203">
                  <c:v>84</c:v>
                </c:pt>
                <c:pt idx="5204">
                  <c:v>84.1</c:v>
                </c:pt>
                <c:pt idx="5205">
                  <c:v>84</c:v>
                </c:pt>
                <c:pt idx="5206">
                  <c:v>83.9</c:v>
                </c:pt>
                <c:pt idx="5207">
                  <c:v>83.9</c:v>
                </c:pt>
                <c:pt idx="5208">
                  <c:v>84</c:v>
                </c:pt>
                <c:pt idx="5209">
                  <c:v>83.9</c:v>
                </c:pt>
                <c:pt idx="5210">
                  <c:v>83.8</c:v>
                </c:pt>
                <c:pt idx="5211">
                  <c:v>83.8</c:v>
                </c:pt>
                <c:pt idx="5212">
                  <c:v>83.8</c:v>
                </c:pt>
                <c:pt idx="5213">
                  <c:v>83.8</c:v>
                </c:pt>
                <c:pt idx="5214">
                  <c:v>83.9</c:v>
                </c:pt>
                <c:pt idx="5215">
                  <c:v>83.9</c:v>
                </c:pt>
                <c:pt idx="5216">
                  <c:v>83.9</c:v>
                </c:pt>
                <c:pt idx="5217">
                  <c:v>83.9</c:v>
                </c:pt>
                <c:pt idx="5218">
                  <c:v>83.9</c:v>
                </c:pt>
                <c:pt idx="5219">
                  <c:v>83.9</c:v>
                </c:pt>
                <c:pt idx="5220">
                  <c:v>83.8</c:v>
                </c:pt>
                <c:pt idx="5221">
                  <c:v>83.8</c:v>
                </c:pt>
                <c:pt idx="5222">
                  <c:v>83.8</c:v>
                </c:pt>
                <c:pt idx="5223">
                  <c:v>83.8</c:v>
                </c:pt>
                <c:pt idx="5224">
                  <c:v>83.9</c:v>
                </c:pt>
                <c:pt idx="5225">
                  <c:v>83.8</c:v>
                </c:pt>
                <c:pt idx="5226">
                  <c:v>83.8</c:v>
                </c:pt>
                <c:pt idx="5227">
                  <c:v>83.9</c:v>
                </c:pt>
                <c:pt idx="5228">
                  <c:v>83.9</c:v>
                </c:pt>
                <c:pt idx="5229">
                  <c:v>83.9</c:v>
                </c:pt>
                <c:pt idx="5230">
                  <c:v>83.9</c:v>
                </c:pt>
                <c:pt idx="5231">
                  <c:v>83.9</c:v>
                </c:pt>
                <c:pt idx="5232">
                  <c:v>83.9</c:v>
                </c:pt>
                <c:pt idx="5233">
                  <c:v>84</c:v>
                </c:pt>
                <c:pt idx="5234">
                  <c:v>83.9</c:v>
                </c:pt>
                <c:pt idx="5235">
                  <c:v>84</c:v>
                </c:pt>
                <c:pt idx="5236">
                  <c:v>84</c:v>
                </c:pt>
                <c:pt idx="5237">
                  <c:v>84</c:v>
                </c:pt>
                <c:pt idx="5238">
                  <c:v>84</c:v>
                </c:pt>
                <c:pt idx="5239">
                  <c:v>84.1</c:v>
                </c:pt>
                <c:pt idx="5240">
                  <c:v>84.1</c:v>
                </c:pt>
                <c:pt idx="5241">
                  <c:v>84.1</c:v>
                </c:pt>
                <c:pt idx="5242">
                  <c:v>84.1</c:v>
                </c:pt>
                <c:pt idx="5243">
                  <c:v>84.1</c:v>
                </c:pt>
                <c:pt idx="5244">
                  <c:v>84.1</c:v>
                </c:pt>
                <c:pt idx="5245">
                  <c:v>84.1</c:v>
                </c:pt>
                <c:pt idx="5246">
                  <c:v>84.1</c:v>
                </c:pt>
                <c:pt idx="5247">
                  <c:v>84.1</c:v>
                </c:pt>
                <c:pt idx="5248">
                  <c:v>84.2</c:v>
                </c:pt>
                <c:pt idx="5249">
                  <c:v>84.2</c:v>
                </c:pt>
                <c:pt idx="5250">
                  <c:v>84.2</c:v>
                </c:pt>
                <c:pt idx="5251">
                  <c:v>84.3</c:v>
                </c:pt>
                <c:pt idx="5252">
                  <c:v>84.3</c:v>
                </c:pt>
                <c:pt idx="5253">
                  <c:v>84.3</c:v>
                </c:pt>
                <c:pt idx="5254">
                  <c:v>84.4</c:v>
                </c:pt>
                <c:pt idx="5255">
                  <c:v>84.4</c:v>
                </c:pt>
                <c:pt idx="5256">
                  <c:v>84.4</c:v>
                </c:pt>
                <c:pt idx="5257">
                  <c:v>84.5</c:v>
                </c:pt>
                <c:pt idx="5258">
                  <c:v>84.5</c:v>
                </c:pt>
                <c:pt idx="5259">
                  <c:v>84.6</c:v>
                </c:pt>
                <c:pt idx="5260">
                  <c:v>84.6</c:v>
                </c:pt>
                <c:pt idx="5261">
                  <c:v>84.6</c:v>
                </c:pt>
                <c:pt idx="5262">
                  <c:v>84.6</c:v>
                </c:pt>
                <c:pt idx="5263">
                  <c:v>84.7</c:v>
                </c:pt>
                <c:pt idx="5264">
                  <c:v>84.7</c:v>
                </c:pt>
                <c:pt idx="5265">
                  <c:v>84.7</c:v>
                </c:pt>
                <c:pt idx="5266">
                  <c:v>84.7</c:v>
                </c:pt>
                <c:pt idx="5267">
                  <c:v>84.8</c:v>
                </c:pt>
                <c:pt idx="5268">
                  <c:v>85</c:v>
                </c:pt>
                <c:pt idx="5269">
                  <c:v>84.9</c:v>
                </c:pt>
                <c:pt idx="5270">
                  <c:v>84.9</c:v>
                </c:pt>
                <c:pt idx="5271">
                  <c:v>85</c:v>
                </c:pt>
                <c:pt idx="5272">
                  <c:v>85</c:v>
                </c:pt>
                <c:pt idx="5273">
                  <c:v>85.1</c:v>
                </c:pt>
                <c:pt idx="5274">
                  <c:v>85.1</c:v>
                </c:pt>
                <c:pt idx="5275">
                  <c:v>85.1</c:v>
                </c:pt>
                <c:pt idx="5276">
                  <c:v>85.1</c:v>
                </c:pt>
                <c:pt idx="5277">
                  <c:v>85.2</c:v>
                </c:pt>
                <c:pt idx="5278">
                  <c:v>85.2</c:v>
                </c:pt>
                <c:pt idx="5279">
                  <c:v>85.3</c:v>
                </c:pt>
                <c:pt idx="5280">
                  <c:v>85.3</c:v>
                </c:pt>
                <c:pt idx="5281">
                  <c:v>85.3</c:v>
                </c:pt>
                <c:pt idx="5282">
                  <c:v>85.4</c:v>
                </c:pt>
                <c:pt idx="5283">
                  <c:v>85.5</c:v>
                </c:pt>
                <c:pt idx="5284">
                  <c:v>85.6</c:v>
                </c:pt>
                <c:pt idx="5285">
                  <c:v>85.6</c:v>
                </c:pt>
                <c:pt idx="5286">
                  <c:v>85.6</c:v>
                </c:pt>
                <c:pt idx="5287">
                  <c:v>85.6</c:v>
                </c:pt>
                <c:pt idx="5288">
                  <c:v>85.6</c:v>
                </c:pt>
                <c:pt idx="5289">
                  <c:v>85.7</c:v>
                </c:pt>
                <c:pt idx="5290">
                  <c:v>85.7</c:v>
                </c:pt>
                <c:pt idx="5291">
                  <c:v>85.8</c:v>
                </c:pt>
                <c:pt idx="5292">
                  <c:v>85.8</c:v>
                </c:pt>
                <c:pt idx="5293">
                  <c:v>85.9</c:v>
                </c:pt>
                <c:pt idx="5294">
                  <c:v>85.9</c:v>
                </c:pt>
                <c:pt idx="5295">
                  <c:v>86</c:v>
                </c:pt>
                <c:pt idx="5296">
                  <c:v>86.1</c:v>
                </c:pt>
                <c:pt idx="5297">
                  <c:v>86</c:v>
                </c:pt>
                <c:pt idx="5298">
                  <c:v>86</c:v>
                </c:pt>
                <c:pt idx="5299">
                  <c:v>86.2</c:v>
                </c:pt>
                <c:pt idx="5300">
                  <c:v>86.1</c:v>
                </c:pt>
                <c:pt idx="5301">
                  <c:v>86.1</c:v>
                </c:pt>
                <c:pt idx="5302">
                  <c:v>86.2</c:v>
                </c:pt>
                <c:pt idx="5303">
                  <c:v>86.2</c:v>
                </c:pt>
                <c:pt idx="5304">
                  <c:v>86.3</c:v>
                </c:pt>
                <c:pt idx="5305">
                  <c:v>86.3</c:v>
                </c:pt>
                <c:pt idx="5306">
                  <c:v>86.3</c:v>
                </c:pt>
                <c:pt idx="5307">
                  <c:v>86.4</c:v>
                </c:pt>
                <c:pt idx="5308">
                  <c:v>86.5</c:v>
                </c:pt>
                <c:pt idx="5309">
                  <c:v>86.4</c:v>
                </c:pt>
                <c:pt idx="5310">
                  <c:v>86.5</c:v>
                </c:pt>
                <c:pt idx="5311">
                  <c:v>86.5</c:v>
                </c:pt>
                <c:pt idx="5312">
                  <c:v>86.4</c:v>
                </c:pt>
                <c:pt idx="5313">
                  <c:v>86.6</c:v>
                </c:pt>
                <c:pt idx="5314">
                  <c:v>86.6</c:v>
                </c:pt>
                <c:pt idx="5315">
                  <c:v>86.5</c:v>
                </c:pt>
                <c:pt idx="5316">
                  <c:v>86.6</c:v>
                </c:pt>
                <c:pt idx="5317">
                  <c:v>86.6</c:v>
                </c:pt>
                <c:pt idx="5318">
                  <c:v>86.7</c:v>
                </c:pt>
                <c:pt idx="5319">
                  <c:v>86.7</c:v>
                </c:pt>
                <c:pt idx="5320">
                  <c:v>86.7</c:v>
                </c:pt>
                <c:pt idx="5321">
                  <c:v>86.6</c:v>
                </c:pt>
                <c:pt idx="5322">
                  <c:v>86.7</c:v>
                </c:pt>
                <c:pt idx="5323">
                  <c:v>86.6</c:v>
                </c:pt>
                <c:pt idx="5324">
                  <c:v>86.7</c:v>
                </c:pt>
                <c:pt idx="5325">
                  <c:v>86.8</c:v>
                </c:pt>
                <c:pt idx="5326">
                  <c:v>86.8</c:v>
                </c:pt>
                <c:pt idx="5327">
                  <c:v>86.9</c:v>
                </c:pt>
                <c:pt idx="5328">
                  <c:v>87</c:v>
                </c:pt>
                <c:pt idx="5329">
                  <c:v>87</c:v>
                </c:pt>
                <c:pt idx="5330">
                  <c:v>87</c:v>
                </c:pt>
                <c:pt idx="5331">
                  <c:v>87</c:v>
                </c:pt>
                <c:pt idx="5332">
                  <c:v>87</c:v>
                </c:pt>
                <c:pt idx="5333">
                  <c:v>87</c:v>
                </c:pt>
                <c:pt idx="5334">
                  <c:v>87</c:v>
                </c:pt>
                <c:pt idx="5335">
                  <c:v>87</c:v>
                </c:pt>
                <c:pt idx="5336">
                  <c:v>87</c:v>
                </c:pt>
                <c:pt idx="5337">
                  <c:v>87</c:v>
                </c:pt>
                <c:pt idx="5338">
                  <c:v>87</c:v>
                </c:pt>
                <c:pt idx="5339">
                  <c:v>87.1</c:v>
                </c:pt>
                <c:pt idx="5340">
                  <c:v>87.1</c:v>
                </c:pt>
                <c:pt idx="5341">
                  <c:v>87.1</c:v>
                </c:pt>
                <c:pt idx="5342">
                  <c:v>87.2</c:v>
                </c:pt>
                <c:pt idx="5343">
                  <c:v>87.2</c:v>
                </c:pt>
                <c:pt idx="5344">
                  <c:v>87.1</c:v>
                </c:pt>
                <c:pt idx="5345">
                  <c:v>87.1</c:v>
                </c:pt>
                <c:pt idx="5346">
                  <c:v>87.2</c:v>
                </c:pt>
                <c:pt idx="5347">
                  <c:v>87.2</c:v>
                </c:pt>
                <c:pt idx="5348">
                  <c:v>87.1</c:v>
                </c:pt>
                <c:pt idx="5349">
                  <c:v>87.3</c:v>
                </c:pt>
                <c:pt idx="5350">
                  <c:v>87.3</c:v>
                </c:pt>
                <c:pt idx="5351">
                  <c:v>87.2</c:v>
                </c:pt>
                <c:pt idx="5352">
                  <c:v>87.2</c:v>
                </c:pt>
                <c:pt idx="5353">
                  <c:v>87.2</c:v>
                </c:pt>
                <c:pt idx="5354">
                  <c:v>87.2</c:v>
                </c:pt>
                <c:pt idx="5355">
                  <c:v>87.1</c:v>
                </c:pt>
                <c:pt idx="5356">
                  <c:v>87.1</c:v>
                </c:pt>
                <c:pt idx="5357">
                  <c:v>87.1</c:v>
                </c:pt>
                <c:pt idx="5358">
                  <c:v>87.1</c:v>
                </c:pt>
                <c:pt idx="5359">
                  <c:v>87.2</c:v>
                </c:pt>
                <c:pt idx="5360">
                  <c:v>87.2</c:v>
                </c:pt>
                <c:pt idx="5361">
                  <c:v>87.2</c:v>
                </c:pt>
                <c:pt idx="5362">
                  <c:v>87.2</c:v>
                </c:pt>
                <c:pt idx="5363">
                  <c:v>87.2</c:v>
                </c:pt>
                <c:pt idx="5364">
                  <c:v>87.3</c:v>
                </c:pt>
                <c:pt idx="5365">
                  <c:v>87.3</c:v>
                </c:pt>
                <c:pt idx="5366">
                  <c:v>87.2</c:v>
                </c:pt>
                <c:pt idx="5367">
                  <c:v>87.2</c:v>
                </c:pt>
                <c:pt idx="5368">
                  <c:v>87.2</c:v>
                </c:pt>
                <c:pt idx="5369">
                  <c:v>87.2</c:v>
                </c:pt>
                <c:pt idx="5370">
                  <c:v>87.2</c:v>
                </c:pt>
                <c:pt idx="5371">
                  <c:v>87.3</c:v>
                </c:pt>
                <c:pt idx="5372">
                  <c:v>87.3</c:v>
                </c:pt>
                <c:pt idx="5373">
                  <c:v>87.2</c:v>
                </c:pt>
                <c:pt idx="5374">
                  <c:v>87.3</c:v>
                </c:pt>
                <c:pt idx="5375">
                  <c:v>87.3</c:v>
                </c:pt>
                <c:pt idx="5376">
                  <c:v>87.3</c:v>
                </c:pt>
                <c:pt idx="5377">
                  <c:v>87.2</c:v>
                </c:pt>
                <c:pt idx="5378">
                  <c:v>87.2</c:v>
                </c:pt>
                <c:pt idx="5379">
                  <c:v>87.2</c:v>
                </c:pt>
                <c:pt idx="5380">
                  <c:v>87.3</c:v>
                </c:pt>
                <c:pt idx="5381">
                  <c:v>87.3</c:v>
                </c:pt>
                <c:pt idx="5382">
                  <c:v>87.4</c:v>
                </c:pt>
                <c:pt idx="5383">
                  <c:v>87.4</c:v>
                </c:pt>
                <c:pt idx="5384">
                  <c:v>87.3</c:v>
                </c:pt>
                <c:pt idx="5385">
                  <c:v>87.4</c:v>
                </c:pt>
                <c:pt idx="5386">
                  <c:v>87.4</c:v>
                </c:pt>
                <c:pt idx="5387">
                  <c:v>87.3</c:v>
                </c:pt>
                <c:pt idx="5388">
                  <c:v>87.4</c:v>
                </c:pt>
                <c:pt idx="5389">
                  <c:v>87.3</c:v>
                </c:pt>
                <c:pt idx="5390">
                  <c:v>87.3</c:v>
                </c:pt>
                <c:pt idx="5391">
                  <c:v>87.3</c:v>
                </c:pt>
                <c:pt idx="5392">
                  <c:v>87.3</c:v>
                </c:pt>
                <c:pt idx="5393">
                  <c:v>87.3</c:v>
                </c:pt>
                <c:pt idx="5394">
                  <c:v>87.4</c:v>
                </c:pt>
                <c:pt idx="5395">
                  <c:v>87.4</c:v>
                </c:pt>
                <c:pt idx="5396">
                  <c:v>87.3</c:v>
                </c:pt>
                <c:pt idx="5397">
                  <c:v>87.4</c:v>
                </c:pt>
                <c:pt idx="5398">
                  <c:v>87.4</c:v>
                </c:pt>
                <c:pt idx="5399">
                  <c:v>87.4</c:v>
                </c:pt>
                <c:pt idx="5400">
                  <c:v>87.4</c:v>
                </c:pt>
                <c:pt idx="5401">
                  <c:v>87.4</c:v>
                </c:pt>
                <c:pt idx="5402">
                  <c:v>87.4</c:v>
                </c:pt>
                <c:pt idx="5403">
                  <c:v>87.4</c:v>
                </c:pt>
                <c:pt idx="5404">
                  <c:v>87.4</c:v>
                </c:pt>
                <c:pt idx="5405">
                  <c:v>87.5</c:v>
                </c:pt>
                <c:pt idx="5406">
                  <c:v>87.5</c:v>
                </c:pt>
                <c:pt idx="5407">
                  <c:v>87.4</c:v>
                </c:pt>
                <c:pt idx="5408">
                  <c:v>87.4</c:v>
                </c:pt>
                <c:pt idx="5409">
                  <c:v>87.5</c:v>
                </c:pt>
                <c:pt idx="5410">
                  <c:v>87.5</c:v>
                </c:pt>
                <c:pt idx="5411">
                  <c:v>87.5</c:v>
                </c:pt>
                <c:pt idx="5412">
                  <c:v>87.4</c:v>
                </c:pt>
                <c:pt idx="5413">
                  <c:v>87.5</c:v>
                </c:pt>
                <c:pt idx="5414">
                  <c:v>87.4</c:v>
                </c:pt>
                <c:pt idx="5415">
                  <c:v>87.4</c:v>
                </c:pt>
                <c:pt idx="5416">
                  <c:v>87.6</c:v>
                </c:pt>
                <c:pt idx="5417">
                  <c:v>87.5</c:v>
                </c:pt>
                <c:pt idx="5418">
                  <c:v>87.5</c:v>
                </c:pt>
                <c:pt idx="5419">
                  <c:v>87.5</c:v>
                </c:pt>
                <c:pt idx="5420">
                  <c:v>87.6</c:v>
                </c:pt>
                <c:pt idx="5421">
                  <c:v>87.5</c:v>
                </c:pt>
                <c:pt idx="5422">
                  <c:v>87.6</c:v>
                </c:pt>
                <c:pt idx="5423">
                  <c:v>87.6</c:v>
                </c:pt>
                <c:pt idx="5424">
                  <c:v>87.5</c:v>
                </c:pt>
                <c:pt idx="5425">
                  <c:v>87.5</c:v>
                </c:pt>
                <c:pt idx="5426">
                  <c:v>87.5</c:v>
                </c:pt>
                <c:pt idx="5427">
                  <c:v>87.4</c:v>
                </c:pt>
                <c:pt idx="5428">
                  <c:v>87.6</c:v>
                </c:pt>
                <c:pt idx="5429">
                  <c:v>87.5</c:v>
                </c:pt>
                <c:pt idx="5430">
                  <c:v>87.5</c:v>
                </c:pt>
                <c:pt idx="5431">
                  <c:v>87.5</c:v>
                </c:pt>
                <c:pt idx="5432">
                  <c:v>87.6</c:v>
                </c:pt>
                <c:pt idx="5433">
                  <c:v>87.6</c:v>
                </c:pt>
                <c:pt idx="5434">
                  <c:v>87.6</c:v>
                </c:pt>
                <c:pt idx="5435">
                  <c:v>87.6</c:v>
                </c:pt>
                <c:pt idx="5436">
                  <c:v>87.5</c:v>
                </c:pt>
                <c:pt idx="5437">
                  <c:v>87.6</c:v>
                </c:pt>
                <c:pt idx="5438">
                  <c:v>87.6</c:v>
                </c:pt>
                <c:pt idx="5439">
                  <c:v>87.6</c:v>
                </c:pt>
                <c:pt idx="5440">
                  <c:v>87.7</c:v>
                </c:pt>
                <c:pt idx="5441">
                  <c:v>87.7</c:v>
                </c:pt>
                <c:pt idx="5442">
                  <c:v>87.7</c:v>
                </c:pt>
                <c:pt idx="5443">
                  <c:v>87.8</c:v>
                </c:pt>
                <c:pt idx="5444">
                  <c:v>87.8</c:v>
                </c:pt>
                <c:pt idx="5445">
                  <c:v>87.7</c:v>
                </c:pt>
                <c:pt idx="5446">
                  <c:v>87.5</c:v>
                </c:pt>
                <c:pt idx="5447">
                  <c:v>87.6</c:v>
                </c:pt>
                <c:pt idx="5448">
                  <c:v>87.6</c:v>
                </c:pt>
                <c:pt idx="5449">
                  <c:v>87.6</c:v>
                </c:pt>
                <c:pt idx="5450">
                  <c:v>87.7</c:v>
                </c:pt>
                <c:pt idx="5451">
                  <c:v>87.7</c:v>
                </c:pt>
                <c:pt idx="5452">
                  <c:v>87.6</c:v>
                </c:pt>
                <c:pt idx="5453">
                  <c:v>87.7</c:v>
                </c:pt>
                <c:pt idx="5454">
                  <c:v>87.7</c:v>
                </c:pt>
                <c:pt idx="5455">
                  <c:v>87.7</c:v>
                </c:pt>
                <c:pt idx="5456">
                  <c:v>87.7</c:v>
                </c:pt>
                <c:pt idx="5457">
                  <c:v>87.6</c:v>
                </c:pt>
                <c:pt idx="5458">
                  <c:v>87.6</c:v>
                </c:pt>
                <c:pt idx="5459">
                  <c:v>87.7</c:v>
                </c:pt>
                <c:pt idx="5460">
                  <c:v>87.7</c:v>
                </c:pt>
                <c:pt idx="5461">
                  <c:v>87.8</c:v>
                </c:pt>
                <c:pt idx="5462">
                  <c:v>87.8</c:v>
                </c:pt>
                <c:pt idx="5463">
                  <c:v>87.8</c:v>
                </c:pt>
                <c:pt idx="5464">
                  <c:v>87.7</c:v>
                </c:pt>
                <c:pt idx="5465">
                  <c:v>87.8</c:v>
                </c:pt>
                <c:pt idx="5466">
                  <c:v>87.8</c:v>
                </c:pt>
                <c:pt idx="5467">
                  <c:v>87.7</c:v>
                </c:pt>
                <c:pt idx="5468">
                  <c:v>87.7</c:v>
                </c:pt>
                <c:pt idx="5469">
                  <c:v>87.7</c:v>
                </c:pt>
                <c:pt idx="5470">
                  <c:v>87.6</c:v>
                </c:pt>
                <c:pt idx="5471">
                  <c:v>87.6</c:v>
                </c:pt>
                <c:pt idx="5472">
                  <c:v>87.6</c:v>
                </c:pt>
                <c:pt idx="5473">
                  <c:v>87.7</c:v>
                </c:pt>
                <c:pt idx="5474">
                  <c:v>87.8</c:v>
                </c:pt>
                <c:pt idx="5475">
                  <c:v>87.7</c:v>
                </c:pt>
                <c:pt idx="5476">
                  <c:v>87.7</c:v>
                </c:pt>
                <c:pt idx="5477">
                  <c:v>87.7</c:v>
                </c:pt>
                <c:pt idx="5478">
                  <c:v>87.8</c:v>
                </c:pt>
                <c:pt idx="5479">
                  <c:v>87.9</c:v>
                </c:pt>
                <c:pt idx="5480">
                  <c:v>87.8</c:v>
                </c:pt>
                <c:pt idx="5481">
                  <c:v>87.7</c:v>
                </c:pt>
                <c:pt idx="5482">
                  <c:v>87.7</c:v>
                </c:pt>
                <c:pt idx="5483">
                  <c:v>87.7</c:v>
                </c:pt>
                <c:pt idx="5484">
                  <c:v>87.8</c:v>
                </c:pt>
                <c:pt idx="5485">
                  <c:v>87.8</c:v>
                </c:pt>
                <c:pt idx="5486">
                  <c:v>87.8</c:v>
                </c:pt>
                <c:pt idx="5487">
                  <c:v>87.8</c:v>
                </c:pt>
                <c:pt idx="5488">
                  <c:v>87.7</c:v>
                </c:pt>
                <c:pt idx="5489">
                  <c:v>87.8</c:v>
                </c:pt>
                <c:pt idx="5490">
                  <c:v>87.8</c:v>
                </c:pt>
                <c:pt idx="5491">
                  <c:v>87.8</c:v>
                </c:pt>
                <c:pt idx="5492">
                  <c:v>87.8</c:v>
                </c:pt>
                <c:pt idx="5493">
                  <c:v>87.8</c:v>
                </c:pt>
                <c:pt idx="5494">
                  <c:v>87.9</c:v>
                </c:pt>
                <c:pt idx="5495">
                  <c:v>87.9</c:v>
                </c:pt>
                <c:pt idx="5496">
                  <c:v>87.9</c:v>
                </c:pt>
                <c:pt idx="5497">
                  <c:v>87.9</c:v>
                </c:pt>
                <c:pt idx="5498">
                  <c:v>87.8</c:v>
                </c:pt>
                <c:pt idx="5499">
                  <c:v>87.9</c:v>
                </c:pt>
                <c:pt idx="5500">
                  <c:v>87.9</c:v>
                </c:pt>
                <c:pt idx="5501">
                  <c:v>87.8</c:v>
                </c:pt>
                <c:pt idx="5502">
                  <c:v>87.9</c:v>
                </c:pt>
                <c:pt idx="5503">
                  <c:v>87.8</c:v>
                </c:pt>
                <c:pt idx="5504">
                  <c:v>87.8</c:v>
                </c:pt>
                <c:pt idx="5505">
                  <c:v>87.8</c:v>
                </c:pt>
                <c:pt idx="5506">
                  <c:v>87.8</c:v>
                </c:pt>
                <c:pt idx="5507">
                  <c:v>87.8</c:v>
                </c:pt>
                <c:pt idx="5508">
                  <c:v>87.8</c:v>
                </c:pt>
                <c:pt idx="5509">
                  <c:v>87.9</c:v>
                </c:pt>
                <c:pt idx="5510">
                  <c:v>87.9</c:v>
                </c:pt>
                <c:pt idx="5511">
                  <c:v>87.9</c:v>
                </c:pt>
                <c:pt idx="5512">
                  <c:v>87.9</c:v>
                </c:pt>
                <c:pt idx="5513">
                  <c:v>87.9</c:v>
                </c:pt>
                <c:pt idx="5514">
                  <c:v>87.9</c:v>
                </c:pt>
                <c:pt idx="5515">
                  <c:v>87.8</c:v>
                </c:pt>
                <c:pt idx="5516">
                  <c:v>87.8</c:v>
                </c:pt>
                <c:pt idx="5517">
                  <c:v>87.9</c:v>
                </c:pt>
                <c:pt idx="5518">
                  <c:v>87.9</c:v>
                </c:pt>
                <c:pt idx="5519">
                  <c:v>87.9</c:v>
                </c:pt>
                <c:pt idx="5520">
                  <c:v>88</c:v>
                </c:pt>
                <c:pt idx="5521">
                  <c:v>88.1</c:v>
                </c:pt>
                <c:pt idx="5522">
                  <c:v>88</c:v>
                </c:pt>
                <c:pt idx="5523">
                  <c:v>88</c:v>
                </c:pt>
                <c:pt idx="5524">
                  <c:v>88.1</c:v>
                </c:pt>
                <c:pt idx="5525">
                  <c:v>88.1</c:v>
                </c:pt>
                <c:pt idx="5526">
                  <c:v>88</c:v>
                </c:pt>
                <c:pt idx="5527">
                  <c:v>88</c:v>
                </c:pt>
                <c:pt idx="5528">
                  <c:v>88</c:v>
                </c:pt>
                <c:pt idx="5529">
                  <c:v>88</c:v>
                </c:pt>
                <c:pt idx="5530">
                  <c:v>87.9</c:v>
                </c:pt>
                <c:pt idx="5531">
                  <c:v>87.9</c:v>
                </c:pt>
                <c:pt idx="5532">
                  <c:v>87.9</c:v>
                </c:pt>
                <c:pt idx="5533">
                  <c:v>87.9</c:v>
                </c:pt>
                <c:pt idx="5534">
                  <c:v>87.9</c:v>
                </c:pt>
                <c:pt idx="5535">
                  <c:v>88</c:v>
                </c:pt>
                <c:pt idx="5536">
                  <c:v>88</c:v>
                </c:pt>
                <c:pt idx="5537">
                  <c:v>87.8</c:v>
                </c:pt>
                <c:pt idx="5538">
                  <c:v>87.8</c:v>
                </c:pt>
                <c:pt idx="5539">
                  <c:v>87.9</c:v>
                </c:pt>
                <c:pt idx="5540">
                  <c:v>87.9</c:v>
                </c:pt>
                <c:pt idx="5541">
                  <c:v>87.9</c:v>
                </c:pt>
                <c:pt idx="5542">
                  <c:v>87.8</c:v>
                </c:pt>
                <c:pt idx="5543">
                  <c:v>87.9</c:v>
                </c:pt>
                <c:pt idx="5544">
                  <c:v>87.9</c:v>
                </c:pt>
                <c:pt idx="5545">
                  <c:v>87.9</c:v>
                </c:pt>
                <c:pt idx="5546">
                  <c:v>88</c:v>
                </c:pt>
                <c:pt idx="5547">
                  <c:v>87.8</c:v>
                </c:pt>
                <c:pt idx="5548">
                  <c:v>87.8</c:v>
                </c:pt>
                <c:pt idx="5549">
                  <c:v>87.8</c:v>
                </c:pt>
                <c:pt idx="5550">
                  <c:v>87.8</c:v>
                </c:pt>
                <c:pt idx="5551">
                  <c:v>87.8</c:v>
                </c:pt>
                <c:pt idx="5552">
                  <c:v>87.9</c:v>
                </c:pt>
                <c:pt idx="5553">
                  <c:v>87.8</c:v>
                </c:pt>
                <c:pt idx="5554">
                  <c:v>87.8</c:v>
                </c:pt>
                <c:pt idx="5555">
                  <c:v>87.9</c:v>
                </c:pt>
                <c:pt idx="5556">
                  <c:v>87.8</c:v>
                </c:pt>
                <c:pt idx="5557">
                  <c:v>87.8</c:v>
                </c:pt>
                <c:pt idx="5558">
                  <c:v>87.8</c:v>
                </c:pt>
                <c:pt idx="5559">
                  <c:v>87.9</c:v>
                </c:pt>
                <c:pt idx="5560">
                  <c:v>87.8</c:v>
                </c:pt>
                <c:pt idx="5561">
                  <c:v>87.8</c:v>
                </c:pt>
                <c:pt idx="5562">
                  <c:v>87.8</c:v>
                </c:pt>
                <c:pt idx="5563">
                  <c:v>87.7</c:v>
                </c:pt>
                <c:pt idx="5564">
                  <c:v>87.8</c:v>
                </c:pt>
                <c:pt idx="5565">
                  <c:v>87.7</c:v>
                </c:pt>
                <c:pt idx="5566">
                  <c:v>87.8</c:v>
                </c:pt>
                <c:pt idx="5567">
                  <c:v>87.8</c:v>
                </c:pt>
                <c:pt idx="5568">
                  <c:v>87.9</c:v>
                </c:pt>
                <c:pt idx="5569">
                  <c:v>87.9</c:v>
                </c:pt>
                <c:pt idx="5570">
                  <c:v>87.8</c:v>
                </c:pt>
                <c:pt idx="5571">
                  <c:v>87.7</c:v>
                </c:pt>
                <c:pt idx="5572">
                  <c:v>87.8</c:v>
                </c:pt>
                <c:pt idx="5573">
                  <c:v>87.8</c:v>
                </c:pt>
                <c:pt idx="5574">
                  <c:v>87.8</c:v>
                </c:pt>
                <c:pt idx="5575">
                  <c:v>87.9</c:v>
                </c:pt>
                <c:pt idx="5576">
                  <c:v>87.8</c:v>
                </c:pt>
                <c:pt idx="5577">
                  <c:v>87.9</c:v>
                </c:pt>
                <c:pt idx="5578">
                  <c:v>87.8</c:v>
                </c:pt>
                <c:pt idx="5579">
                  <c:v>88</c:v>
                </c:pt>
                <c:pt idx="5580">
                  <c:v>87.9</c:v>
                </c:pt>
                <c:pt idx="5581">
                  <c:v>87.9</c:v>
                </c:pt>
                <c:pt idx="5582">
                  <c:v>87.9</c:v>
                </c:pt>
                <c:pt idx="5583">
                  <c:v>87.8</c:v>
                </c:pt>
                <c:pt idx="5584">
                  <c:v>87.9</c:v>
                </c:pt>
                <c:pt idx="5585">
                  <c:v>87.9</c:v>
                </c:pt>
                <c:pt idx="5586">
                  <c:v>87.8</c:v>
                </c:pt>
                <c:pt idx="5587">
                  <c:v>87.8</c:v>
                </c:pt>
                <c:pt idx="5588">
                  <c:v>87.8</c:v>
                </c:pt>
                <c:pt idx="5589">
                  <c:v>87.9</c:v>
                </c:pt>
                <c:pt idx="5590">
                  <c:v>87.9</c:v>
                </c:pt>
                <c:pt idx="5591">
                  <c:v>87.9</c:v>
                </c:pt>
                <c:pt idx="5592">
                  <c:v>87.9</c:v>
                </c:pt>
                <c:pt idx="5593">
                  <c:v>87.9</c:v>
                </c:pt>
                <c:pt idx="5594">
                  <c:v>87.9</c:v>
                </c:pt>
                <c:pt idx="5595">
                  <c:v>87.8</c:v>
                </c:pt>
                <c:pt idx="5596">
                  <c:v>87.9</c:v>
                </c:pt>
                <c:pt idx="5597">
                  <c:v>87.9</c:v>
                </c:pt>
                <c:pt idx="5598">
                  <c:v>87.9</c:v>
                </c:pt>
                <c:pt idx="5599">
                  <c:v>88</c:v>
                </c:pt>
                <c:pt idx="5600">
                  <c:v>87.9</c:v>
                </c:pt>
                <c:pt idx="5601">
                  <c:v>87.9</c:v>
                </c:pt>
                <c:pt idx="5602">
                  <c:v>88</c:v>
                </c:pt>
                <c:pt idx="5603">
                  <c:v>88</c:v>
                </c:pt>
                <c:pt idx="5604">
                  <c:v>88</c:v>
                </c:pt>
                <c:pt idx="5605">
                  <c:v>87.9</c:v>
                </c:pt>
                <c:pt idx="5606">
                  <c:v>87.9</c:v>
                </c:pt>
                <c:pt idx="5607">
                  <c:v>87.9</c:v>
                </c:pt>
                <c:pt idx="5608">
                  <c:v>88</c:v>
                </c:pt>
                <c:pt idx="5609">
                  <c:v>88</c:v>
                </c:pt>
                <c:pt idx="5610">
                  <c:v>88.1</c:v>
                </c:pt>
                <c:pt idx="5611">
                  <c:v>87.9</c:v>
                </c:pt>
                <c:pt idx="5612">
                  <c:v>88.1</c:v>
                </c:pt>
                <c:pt idx="5613">
                  <c:v>88</c:v>
                </c:pt>
                <c:pt idx="5614">
                  <c:v>88</c:v>
                </c:pt>
                <c:pt idx="5615">
                  <c:v>88.1</c:v>
                </c:pt>
                <c:pt idx="5616">
                  <c:v>88</c:v>
                </c:pt>
                <c:pt idx="5617">
                  <c:v>88</c:v>
                </c:pt>
                <c:pt idx="5618">
                  <c:v>88.1</c:v>
                </c:pt>
                <c:pt idx="5619">
                  <c:v>88</c:v>
                </c:pt>
                <c:pt idx="5620">
                  <c:v>88.2</c:v>
                </c:pt>
                <c:pt idx="5621">
                  <c:v>88.1</c:v>
                </c:pt>
                <c:pt idx="5622">
                  <c:v>88</c:v>
                </c:pt>
                <c:pt idx="5623">
                  <c:v>88.1</c:v>
                </c:pt>
                <c:pt idx="5624">
                  <c:v>88.2</c:v>
                </c:pt>
                <c:pt idx="5625">
                  <c:v>88.2</c:v>
                </c:pt>
                <c:pt idx="5626">
                  <c:v>88.1</c:v>
                </c:pt>
                <c:pt idx="5627">
                  <c:v>88.1</c:v>
                </c:pt>
                <c:pt idx="5628">
                  <c:v>88</c:v>
                </c:pt>
                <c:pt idx="5629">
                  <c:v>88.1</c:v>
                </c:pt>
                <c:pt idx="5630">
                  <c:v>88.1</c:v>
                </c:pt>
                <c:pt idx="5631">
                  <c:v>88.1</c:v>
                </c:pt>
                <c:pt idx="5632">
                  <c:v>88.2</c:v>
                </c:pt>
                <c:pt idx="5633">
                  <c:v>88.2</c:v>
                </c:pt>
                <c:pt idx="5634">
                  <c:v>88.1</c:v>
                </c:pt>
                <c:pt idx="5635">
                  <c:v>88.2</c:v>
                </c:pt>
                <c:pt idx="5636">
                  <c:v>88.2</c:v>
                </c:pt>
                <c:pt idx="5637">
                  <c:v>88.1</c:v>
                </c:pt>
                <c:pt idx="5638">
                  <c:v>88.2</c:v>
                </c:pt>
                <c:pt idx="5639">
                  <c:v>88.2</c:v>
                </c:pt>
                <c:pt idx="5640">
                  <c:v>88.2</c:v>
                </c:pt>
                <c:pt idx="5641">
                  <c:v>88.2</c:v>
                </c:pt>
                <c:pt idx="5642">
                  <c:v>88.2</c:v>
                </c:pt>
                <c:pt idx="5643">
                  <c:v>88.2</c:v>
                </c:pt>
                <c:pt idx="5644">
                  <c:v>88.3</c:v>
                </c:pt>
                <c:pt idx="5645">
                  <c:v>88.3</c:v>
                </c:pt>
                <c:pt idx="5646">
                  <c:v>88.2</c:v>
                </c:pt>
                <c:pt idx="5647">
                  <c:v>88.2</c:v>
                </c:pt>
                <c:pt idx="5648">
                  <c:v>88.2</c:v>
                </c:pt>
                <c:pt idx="5649">
                  <c:v>88.2</c:v>
                </c:pt>
                <c:pt idx="5650">
                  <c:v>88.2</c:v>
                </c:pt>
                <c:pt idx="5651">
                  <c:v>88.2</c:v>
                </c:pt>
                <c:pt idx="5652">
                  <c:v>88.1</c:v>
                </c:pt>
                <c:pt idx="5653">
                  <c:v>88.2</c:v>
                </c:pt>
                <c:pt idx="5654">
                  <c:v>88.2</c:v>
                </c:pt>
                <c:pt idx="5655">
                  <c:v>88.3</c:v>
                </c:pt>
                <c:pt idx="5656">
                  <c:v>88.3</c:v>
                </c:pt>
                <c:pt idx="5657">
                  <c:v>88.2</c:v>
                </c:pt>
                <c:pt idx="5658">
                  <c:v>88.2</c:v>
                </c:pt>
                <c:pt idx="5659">
                  <c:v>88.3</c:v>
                </c:pt>
                <c:pt idx="5660">
                  <c:v>88.3</c:v>
                </c:pt>
                <c:pt idx="5661">
                  <c:v>88.2</c:v>
                </c:pt>
                <c:pt idx="5662">
                  <c:v>88.2</c:v>
                </c:pt>
                <c:pt idx="5663">
                  <c:v>88.1</c:v>
                </c:pt>
                <c:pt idx="5664">
                  <c:v>88.2</c:v>
                </c:pt>
                <c:pt idx="5665">
                  <c:v>88.2</c:v>
                </c:pt>
                <c:pt idx="5666">
                  <c:v>88.3</c:v>
                </c:pt>
                <c:pt idx="5667">
                  <c:v>88.3</c:v>
                </c:pt>
                <c:pt idx="5668">
                  <c:v>88.3</c:v>
                </c:pt>
                <c:pt idx="5669">
                  <c:v>88.3</c:v>
                </c:pt>
                <c:pt idx="5670">
                  <c:v>88.3</c:v>
                </c:pt>
                <c:pt idx="5671">
                  <c:v>88.3</c:v>
                </c:pt>
                <c:pt idx="5672">
                  <c:v>88.2</c:v>
                </c:pt>
                <c:pt idx="5673">
                  <c:v>88.2</c:v>
                </c:pt>
                <c:pt idx="5674">
                  <c:v>88.3</c:v>
                </c:pt>
                <c:pt idx="5675">
                  <c:v>88.3</c:v>
                </c:pt>
                <c:pt idx="5676">
                  <c:v>88.3</c:v>
                </c:pt>
                <c:pt idx="5677">
                  <c:v>88.4</c:v>
                </c:pt>
                <c:pt idx="5678">
                  <c:v>88.3</c:v>
                </c:pt>
                <c:pt idx="5679">
                  <c:v>88.4</c:v>
                </c:pt>
                <c:pt idx="5680">
                  <c:v>88.4</c:v>
                </c:pt>
                <c:pt idx="5681">
                  <c:v>88.3</c:v>
                </c:pt>
                <c:pt idx="5682">
                  <c:v>88.4</c:v>
                </c:pt>
                <c:pt idx="5683">
                  <c:v>88.4</c:v>
                </c:pt>
                <c:pt idx="5684">
                  <c:v>88.3</c:v>
                </c:pt>
                <c:pt idx="5685">
                  <c:v>88.4</c:v>
                </c:pt>
                <c:pt idx="5686">
                  <c:v>88.3</c:v>
                </c:pt>
                <c:pt idx="5687">
                  <c:v>88.4</c:v>
                </c:pt>
                <c:pt idx="5688">
                  <c:v>88.4</c:v>
                </c:pt>
                <c:pt idx="5689">
                  <c:v>88.4</c:v>
                </c:pt>
                <c:pt idx="5690">
                  <c:v>88.4</c:v>
                </c:pt>
                <c:pt idx="5691">
                  <c:v>88.4</c:v>
                </c:pt>
                <c:pt idx="5692">
                  <c:v>88.4</c:v>
                </c:pt>
                <c:pt idx="5693">
                  <c:v>88.4</c:v>
                </c:pt>
                <c:pt idx="5694">
                  <c:v>88.4</c:v>
                </c:pt>
                <c:pt idx="5695">
                  <c:v>88.5</c:v>
                </c:pt>
                <c:pt idx="5696">
                  <c:v>88.4</c:v>
                </c:pt>
                <c:pt idx="5697">
                  <c:v>88.4</c:v>
                </c:pt>
                <c:pt idx="5698">
                  <c:v>88.4</c:v>
                </c:pt>
                <c:pt idx="5699">
                  <c:v>88.4</c:v>
                </c:pt>
                <c:pt idx="5700">
                  <c:v>88.6</c:v>
                </c:pt>
                <c:pt idx="5701">
                  <c:v>88.6</c:v>
                </c:pt>
                <c:pt idx="5702">
                  <c:v>88.4</c:v>
                </c:pt>
                <c:pt idx="5703">
                  <c:v>88.4</c:v>
                </c:pt>
                <c:pt idx="5704">
                  <c:v>88.4</c:v>
                </c:pt>
                <c:pt idx="5705">
                  <c:v>88.4</c:v>
                </c:pt>
                <c:pt idx="5706">
                  <c:v>88.4</c:v>
                </c:pt>
                <c:pt idx="5707">
                  <c:v>88.4</c:v>
                </c:pt>
                <c:pt idx="5708">
                  <c:v>88.4</c:v>
                </c:pt>
                <c:pt idx="5709">
                  <c:v>88.4</c:v>
                </c:pt>
                <c:pt idx="5710">
                  <c:v>88.5</c:v>
                </c:pt>
                <c:pt idx="5711">
                  <c:v>88.5</c:v>
                </c:pt>
                <c:pt idx="5712">
                  <c:v>88.5</c:v>
                </c:pt>
                <c:pt idx="5713">
                  <c:v>88.5</c:v>
                </c:pt>
                <c:pt idx="5714">
                  <c:v>88.5</c:v>
                </c:pt>
                <c:pt idx="5715">
                  <c:v>88.4</c:v>
                </c:pt>
                <c:pt idx="5716">
                  <c:v>88.4</c:v>
                </c:pt>
                <c:pt idx="5717">
                  <c:v>88.5</c:v>
                </c:pt>
                <c:pt idx="5718">
                  <c:v>88.5</c:v>
                </c:pt>
                <c:pt idx="5719">
                  <c:v>88.5</c:v>
                </c:pt>
                <c:pt idx="5720">
                  <c:v>88.5</c:v>
                </c:pt>
                <c:pt idx="5721">
                  <c:v>88.5</c:v>
                </c:pt>
                <c:pt idx="5722">
                  <c:v>88.5</c:v>
                </c:pt>
                <c:pt idx="5723">
                  <c:v>88.6</c:v>
                </c:pt>
                <c:pt idx="5724">
                  <c:v>88.5</c:v>
                </c:pt>
                <c:pt idx="5725">
                  <c:v>88.6</c:v>
                </c:pt>
                <c:pt idx="5726">
                  <c:v>88.5</c:v>
                </c:pt>
                <c:pt idx="5727">
                  <c:v>88.5</c:v>
                </c:pt>
                <c:pt idx="5728">
                  <c:v>88.5</c:v>
                </c:pt>
                <c:pt idx="5729">
                  <c:v>88.4</c:v>
                </c:pt>
                <c:pt idx="5730">
                  <c:v>88.5</c:v>
                </c:pt>
                <c:pt idx="5731">
                  <c:v>88.5</c:v>
                </c:pt>
                <c:pt idx="5732">
                  <c:v>88.5</c:v>
                </c:pt>
                <c:pt idx="5733">
                  <c:v>88.5</c:v>
                </c:pt>
                <c:pt idx="5734">
                  <c:v>88.6</c:v>
                </c:pt>
                <c:pt idx="5735">
                  <c:v>88.7</c:v>
                </c:pt>
                <c:pt idx="5736">
                  <c:v>88.7</c:v>
                </c:pt>
                <c:pt idx="5737">
                  <c:v>88.6</c:v>
                </c:pt>
                <c:pt idx="5738">
                  <c:v>88.6</c:v>
                </c:pt>
                <c:pt idx="5739">
                  <c:v>88.6</c:v>
                </c:pt>
                <c:pt idx="5740">
                  <c:v>88.5</c:v>
                </c:pt>
                <c:pt idx="5741">
                  <c:v>88.6</c:v>
                </c:pt>
                <c:pt idx="5742">
                  <c:v>88.5</c:v>
                </c:pt>
                <c:pt idx="5743">
                  <c:v>88.6</c:v>
                </c:pt>
                <c:pt idx="5744">
                  <c:v>88.7</c:v>
                </c:pt>
                <c:pt idx="5745">
                  <c:v>88.6</c:v>
                </c:pt>
                <c:pt idx="5746">
                  <c:v>88.7</c:v>
                </c:pt>
                <c:pt idx="5747">
                  <c:v>88.6</c:v>
                </c:pt>
                <c:pt idx="5748">
                  <c:v>88.5</c:v>
                </c:pt>
                <c:pt idx="5749">
                  <c:v>88.7</c:v>
                </c:pt>
                <c:pt idx="5750">
                  <c:v>88.6</c:v>
                </c:pt>
                <c:pt idx="5751">
                  <c:v>88.6</c:v>
                </c:pt>
                <c:pt idx="5752">
                  <c:v>88.6</c:v>
                </c:pt>
                <c:pt idx="5753">
                  <c:v>88.6</c:v>
                </c:pt>
                <c:pt idx="5754">
                  <c:v>88.7</c:v>
                </c:pt>
                <c:pt idx="5755">
                  <c:v>88.7</c:v>
                </c:pt>
                <c:pt idx="5756">
                  <c:v>88.7</c:v>
                </c:pt>
                <c:pt idx="5757">
                  <c:v>88.8</c:v>
                </c:pt>
                <c:pt idx="5758">
                  <c:v>88.7</c:v>
                </c:pt>
                <c:pt idx="5759">
                  <c:v>88.6</c:v>
                </c:pt>
                <c:pt idx="5760">
                  <c:v>88.7</c:v>
                </c:pt>
                <c:pt idx="5761">
                  <c:v>88.6</c:v>
                </c:pt>
                <c:pt idx="5762">
                  <c:v>88.6</c:v>
                </c:pt>
                <c:pt idx="5763">
                  <c:v>88.6</c:v>
                </c:pt>
                <c:pt idx="5764">
                  <c:v>88.7</c:v>
                </c:pt>
                <c:pt idx="5765">
                  <c:v>88.6</c:v>
                </c:pt>
                <c:pt idx="5766">
                  <c:v>88.7</c:v>
                </c:pt>
                <c:pt idx="5767">
                  <c:v>88.7</c:v>
                </c:pt>
                <c:pt idx="5768">
                  <c:v>88.7</c:v>
                </c:pt>
                <c:pt idx="5769">
                  <c:v>88.8</c:v>
                </c:pt>
                <c:pt idx="5770">
                  <c:v>88.7</c:v>
                </c:pt>
                <c:pt idx="5771">
                  <c:v>88.7</c:v>
                </c:pt>
                <c:pt idx="5772">
                  <c:v>88.6</c:v>
                </c:pt>
                <c:pt idx="5773">
                  <c:v>88.6</c:v>
                </c:pt>
                <c:pt idx="5774">
                  <c:v>88.7</c:v>
                </c:pt>
                <c:pt idx="5775">
                  <c:v>88.7</c:v>
                </c:pt>
                <c:pt idx="5776">
                  <c:v>88.7</c:v>
                </c:pt>
                <c:pt idx="5777">
                  <c:v>88.7</c:v>
                </c:pt>
                <c:pt idx="5778">
                  <c:v>88.7</c:v>
                </c:pt>
                <c:pt idx="5779">
                  <c:v>88.8</c:v>
                </c:pt>
                <c:pt idx="5780">
                  <c:v>88.8</c:v>
                </c:pt>
                <c:pt idx="5781">
                  <c:v>88.6</c:v>
                </c:pt>
                <c:pt idx="5782">
                  <c:v>88.7</c:v>
                </c:pt>
                <c:pt idx="5783">
                  <c:v>88.6</c:v>
                </c:pt>
                <c:pt idx="5784">
                  <c:v>88.7</c:v>
                </c:pt>
                <c:pt idx="5785">
                  <c:v>88.7</c:v>
                </c:pt>
                <c:pt idx="5786">
                  <c:v>88.6</c:v>
                </c:pt>
                <c:pt idx="5787">
                  <c:v>88.7</c:v>
                </c:pt>
                <c:pt idx="5788">
                  <c:v>88.7</c:v>
                </c:pt>
                <c:pt idx="5789">
                  <c:v>88.8</c:v>
                </c:pt>
                <c:pt idx="5790">
                  <c:v>88.8</c:v>
                </c:pt>
                <c:pt idx="5791">
                  <c:v>88.7</c:v>
                </c:pt>
                <c:pt idx="5792">
                  <c:v>88.6</c:v>
                </c:pt>
                <c:pt idx="5793">
                  <c:v>88.7</c:v>
                </c:pt>
                <c:pt idx="5794">
                  <c:v>88.8</c:v>
                </c:pt>
                <c:pt idx="5795">
                  <c:v>88.7</c:v>
                </c:pt>
                <c:pt idx="5796">
                  <c:v>88.7</c:v>
                </c:pt>
                <c:pt idx="5797">
                  <c:v>88.7</c:v>
                </c:pt>
                <c:pt idx="5798">
                  <c:v>88.7</c:v>
                </c:pt>
                <c:pt idx="5799">
                  <c:v>88.7</c:v>
                </c:pt>
                <c:pt idx="5800">
                  <c:v>88.8</c:v>
                </c:pt>
                <c:pt idx="5801">
                  <c:v>88.8</c:v>
                </c:pt>
                <c:pt idx="5802">
                  <c:v>88.8</c:v>
                </c:pt>
                <c:pt idx="5803">
                  <c:v>88.9</c:v>
                </c:pt>
                <c:pt idx="5804">
                  <c:v>88.8</c:v>
                </c:pt>
                <c:pt idx="5805">
                  <c:v>88.8</c:v>
                </c:pt>
                <c:pt idx="5806">
                  <c:v>88.8</c:v>
                </c:pt>
                <c:pt idx="5807">
                  <c:v>88.8</c:v>
                </c:pt>
                <c:pt idx="5808">
                  <c:v>88.8</c:v>
                </c:pt>
                <c:pt idx="5809">
                  <c:v>88.8</c:v>
                </c:pt>
                <c:pt idx="5810">
                  <c:v>88.9</c:v>
                </c:pt>
                <c:pt idx="5811">
                  <c:v>88.9</c:v>
                </c:pt>
                <c:pt idx="5812">
                  <c:v>88.8</c:v>
                </c:pt>
                <c:pt idx="5813">
                  <c:v>89</c:v>
                </c:pt>
                <c:pt idx="5814">
                  <c:v>88.9</c:v>
                </c:pt>
                <c:pt idx="5815">
                  <c:v>88.8</c:v>
                </c:pt>
                <c:pt idx="5816">
                  <c:v>88.8</c:v>
                </c:pt>
                <c:pt idx="5817">
                  <c:v>88.8</c:v>
                </c:pt>
                <c:pt idx="5818">
                  <c:v>88.8</c:v>
                </c:pt>
                <c:pt idx="5819">
                  <c:v>88.9</c:v>
                </c:pt>
                <c:pt idx="5820">
                  <c:v>88.8</c:v>
                </c:pt>
                <c:pt idx="5821">
                  <c:v>88.8</c:v>
                </c:pt>
                <c:pt idx="5822">
                  <c:v>88.8</c:v>
                </c:pt>
                <c:pt idx="5823">
                  <c:v>88.8</c:v>
                </c:pt>
                <c:pt idx="5824">
                  <c:v>88.9</c:v>
                </c:pt>
                <c:pt idx="5825">
                  <c:v>88.9</c:v>
                </c:pt>
                <c:pt idx="5826">
                  <c:v>88.8</c:v>
                </c:pt>
                <c:pt idx="5827">
                  <c:v>88.8</c:v>
                </c:pt>
                <c:pt idx="5828">
                  <c:v>88.8</c:v>
                </c:pt>
                <c:pt idx="5829">
                  <c:v>88.8</c:v>
                </c:pt>
                <c:pt idx="5830">
                  <c:v>88.8</c:v>
                </c:pt>
                <c:pt idx="5831">
                  <c:v>88.8</c:v>
                </c:pt>
                <c:pt idx="5832">
                  <c:v>88.7</c:v>
                </c:pt>
                <c:pt idx="5833">
                  <c:v>88.8</c:v>
                </c:pt>
                <c:pt idx="5834">
                  <c:v>88.9</c:v>
                </c:pt>
                <c:pt idx="5835">
                  <c:v>88.9</c:v>
                </c:pt>
                <c:pt idx="5836">
                  <c:v>88.9</c:v>
                </c:pt>
                <c:pt idx="5837">
                  <c:v>88.9</c:v>
                </c:pt>
                <c:pt idx="5838">
                  <c:v>88.9</c:v>
                </c:pt>
                <c:pt idx="5839">
                  <c:v>88.8</c:v>
                </c:pt>
                <c:pt idx="5840">
                  <c:v>88.9</c:v>
                </c:pt>
                <c:pt idx="5841">
                  <c:v>88.8</c:v>
                </c:pt>
                <c:pt idx="5842">
                  <c:v>88.9</c:v>
                </c:pt>
                <c:pt idx="5843">
                  <c:v>88.9</c:v>
                </c:pt>
                <c:pt idx="5844">
                  <c:v>89</c:v>
                </c:pt>
                <c:pt idx="5845">
                  <c:v>89</c:v>
                </c:pt>
                <c:pt idx="5846">
                  <c:v>89</c:v>
                </c:pt>
                <c:pt idx="5847">
                  <c:v>88.9</c:v>
                </c:pt>
                <c:pt idx="5848">
                  <c:v>89</c:v>
                </c:pt>
                <c:pt idx="5849">
                  <c:v>88.9</c:v>
                </c:pt>
                <c:pt idx="5850">
                  <c:v>88.9</c:v>
                </c:pt>
                <c:pt idx="5851">
                  <c:v>89</c:v>
                </c:pt>
                <c:pt idx="5852">
                  <c:v>89</c:v>
                </c:pt>
                <c:pt idx="5853">
                  <c:v>89</c:v>
                </c:pt>
                <c:pt idx="5854">
                  <c:v>89.1</c:v>
                </c:pt>
                <c:pt idx="5855">
                  <c:v>89.1</c:v>
                </c:pt>
                <c:pt idx="5856">
                  <c:v>89</c:v>
                </c:pt>
                <c:pt idx="5857">
                  <c:v>88.9</c:v>
                </c:pt>
                <c:pt idx="5858">
                  <c:v>89.1</c:v>
                </c:pt>
                <c:pt idx="5859">
                  <c:v>89</c:v>
                </c:pt>
                <c:pt idx="5860">
                  <c:v>89</c:v>
                </c:pt>
                <c:pt idx="5861">
                  <c:v>89</c:v>
                </c:pt>
                <c:pt idx="5862">
                  <c:v>88.9</c:v>
                </c:pt>
                <c:pt idx="5863">
                  <c:v>89</c:v>
                </c:pt>
                <c:pt idx="5864">
                  <c:v>89.1</c:v>
                </c:pt>
                <c:pt idx="5865">
                  <c:v>89.1</c:v>
                </c:pt>
                <c:pt idx="5866">
                  <c:v>89.1</c:v>
                </c:pt>
                <c:pt idx="5867">
                  <c:v>89.1</c:v>
                </c:pt>
                <c:pt idx="5868">
                  <c:v>89.1</c:v>
                </c:pt>
                <c:pt idx="5869">
                  <c:v>89.1</c:v>
                </c:pt>
                <c:pt idx="5870">
                  <c:v>89.1</c:v>
                </c:pt>
                <c:pt idx="5871">
                  <c:v>89</c:v>
                </c:pt>
                <c:pt idx="5872">
                  <c:v>89.1</c:v>
                </c:pt>
                <c:pt idx="5873">
                  <c:v>89</c:v>
                </c:pt>
                <c:pt idx="5874">
                  <c:v>89</c:v>
                </c:pt>
                <c:pt idx="5875">
                  <c:v>89.1</c:v>
                </c:pt>
                <c:pt idx="5876">
                  <c:v>89.1</c:v>
                </c:pt>
                <c:pt idx="5877">
                  <c:v>89.1</c:v>
                </c:pt>
                <c:pt idx="5878">
                  <c:v>89.1</c:v>
                </c:pt>
                <c:pt idx="5879">
                  <c:v>89.1</c:v>
                </c:pt>
                <c:pt idx="5880">
                  <c:v>89.1</c:v>
                </c:pt>
                <c:pt idx="5881">
                  <c:v>89.1</c:v>
                </c:pt>
                <c:pt idx="5882">
                  <c:v>89.1</c:v>
                </c:pt>
                <c:pt idx="5883">
                  <c:v>89.1</c:v>
                </c:pt>
                <c:pt idx="5884">
                  <c:v>89.1</c:v>
                </c:pt>
                <c:pt idx="5885">
                  <c:v>89.1</c:v>
                </c:pt>
                <c:pt idx="5886">
                  <c:v>89.1</c:v>
                </c:pt>
                <c:pt idx="5887">
                  <c:v>89.1</c:v>
                </c:pt>
                <c:pt idx="5888">
                  <c:v>89.2</c:v>
                </c:pt>
                <c:pt idx="5889">
                  <c:v>89.2</c:v>
                </c:pt>
                <c:pt idx="5890">
                  <c:v>89.1</c:v>
                </c:pt>
                <c:pt idx="5891">
                  <c:v>89.1</c:v>
                </c:pt>
                <c:pt idx="5892">
                  <c:v>89.1</c:v>
                </c:pt>
                <c:pt idx="5893">
                  <c:v>89.1</c:v>
                </c:pt>
                <c:pt idx="5894">
                  <c:v>89.1</c:v>
                </c:pt>
                <c:pt idx="5895">
                  <c:v>89.1</c:v>
                </c:pt>
                <c:pt idx="5896">
                  <c:v>89.1</c:v>
                </c:pt>
                <c:pt idx="5897">
                  <c:v>89.1</c:v>
                </c:pt>
                <c:pt idx="5898">
                  <c:v>89.2</c:v>
                </c:pt>
                <c:pt idx="5899">
                  <c:v>89.2</c:v>
                </c:pt>
                <c:pt idx="5900">
                  <c:v>89.2</c:v>
                </c:pt>
                <c:pt idx="5901">
                  <c:v>89.2</c:v>
                </c:pt>
                <c:pt idx="5902">
                  <c:v>89.1</c:v>
                </c:pt>
                <c:pt idx="5903">
                  <c:v>89.1</c:v>
                </c:pt>
                <c:pt idx="5904">
                  <c:v>89.2</c:v>
                </c:pt>
                <c:pt idx="5905">
                  <c:v>89.2</c:v>
                </c:pt>
                <c:pt idx="5906">
                  <c:v>89.2</c:v>
                </c:pt>
                <c:pt idx="5907">
                  <c:v>89.1</c:v>
                </c:pt>
                <c:pt idx="5908">
                  <c:v>89.1</c:v>
                </c:pt>
                <c:pt idx="5909">
                  <c:v>89.2</c:v>
                </c:pt>
                <c:pt idx="5910">
                  <c:v>89.3</c:v>
                </c:pt>
                <c:pt idx="5911">
                  <c:v>89.2</c:v>
                </c:pt>
                <c:pt idx="5912">
                  <c:v>89.2</c:v>
                </c:pt>
                <c:pt idx="5913">
                  <c:v>89.1</c:v>
                </c:pt>
                <c:pt idx="5914">
                  <c:v>89.2</c:v>
                </c:pt>
                <c:pt idx="5915">
                  <c:v>89.1</c:v>
                </c:pt>
                <c:pt idx="5916">
                  <c:v>89.1</c:v>
                </c:pt>
                <c:pt idx="5917">
                  <c:v>89.2</c:v>
                </c:pt>
                <c:pt idx="5918">
                  <c:v>89.1</c:v>
                </c:pt>
                <c:pt idx="5919">
                  <c:v>89.2</c:v>
                </c:pt>
                <c:pt idx="5920">
                  <c:v>89.2</c:v>
                </c:pt>
                <c:pt idx="5921">
                  <c:v>89.2</c:v>
                </c:pt>
                <c:pt idx="5922">
                  <c:v>89.1</c:v>
                </c:pt>
                <c:pt idx="5923">
                  <c:v>89.2</c:v>
                </c:pt>
                <c:pt idx="5924">
                  <c:v>89.2</c:v>
                </c:pt>
                <c:pt idx="5925">
                  <c:v>89.2</c:v>
                </c:pt>
                <c:pt idx="5926">
                  <c:v>89.1</c:v>
                </c:pt>
                <c:pt idx="5927">
                  <c:v>89.1</c:v>
                </c:pt>
                <c:pt idx="5928">
                  <c:v>89.1</c:v>
                </c:pt>
                <c:pt idx="5929">
                  <c:v>89.1</c:v>
                </c:pt>
                <c:pt idx="5930">
                  <c:v>89.1</c:v>
                </c:pt>
                <c:pt idx="5931">
                  <c:v>89.2</c:v>
                </c:pt>
                <c:pt idx="5932">
                  <c:v>89.2</c:v>
                </c:pt>
                <c:pt idx="5933">
                  <c:v>89.2</c:v>
                </c:pt>
                <c:pt idx="5934">
                  <c:v>89.2</c:v>
                </c:pt>
                <c:pt idx="5935">
                  <c:v>89.2</c:v>
                </c:pt>
                <c:pt idx="5936">
                  <c:v>89.2</c:v>
                </c:pt>
                <c:pt idx="5937">
                  <c:v>89.1</c:v>
                </c:pt>
                <c:pt idx="5938">
                  <c:v>89.1</c:v>
                </c:pt>
                <c:pt idx="5939">
                  <c:v>89.2</c:v>
                </c:pt>
                <c:pt idx="5940">
                  <c:v>89.1</c:v>
                </c:pt>
                <c:pt idx="5941">
                  <c:v>89.1</c:v>
                </c:pt>
                <c:pt idx="5942">
                  <c:v>89.1</c:v>
                </c:pt>
                <c:pt idx="5943">
                  <c:v>89.2</c:v>
                </c:pt>
                <c:pt idx="5944">
                  <c:v>89.3</c:v>
                </c:pt>
                <c:pt idx="5945">
                  <c:v>89.2</c:v>
                </c:pt>
                <c:pt idx="5946">
                  <c:v>89</c:v>
                </c:pt>
                <c:pt idx="5947">
                  <c:v>89.1</c:v>
                </c:pt>
                <c:pt idx="5948">
                  <c:v>89.1</c:v>
                </c:pt>
                <c:pt idx="5949">
                  <c:v>89.1</c:v>
                </c:pt>
                <c:pt idx="5950">
                  <c:v>89.1</c:v>
                </c:pt>
                <c:pt idx="5951">
                  <c:v>89.1</c:v>
                </c:pt>
                <c:pt idx="5952">
                  <c:v>89.1</c:v>
                </c:pt>
                <c:pt idx="5953">
                  <c:v>89.1</c:v>
                </c:pt>
                <c:pt idx="5954">
                  <c:v>89.1</c:v>
                </c:pt>
                <c:pt idx="5955">
                  <c:v>89.2</c:v>
                </c:pt>
                <c:pt idx="5956">
                  <c:v>89.1</c:v>
                </c:pt>
                <c:pt idx="5957">
                  <c:v>89</c:v>
                </c:pt>
                <c:pt idx="5958">
                  <c:v>89</c:v>
                </c:pt>
                <c:pt idx="5959">
                  <c:v>89.1</c:v>
                </c:pt>
                <c:pt idx="5960">
                  <c:v>89</c:v>
                </c:pt>
                <c:pt idx="5961">
                  <c:v>89.1</c:v>
                </c:pt>
                <c:pt idx="5962">
                  <c:v>89</c:v>
                </c:pt>
                <c:pt idx="5963">
                  <c:v>89</c:v>
                </c:pt>
                <c:pt idx="5964">
                  <c:v>89.1</c:v>
                </c:pt>
                <c:pt idx="5965">
                  <c:v>89.1</c:v>
                </c:pt>
                <c:pt idx="5966">
                  <c:v>89.1</c:v>
                </c:pt>
                <c:pt idx="5967">
                  <c:v>89.1</c:v>
                </c:pt>
                <c:pt idx="5968">
                  <c:v>89.1</c:v>
                </c:pt>
                <c:pt idx="5969">
                  <c:v>89</c:v>
                </c:pt>
                <c:pt idx="5970">
                  <c:v>89</c:v>
                </c:pt>
                <c:pt idx="5971">
                  <c:v>89.1</c:v>
                </c:pt>
                <c:pt idx="5972">
                  <c:v>89.1</c:v>
                </c:pt>
                <c:pt idx="5973">
                  <c:v>89.1</c:v>
                </c:pt>
                <c:pt idx="5974">
                  <c:v>89</c:v>
                </c:pt>
                <c:pt idx="5975">
                  <c:v>89.1</c:v>
                </c:pt>
                <c:pt idx="5976">
                  <c:v>89.1</c:v>
                </c:pt>
                <c:pt idx="5977">
                  <c:v>89.1</c:v>
                </c:pt>
                <c:pt idx="5978">
                  <c:v>89.1</c:v>
                </c:pt>
                <c:pt idx="5979">
                  <c:v>89.1</c:v>
                </c:pt>
                <c:pt idx="5980">
                  <c:v>89</c:v>
                </c:pt>
                <c:pt idx="5981">
                  <c:v>89</c:v>
                </c:pt>
                <c:pt idx="5982">
                  <c:v>89</c:v>
                </c:pt>
                <c:pt idx="5983">
                  <c:v>89</c:v>
                </c:pt>
                <c:pt idx="5984">
                  <c:v>89.1</c:v>
                </c:pt>
                <c:pt idx="5985">
                  <c:v>89.1</c:v>
                </c:pt>
                <c:pt idx="5986">
                  <c:v>89.1</c:v>
                </c:pt>
                <c:pt idx="5987">
                  <c:v>89</c:v>
                </c:pt>
                <c:pt idx="5988">
                  <c:v>89.1</c:v>
                </c:pt>
                <c:pt idx="5989">
                  <c:v>89.2</c:v>
                </c:pt>
                <c:pt idx="5990">
                  <c:v>89.1</c:v>
                </c:pt>
                <c:pt idx="5991">
                  <c:v>89</c:v>
                </c:pt>
                <c:pt idx="5992">
                  <c:v>89</c:v>
                </c:pt>
                <c:pt idx="5993">
                  <c:v>89</c:v>
                </c:pt>
                <c:pt idx="5994">
                  <c:v>89</c:v>
                </c:pt>
                <c:pt idx="5995">
                  <c:v>89.2</c:v>
                </c:pt>
                <c:pt idx="5996">
                  <c:v>89.1</c:v>
                </c:pt>
                <c:pt idx="5997">
                  <c:v>89</c:v>
                </c:pt>
                <c:pt idx="5998">
                  <c:v>89.1</c:v>
                </c:pt>
                <c:pt idx="5999">
                  <c:v>89.1</c:v>
                </c:pt>
                <c:pt idx="6000">
                  <c:v>89.2</c:v>
                </c:pt>
                <c:pt idx="6001">
                  <c:v>89.2</c:v>
                </c:pt>
                <c:pt idx="6002">
                  <c:v>89.1</c:v>
                </c:pt>
                <c:pt idx="6003">
                  <c:v>89.1</c:v>
                </c:pt>
                <c:pt idx="6004">
                  <c:v>89.1</c:v>
                </c:pt>
                <c:pt idx="6005">
                  <c:v>89</c:v>
                </c:pt>
                <c:pt idx="6006">
                  <c:v>89.1</c:v>
                </c:pt>
                <c:pt idx="6007">
                  <c:v>89.1</c:v>
                </c:pt>
                <c:pt idx="6008">
                  <c:v>89.2</c:v>
                </c:pt>
                <c:pt idx="6009">
                  <c:v>89.1</c:v>
                </c:pt>
                <c:pt idx="6010">
                  <c:v>89.1</c:v>
                </c:pt>
                <c:pt idx="6011">
                  <c:v>89.1</c:v>
                </c:pt>
                <c:pt idx="6012">
                  <c:v>89.2</c:v>
                </c:pt>
                <c:pt idx="6013">
                  <c:v>89.2</c:v>
                </c:pt>
                <c:pt idx="6014">
                  <c:v>89.1</c:v>
                </c:pt>
                <c:pt idx="6015">
                  <c:v>89.1</c:v>
                </c:pt>
                <c:pt idx="6016">
                  <c:v>89</c:v>
                </c:pt>
                <c:pt idx="6017">
                  <c:v>89.1</c:v>
                </c:pt>
                <c:pt idx="6018">
                  <c:v>89.1</c:v>
                </c:pt>
                <c:pt idx="6019">
                  <c:v>89.2</c:v>
                </c:pt>
                <c:pt idx="6020">
                  <c:v>89.2</c:v>
                </c:pt>
                <c:pt idx="6021">
                  <c:v>89.2</c:v>
                </c:pt>
                <c:pt idx="6022">
                  <c:v>89.2</c:v>
                </c:pt>
                <c:pt idx="6023">
                  <c:v>89.2</c:v>
                </c:pt>
                <c:pt idx="6024">
                  <c:v>89.2</c:v>
                </c:pt>
                <c:pt idx="6025">
                  <c:v>89.1</c:v>
                </c:pt>
                <c:pt idx="6026">
                  <c:v>89.1</c:v>
                </c:pt>
                <c:pt idx="6027">
                  <c:v>89.1</c:v>
                </c:pt>
                <c:pt idx="6028">
                  <c:v>89.1</c:v>
                </c:pt>
                <c:pt idx="6029">
                  <c:v>89.1</c:v>
                </c:pt>
                <c:pt idx="6030">
                  <c:v>89.2</c:v>
                </c:pt>
                <c:pt idx="6031">
                  <c:v>89.1</c:v>
                </c:pt>
                <c:pt idx="6032">
                  <c:v>89.1</c:v>
                </c:pt>
                <c:pt idx="6033">
                  <c:v>89.2</c:v>
                </c:pt>
                <c:pt idx="6034">
                  <c:v>89.1</c:v>
                </c:pt>
                <c:pt idx="6035">
                  <c:v>89.2</c:v>
                </c:pt>
                <c:pt idx="6036">
                  <c:v>89.1</c:v>
                </c:pt>
                <c:pt idx="6037">
                  <c:v>89.1</c:v>
                </c:pt>
                <c:pt idx="6038">
                  <c:v>89.1</c:v>
                </c:pt>
                <c:pt idx="6039">
                  <c:v>89.2</c:v>
                </c:pt>
                <c:pt idx="6040">
                  <c:v>89.2</c:v>
                </c:pt>
                <c:pt idx="6041">
                  <c:v>89.1</c:v>
                </c:pt>
                <c:pt idx="6042">
                  <c:v>89.1</c:v>
                </c:pt>
                <c:pt idx="6043">
                  <c:v>89.2</c:v>
                </c:pt>
                <c:pt idx="6044">
                  <c:v>89.2</c:v>
                </c:pt>
                <c:pt idx="6045">
                  <c:v>89.2</c:v>
                </c:pt>
                <c:pt idx="6046">
                  <c:v>89.2</c:v>
                </c:pt>
                <c:pt idx="6047">
                  <c:v>89.1</c:v>
                </c:pt>
                <c:pt idx="6048">
                  <c:v>89.1</c:v>
                </c:pt>
                <c:pt idx="6049">
                  <c:v>89.1</c:v>
                </c:pt>
                <c:pt idx="6050">
                  <c:v>89.1</c:v>
                </c:pt>
                <c:pt idx="6051">
                  <c:v>89.1</c:v>
                </c:pt>
                <c:pt idx="6052">
                  <c:v>89.1</c:v>
                </c:pt>
                <c:pt idx="6053">
                  <c:v>89.3</c:v>
                </c:pt>
                <c:pt idx="6054">
                  <c:v>89.3</c:v>
                </c:pt>
                <c:pt idx="6055">
                  <c:v>89.2</c:v>
                </c:pt>
                <c:pt idx="6056">
                  <c:v>89.2</c:v>
                </c:pt>
                <c:pt idx="6057">
                  <c:v>89.2</c:v>
                </c:pt>
                <c:pt idx="6058">
                  <c:v>89.2</c:v>
                </c:pt>
                <c:pt idx="6059">
                  <c:v>89.2</c:v>
                </c:pt>
                <c:pt idx="6060">
                  <c:v>89.3</c:v>
                </c:pt>
                <c:pt idx="6061">
                  <c:v>89.2</c:v>
                </c:pt>
                <c:pt idx="6062">
                  <c:v>89.2</c:v>
                </c:pt>
                <c:pt idx="6063">
                  <c:v>89.2</c:v>
                </c:pt>
                <c:pt idx="6064">
                  <c:v>89.3</c:v>
                </c:pt>
                <c:pt idx="6065">
                  <c:v>89.2</c:v>
                </c:pt>
                <c:pt idx="6066">
                  <c:v>89.3</c:v>
                </c:pt>
                <c:pt idx="6067">
                  <c:v>89.2</c:v>
                </c:pt>
                <c:pt idx="6068">
                  <c:v>89.2</c:v>
                </c:pt>
                <c:pt idx="6069">
                  <c:v>89.3</c:v>
                </c:pt>
                <c:pt idx="6070">
                  <c:v>89.2</c:v>
                </c:pt>
                <c:pt idx="6071">
                  <c:v>89.2</c:v>
                </c:pt>
                <c:pt idx="6072">
                  <c:v>89.3</c:v>
                </c:pt>
                <c:pt idx="6073">
                  <c:v>89.3</c:v>
                </c:pt>
                <c:pt idx="6074">
                  <c:v>89.3</c:v>
                </c:pt>
                <c:pt idx="6075">
                  <c:v>89.3</c:v>
                </c:pt>
                <c:pt idx="6076">
                  <c:v>89.3</c:v>
                </c:pt>
                <c:pt idx="6077">
                  <c:v>89.2</c:v>
                </c:pt>
                <c:pt idx="6078">
                  <c:v>89.2</c:v>
                </c:pt>
                <c:pt idx="6079">
                  <c:v>89.3</c:v>
                </c:pt>
                <c:pt idx="6080">
                  <c:v>89.3</c:v>
                </c:pt>
                <c:pt idx="6081">
                  <c:v>89.3</c:v>
                </c:pt>
                <c:pt idx="6082">
                  <c:v>89.2</c:v>
                </c:pt>
                <c:pt idx="6083">
                  <c:v>89.2</c:v>
                </c:pt>
                <c:pt idx="6084">
                  <c:v>89.3</c:v>
                </c:pt>
                <c:pt idx="6085">
                  <c:v>89.3</c:v>
                </c:pt>
                <c:pt idx="6086">
                  <c:v>89.3</c:v>
                </c:pt>
                <c:pt idx="6087">
                  <c:v>89.3</c:v>
                </c:pt>
                <c:pt idx="6088">
                  <c:v>89.3</c:v>
                </c:pt>
                <c:pt idx="6089">
                  <c:v>89.2</c:v>
                </c:pt>
                <c:pt idx="6090">
                  <c:v>89.2</c:v>
                </c:pt>
                <c:pt idx="6091">
                  <c:v>89.2</c:v>
                </c:pt>
                <c:pt idx="6092">
                  <c:v>89.2</c:v>
                </c:pt>
                <c:pt idx="6093">
                  <c:v>89.3</c:v>
                </c:pt>
                <c:pt idx="6094">
                  <c:v>89.3</c:v>
                </c:pt>
                <c:pt idx="6095">
                  <c:v>89.4</c:v>
                </c:pt>
                <c:pt idx="6096">
                  <c:v>89.4</c:v>
                </c:pt>
                <c:pt idx="6097">
                  <c:v>89.4</c:v>
                </c:pt>
                <c:pt idx="6098">
                  <c:v>89.3</c:v>
                </c:pt>
                <c:pt idx="6099">
                  <c:v>89.3</c:v>
                </c:pt>
                <c:pt idx="6100">
                  <c:v>89.2</c:v>
                </c:pt>
                <c:pt idx="6101">
                  <c:v>89.2</c:v>
                </c:pt>
                <c:pt idx="6102">
                  <c:v>89.2</c:v>
                </c:pt>
                <c:pt idx="6103">
                  <c:v>89.3</c:v>
                </c:pt>
                <c:pt idx="6104">
                  <c:v>89.3</c:v>
                </c:pt>
                <c:pt idx="6105">
                  <c:v>89.3</c:v>
                </c:pt>
                <c:pt idx="6106">
                  <c:v>89.3</c:v>
                </c:pt>
                <c:pt idx="6107">
                  <c:v>89.2</c:v>
                </c:pt>
                <c:pt idx="6108">
                  <c:v>89.2</c:v>
                </c:pt>
                <c:pt idx="6109">
                  <c:v>89.4</c:v>
                </c:pt>
                <c:pt idx="6110">
                  <c:v>89.3</c:v>
                </c:pt>
                <c:pt idx="6111">
                  <c:v>89.2</c:v>
                </c:pt>
                <c:pt idx="6112">
                  <c:v>89.2</c:v>
                </c:pt>
                <c:pt idx="6113">
                  <c:v>89.3</c:v>
                </c:pt>
                <c:pt idx="6114">
                  <c:v>89.3</c:v>
                </c:pt>
                <c:pt idx="6115">
                  <c:v>89.4</c:v>
                </c:pt>
                <c:pt idx="6116">
                  <c:v>89.3</c:v>
                </c:pt>
                <c:pt idx="6117">
                  <c:v>89.3</c:v>
                </c:pt>
                <c:pt idx="6118">
                  <c:v>89.2</c:v>
                </c:pt>
                <c:pt idx="6119">
                  <c:v>89.3</c:v>
                </c:pt>
                <c:pt idx="6120">
                  <c:v>89.2</c:v>
                </c:pt>
                <c:pt idx="6121">
                  <c:v>89.2</c:v>
                </c:pt>
                <c:pt idx="6122">
                  <c:v>89.1</c:v>
                </c:pt>
                <c:pt idx="6123">
                  <c:v>89.2</c:v>
                </c:pt>
                <c:pt idx="6124">
                  <c:v>89.2</c:v>
                </c:pt>
                <c:pt idx="6125">
                  <c:v>89.2</c:v>
                </c:pt>
                <c:pt idx="6126">
                  <c:v>89.2</c:v>
                </c:pt>
                <c:pt idx="6127">
                  <c:v>89.2</c:v>
                </c:pt>
                <c:pt idx="6128">
                  <c:v>89.2</c:v>
                </c:pt>
                <c:pt idx="6129">
                  <c:v>89.2</c:v>
                </c:pt>
                <c:pt idx="6130">
                  <c:v>89.2</c:v>
                </c:pt>
                <c:pt idx="6131">
                  <c:v>89.1</c:v>
                </c:pt>
                <c:pt idx="6132">
                  <c:v>89.2</c:v>
                </c:pt>
                <c:pt idx="6133">
                  <c:v>89.1</c:v>
                </c:pt>
                <c:pt idx="6134">
                  <c:v>89.1</c:v>
                </c:pt>
                <c:pt idx="6135">
                  <c:v>89.2</c:v>
                </c:pt>
                <c:pt idx="6136">
                  <c:v>89.2</c:v>
                </c:pt>
                <c:pt idx="6137">
                  <c:v>89.3</c:v>
                </c:pt>
                <c:pt idx="6138">
                  <c:v>89.4</c:v>
                </c:pt>
                <c:pt idx="6139">
                  <c:v>89.1</c:v>
                </c:pt>
                <c:pt idx="6140">
                  <c:v>89.2</c:v>
                </c:pt>
                <c:pt idx="6141">
                  <c:v>89.2</c:v>
                </c:pt>
                <c:pt idx="6142">
                  <c:v>89.1</c:v>
                </c:pt>
                <c:pt idx="6143">
                  <c:v>89.2</c:v>
                </c:pt>
                <c:pt idx="6144">
                  <c:v>89.2</c:v>
                </c:pt>
                <c:pt idx="6145">
                  <c:v>89.3</c:v>
                </c:pt>
                <c:pt idx="6146">
                  <c:v>89.2</c:v>
                </c:pt>
                <c:pt idx="6147">
                  <c:v>89.2</c:v>
                </c:pt>
                <c:pt idx="6148">
                  <c:v>89.4</c:v>
                </c:pt>
                <c:pt idx="6149">
                  <c:v>89.3</c:v>
                </c:pt>
                <c:pt idx="6150">
                  <c:v>89.4</c:v>
                </c:pt>
                <c:pt idx="6151">
                  <c:v>89.3</c:v>
                </c:pt>
                <c:pt idx="6152">
                  <c:v>89.3</c:v>
                </c:pt>
                <c:pt idx="6153">
                  <c:v>89.1</c:v>
                </c:pt>
                <c:pt idx="6154">
                  <c:v>89.1</c:v>
                </c:pt>
                <c:pt idx="6155">
                  <c:v>89.1</c:v>
                </c:pt>
                <c:pt idx="6156">
                  <c:v>89.2</c:v>
                </c:pt>
                <c:pt idx="6157">
                  <c:v>89.1</c:v>
                </c:pt>
                <c:pt idx="6158">
                  <c:v>89.1</c:v>
                </c:pt>
                <c:pt idx="6159">
                  <c:v>89.1</c:v>
                </c:pt>
                <c:pt idx="6160">
                  <c:v>89.2</c:v>
                </c:pt>
                <c:pt idx="6161">
                  <c:v>89.2</c:v>
                </c:pt>
                <c:pt idx="6162">
                  <c:v>89</c:v>
                </c:pt>
                <c:pt idx="6163">
                  <c:v>89.1</c:v>
                </c:pt>
                <c:pt idx="6164">
                  <c:v>89.1</c:v>
                </c:pt>
                <c:pt idx="6165">
                  <c:v>89</c:v>
                </c:pt>
                <c:pt idx="6166">
                  <c:v>89.1</c:v>
                </c:pt>
                <c:pt idx="6167">
                  <c:v>89.2</c:v>
                </c:pt>
                <c:pt idx="6168">
                  <c:v>89.1</c:v>
                </c:pt>
                <c:pt idx="6169">
                  <c:v>89.2</c:v>
                </c:pt>
                <c:pt idx="6170">
                  <c:v>89.2</c:v>
                </c:pt>
                <c:pt idx="6171">
                  <c:v>89.2</c:v>
                </c:pt>
                <c:pt idx="6172">
                  <c:v>89.1</c:v>
                </c:pt>
                <c:pt idx="6173">
                  <c:v>89</c:v>
                </c:pt>
                <c:pt idx="6174">
                  <c:v>89.1</c:v>
                </c:pt>
                <c:pt idx="6175">
                  <c:v>89.1</c:v>
                </c:pt>
                <c:pt idx="6176">
                  <c:v>89.1</c:v>
                </c:pt>
                <c:pt idx="6177">
                  <c:v>89.1</c:v>
                </c:pt>
                <c:pt idx="6178">
                  <c:v>89.2</c:v>
                </c:pt>
                <c:pt idx="6179">
                  <c:v>89.1</c:v>
                </c:pt>
                <c:pt idx="6180">
                  <c:v>89.2</c:v>
                </c:pt>
                <c:pt idx="6181">
                  <c:v>89.2</c:v>
                </c:pt>
                <c:pt idx="6182">
                  <c:v>89.1</c:v>
                </c:pt>
                <c:pt idx="6183">
                  <c:v>89.1</c:v>
                </c:pt>
                <c:pt idx="6184">
                  <c:v>89.1</c:v>
                </c:pt>
                <c:pt idx="6185">
                  <c:v>89.2</c:v>
                </c:pt>
                <c:pt idx="6186">
                  <c:v>89</c:v>
                </c:pt>
                <c:pt idx="6187">
                  <c:v>89.1</c:v>
                </c:pt>
                <c:pt idx="6188">
                  <c:v>89.1</c:v>
                </c:pt>
                <c:pt idx="6189">
                  <c:v>89.2</c:v>
                </c:pt>
                <c:pt idx="6190">
                  <c:v>89.1</c:v>
                </c:pt>
                <c:pt idx="6191">
                  <c:v>89.2</c:v>
                </c:pt>
                <c:pt idx="6192">
                  <c:v>89.1</c:v>
                </c:pt>
                <c:pt idx="6193">
                  <c:v>89.1</c:v>
                </c:pt>
                <c:pt idx="6194">
                  <c:v>89.1</c:v>
                </c:pt>
                <c:pt idx="6195">
                  <c:v>89.2</c:v>
                </c:pt>
                <c:pt idx="6196">
                  <c:v>89.1</c:v>
                </c:pt>
                <c:pt idx="6197">
                  <c:v>89.1</c:v>
                </c:pt>
                <c:pt idx="6198">
                  <c:v>89</c:v>
                </c:pt>
                <c:pt idx="6199">
                  <c:v>89.1</c:v>
                </c:pt>
                <c:pt idx="6200">
                  <c:v>89.1</c:v>
                </c:pt>
                <c:pt idx="6201">
                  <c:v>89.1</c:v>
                </c:pt>
                <c:pt idx="6202">
                  <c:v>89.1</c:v>
                </c:pt>
                <c:pt idx="6203">
                  <c:v>89.1</c:v>
                </c:pt>
                <c:pt idx="6204">
                  <c:v>89.2</c:v>
                </c:pt>
                <c:pt idx="6205">
                  <c:v>89.1</c:v>
                </c:pt>
                <c:pt idx="6206">
                  <c:v>89</c:v>
                </c:pt>
                <c:pt idx="6207">
                  <c:v>89.1</c:v>
                </c:pt>
                <c:pt idx="6208">
                  <c:v>89</c:v>
                </c:pt>
                <c:pt idx="6209">
                  <c:v>89.1</c:v>
                </c:pt>
                <c:pt idx="6210">
                  <c:v>89.1</c:v>
                </c:pt>
                <c:pt idx="6211">
                  <c:v>89.1</c:v>
                </c:pt>
                <c:pt idx="6212">
                  <c:v>89.1</c:v>
                </c:pt>
                <c:pt idx="6213">
                  <c:v>89</c:v>
                </c:pt>
                <c:pt idx="6214">
                  <c:v>89.1</c:v>
                </c:pt>
                <c:pt idx="6215">
                  <c:v>89.1</c:v>
                </c:pt>
                <c:pt idx="6216">
                  <c:v>89.1</c:v>
                </c:pt>
                <c:pt idx="6217">
                  <c:v>89</c:v>
                </c:pt>
                <c:pt idx="6218">
                  <c:v>89</c:v>
                </c:pt>
                <c:pt idx="6219">
                  <c:v>88.9</c:v>
                </c:pt>
                <c:pt idx="6220">
                  <c:v>89</c:v>
                </c:pt>
                <c:pt idx="6221">
                  <c:v>88.9</c:v>
                </c:pt>
                <c:pt idx="6222">
                  <c:v>89</c:v>
                </c:pt>
                <c:pt idx="6223">
                  <c:v>89</c:v>
                </c:pt>
                <c:pt idx="6224">
                  <c:v>89</c:v>
                </c:pt>
                <c:pt idx="6225">
                  <c:v>89.1</c:v>
                </c:pt>
                <c:pt idx="6226">
                  <c:v>89</c:v>
                </c:pt>
                <c:pt idx="6227">
                  <c:v>88.9</c:v>
                </c:pt>
                <c:pt idx="6228">
                  <c:v>89</c:v>
                </c:pt>
                <c:pt idx="6229">
                  <c:v>88.9</c:v>
                </c:pt>
                <c:pt idx="6230">
                  <c:v>88.9</c:v>
                </c:pt>
                <c:pt idx="6231">
                  <c:v>88.9</c:v>
                </c:pt>
                <c:pt idx="6232">
                  <c:v>88.9</c:v>
                </c:pt>
                <c:pt idx="6233">
                  <c:v>88.9</c:v>
                </c:pt>
                <c:pt idx="6234">
                  <c:v>88.9</c:v>
                </c:pt>
                <c:pt idx="6235">
                  <c:v>88.9</c:v>
                </c:pt>
                <c:pt idx="6236">
                  <c:v>88.9</c:v>
                </c:pt>
                <c:pt idx="6237">
                  <c:v>88.9</c:v>
                </c:pt>
                <c:pt idx="6238">
                  <c:v>88.8</c:v>
                </c:pt>
                <c:pt idx="6239">
                  <c:v>88.8</c:v>
                </c:pt>
                <c:pt idx="6240">
                  <c:v>88.9</c:v>
                </c:pt>
                <c:pt idx="6241">
                  <c:v>88.8</c:v>
                </c:pt>
                <c:pt idx="6242">
                  <c:v>88.8</c:v>
                </c:pt>
                <c:pt idx="6243">
                  <c:v>88.9</c:v>
                </c:pt>
                <c:pt idx="6244">
                  <c:v>88.8</c:v>
                </c:pt>
                <c:pt idx="6245">
                  <c:v>88.9</c:v>
                </c:pt>
                <c:pt idx="6246">
                  <c:v>89</c:v>
                </c:pt>
                <c:pt idx="6247">
                  <c:v>88.9</c:v>
                </c:pt>
                <c:pt idx="6248">
                  <c:v>88.8</c:v>
                </c:pt>
                <c:pt idx="6249">
                  <c:v>88.8</c:v>
                </c:pt>
                <c:pt idx="6250">
                  <c:v>88.9</c:v>
                </c:pt>
                <c:pt idx="6251">
                  <c:v>88.8</c:v>
                </c:pt>
                <c:pt idx="6252">
                  <c:v>88.8</c:v>
                </c:pt>
                <c:pt idx="6253">
                  <c:v>88.9</c:v>
                </c:pt>
                <c:pt idx="6254">
                  <c:v>88.8</c:v>
                </c:pt>
                <c:pt idx="6255">
                  <c:v>88.9</c:v>
                </c:pt>
                <c:pt idx="6256">
                  <c:v>88.9</c:v>
                </c:pt>
                <c:pt idx="6257">
                  <c:v>88.9</c:v>
                </c:pt>
                <c:pt idx="6258">
                  <c:v>88.9</c:v>
                </c:pt>
                <c:pt idx="6259">
                  <c:v>88.9</c:v>
                </c:pt>
                <c:pt idx="6260">
                  <c:v>88.8</c:v>
                </c:pt>
                <c:pt idx="6261">
                  <c:v>88.9</c:v>
                </c:pt>
                <c:pt idx="6262">
                  <c:v>88.9</c:v>
                </c:pt>
                <c:pt idx="6263">
                  <c:v>89</c:v>
                </c:pt>
                <c:pt idx="6264">
                  <c:v>88.9</c:v>
                </c:pt>
                <c:pt idx="6265">
                  <c:v>88.9</c:v>
                </c:pt>
                <c:pt idx="6266">
                  <c:v>88.9</c:v>
                </c:pt>
                <c:pt idx="6267">
                  <c:v>88.9</c:v>
                </c:pt>
                <c:pt idx="6268">
                  <c:v>88.9</c:v>
                </c:pt>
                <c:pt idx="6269">
                  <c:v>88.8</c:v>
                </c:pt>
                <c:pt idx="6270">
                  <c:v>88.8</c:v>
                </c:pt>
                <c:pt idx="6271">
                  <c:v>88.7</c:v>
                </c:pt>
                <c:pt idx="6272">
                  <c:v>88.8</c:v>
                </c:pt>
                <c:pt idx="6273">
                  <c:v>88.7</c:v>
                </c:pt>
                <c:pt idx="6274">
                  <c:v>88.9</c:v>
                </c:pt>
                <c:pt idx="6275">
                  <c:v>88.9</c:v>
                </c:pt>
                <c:pt idx="6276">
                  <c:v>88.9</c:v>
                </c:pt>
                <c:pt idx="6277">
                  <c:v>88.9</c:v>
                </c:pt>
                <c:pt idx="6278">
                  <c:v>89</c:v>
                </c:pt>
                <c:pt idx="6279">
                  <c:v>89</c:v>
                </c:pt>
                <c:pt idx="6280">
                  <c:v>89</c:v>
                </c:pt>
                <c:pt idx="6281">
                  <c:v>88.9</c:v>
                </c:pt>
                <c:pt idx="6282">
                  <c:v>88.8</c:v>
                </c:pt>
                <c:pt idx="6283">
                  <c:v>88.7</c:v>
                </c:pt>
                <c:pt idx="6284">
                  <c:v>88.8</c:v>
                </c:pt>
                <c:pt idx="6285">
                  <c:v>88.9</c:v>
                </c:pt>
                <c:pt idx="6286">
                  <c:v>88.8</c:v>
                </c:pt>
                <c:pt idx="6287">
                  <c:v>88.8</c:v>
                </c:pt>
                <c:pt idx="6288">
                  <c:v>88.8</c:v>
                </c:pt>
                <c:pt idx="6289">
                  <c:v>88.8</c:v>
                </c:pt>
                <c:pt idx="6290">
                  <c:v>88.9</c:v>
                </c:pt>
                <c:pt idx="6291">
                  <c:v>88.9</c:v>
                </c:pt>
                <c:pt idx="6292">
                  <c:v>88.8</c:v>
                </c:pt>
                <c:pt idx="6293">
                  <c:v>88.8</c:v>
                </c:pt>
                <c:pt idx="6294">
                  <c:v>88.9</c:v>
                </c:pt>
                <c:pt idx="6295">
                  <c:v>88.9</c:v>
                </c:pt>
                <c:pt idx="6296">
                  <c:v>88.9</c:v>
                </c:pt>
                <c:pt idx="6297">
                  <c:v>88.9</c:v>
                </c:pt>
                <c:pt idx="6298">
                  <c:v>88.9</c:v>
                </c:pt>
                <c:pt idx="6299">
                  <c:v>88.8</c:v>
                </c:pt>
                <c:pt idx="6300">
                  <c:v>88.9</c:v>
                </c:pt>
                <c:pt idx="6301">
                  <c:v>88.8</c:v>
                </c:pt>
                <c:pt idx="6302">
                  <c:v>88.7</c:v>
                </c:pt>
                <c:pt idx="6303">
                  <c:v>88.7</c:v>
                </c:pt>
                <c:pt idx="6304">
                  <c:v>88.8</c:v>
                </c:pt>
                <c:pt idx="6305">
                  <c:v>88.8</c:v>
                </c:pt>
                <c:pt idx="6306">
                  <c:v>88.9</c:v>
                </c:pt>
                <c:pt idx="6307">
                  <c:v>88.9</c:v>
                </c:pt>
                <c:pt idx="6308">
                  <c:v>88.9</c:v>
                </c:pt>
                <c:pt idx="6309">
                  <c:v>88.8</c:v>
                </c:pt>
                <c:pt idx="6310">
                  <c:v>89</c:v>
                </c:pt>
                <c:pt idx="6311">
                  <c:v>88.9</c:v>
                </c:pt>
                <c:pt idx="6312">
                  <c:v>88.8</c:v>
                </c:pt>
                <c:pt idx="6313">
                  <c:v>88.9</c:v>
                </c:pt>
                <c:pt idx="6314">
                  <c:v>88.9</c:v>
                </c:pt>
                <c:pt idx="6315">
                  <c:v>88.9</c:v>
                </c:pt>
                <c:pt idx="6316">
                  <c:v>88.9</c:v>
                </c:pt>
                <c:pt idx="6317">
                  <c:v>88.8</c:v>
                </c:pt>
                <c:pt idx="6318">
                  <c:v>88.9</c:v>
                </c:pt>
                <c:pt idx="6319">
                  <c:v>88.9</c:v>
                </c:pt>
                <c:pt idx="6320">
                  <c:v>88.9</c:v>
                </c:pt>
                <c:pt idx="6321">
                  <c:v>88.9</c:v>
                </c:pt>
                <c:pt idx="6322">
                  <c:v>88.9</c:v>
                </c:pt>
                <c:pt idx="6323">
                  <c:v>88.8</c:v>
                </c:pt>
                <c:pt idx="6324">
                  <c:v>88.8</c:v>
                </c:pt>
                <c:pt idx="6325">
                  <c:v>88.9</c:v>
                </c:pt>
                <c:pt idx="6326">
                  <c:v>89</c:v>
                </c:pt>
                <c:pt idx="6327">
                  <c:v>89</c:v>
                </c:pt>
                <c:pt idx="6328">
                  <c:v>88.9</c:v>
                </c:pt>
                <c:pt idx="6329">
                  <c:v>89</c:v>
                </c:pt>
                <c:pt idx="6330">
                  <c:v>89.1</c:v>
                </c:pt>
                <c:pt idx="6331">
                  <c:v>89.1</c:v>
                </c:pt>
                <c:pt idx="6332">
                  <c:v>89</c:v>
                </c:pt>
                <c:pt idx="6333">
                  <c:v>89</c:v>
                </c:pt>
                <c:pt idx="6334">
                  <c:v>88.9</c:v>
                </c:pt>
                <c:pt idx="6335">
                  <c:v>89</c:v>
                </c:pt>
                <c:pt idx="6336">
                  <c:v>88.9</c:v>
                </c:pt>
                <c:pt idx="6337">
                  <c:v>88.9</c:v>
                </c:pt>
                <c:pt idx="6338">
                  <c:v>88.9</c:v>
                </c:pt>
                <c:pt idx="6339">
                  <c:v>88.9</c:v>
                </c:pt>
                <c:pt idx="6340">
                  <c:v>88.9</c:v>
                </c:pt>
                <c:pt idx="6341">
                  <c:v>88.9</c:v>
                </c:pt>
                <c:pt idx="6342">
                  <c:v>89</c:v>
                </c:pt>
                <c:pt idx="6343">
                  <c:v>89</c:v>
                </c:pt>
                <c:pt idx="6344">
                  <c:v>89</c:v>
                </c:pt>
                <c:pt idx="6345">
                  <c:v>89</c:v>
                </c:pt>
                <c:pt idx="6346">
                  <c:v>89</c:v>
                </c:pt>
                <c:pt idx="6347">
                  <c:v>89</c:v>
                </c:pt>
                <c:pt idx="6348">
                  <c:v>89.1</c:v>
                </c:pt>
                <c:pt idx="6349">
                  <c:v>89.1</c:v>
                </c:pt>
                <c:pt idx="6350">
                  <c:v>89.1</c:v>
                </c:pt>
                <c:pt idx="6351">
                  <c:v>89.1</c:v>
                </c:pt>
                <c:pt idx="6352">
                  <c:v>89.1</c:v>
                </c:pt>
                <c:pt idx="6353">
                  <c:v>89</c:v>
                </c:pt>
                <c:pt idx="6354">
                  <c:v>89.1</c:v>
                </c:pt>
                <c:pt idx="6355">
                  <c:v>89</c:v>
                </c:pt>
                <c:pt idx="6356">
                  <c:v>89</c:v>
                </c:pt>
                <c:pt idx="6357">
                  <c:v>88.9</c:v>
                </c:pt>
                <c:pt idx="6358">
                  <c:v>88.9</c:v>
                </c:pt>
                <c:pt idx="6359">
                  <c:v>88.9</c:v>
                </c:pt>
                <c:pt idx="6360">
                  <c:v>88.9</c:v>
                </c:pt>
                <c:pt idx="6361">
                  <c:v>89</c:v>
                </c:pt>
                <c:pt idx="6362">
                  <c:v>88.9</c:v>
                </c:pt>
                <c:pt idx="6363">
                  <c:v>88.8</c:v>
                </c:pt>
                <c:pt idx="6364">
                  <c:v>88.8</c:v>
                </c:pt>
                <c:pt idx="6365">
                  <c:v>88.8</c:v>
                </c:pt>
                <c:pt idx="6366">
                  <c:v>88.9</c:v>
                </c:pt>
                <c:pt idx="6367">
                  <c:v>88.8</c:v>
                </c:pt>
                <c:pt idx="6368">
                  <c:v>88.8</c:v>
                </c:pt>
                <c:pt idx="6369">
                  <c:v>88.9</c:v>
                </c:pt>
                <c:pt idx="6370">
                  <c:v>88.8</c:v>
                </c:pt>
                <c:pt idx="6371">
                  <c:v>88.7</c:v>
                </c:pt>
                <c:pt idx="6372">
                  <c:v>88.8</c:v>
                </c:pt>
                <c:pt idx="6373">
                  <c:v>88.7</c:v>
                </c:pt>
                <c:pt idx="6374">
                  <c:v>88.7</c:v>
                </c:pt>
                <c:pt idx="6375">
                  <c:v>88.7</c:v>
                </c:pt>
                <c:pt idx="6376">
                  <c:v>88.7</c:v>
                </c:pt>
                <c:pt idx="6377">
                  <c:v>88.6</c:v>
                </c:pt>
                <c:pt idx="6378">
                  <c:v>88.7</c:v>
                </c:pt>
                <c:pt idx="6379">
                  <c:v>88.7</c:v>
                </c:pt>
                <c:pt idx="6380">
                  <c:v>88.6</c:v>
                </c:pt>
                <c:pt idx="6381">
                  <c:v>88.5</c:v>
                </c:pt>
                <c:pt idx="6382">
                  <c:v>88.6</c:v>
                </c:pt>
                <c:pt idx="6383">
                  <c:v>88.6</c:v>
                </c:pt>
                <c:pt idx="6384">
                  <c:v>88.6</c:v>
                </c:pt>
                <c:pt idx="6385">
                  <c:v>88.4</c:v>
                </c:pt>
                <c:pt idx="6386">
                  <c:v>88.5</c:v>
                </c:pt>
                <c:pt idx="6387">
                  <c:v>88.5</c:v>
                </c:pt>
                <c:pt idx="6388">
                  <c:v>88.5</c:v>
                </c:pt>
                <c:pt idx="6389">
                  <c:v>88.6</c:v>
                </c:pt>
                <c:pt idx="6390">
                  <c:v>88.6</c:v>
                </c:pt>
                <c:pt idx="6391">
                  <c:v>88.6</c:v>
                </c:pt>
                <c:pt idx="6392">
                  <c:v>88.7</c:v>
                </c:pt>
                <c:pt idx="6393">
                  <c:v>88.7</c:v>
                </c:pt>
                <c:pt idx="6394">
                  <c:v>88.7</c:v>
                </c:pt>
                <c:pt idx="6395">
                  <c:v>88.6</c:v>
                </c:pt>
                <c:pt idx="6396">
                  <c:v>88.6</c:v>
                </c:pt>
                <c:pt idx="6397">
                  <c:v>88.6</c:v>
                </c:pt>
                <c:pt idx="6398">
                  <c:v>88.6</c:v>
                </c:pt>
                <c:pt idx="6399">
                  <c:v>88.7</c:v>
                </c:pt>
                <c:pt idx="6400">
                  <c:v>88.6</c:v>
                </c:pt>
                <c:pt idx="6401">
                  <c:v>88.7</c:v>
                </c:pt>
                <c:pt idx="6402">
                  <c:v>88.7</c:v>
                </c:pt>
                <c:pt idx="6403">
                  <c:v>88.7</c:v>
                </c:pt>
                <c:pt idx="6404">
                  <c:v>88.7</c:v>
                </c:pt>
                <c:pt idx="6405">
                  <c:v>88.8</c:v>
                </c:pt>
                <c:pt idx="6406">
                  <c:v>88.5</c:v>
                </c:pt>
                <c:pt idx="6407">
                  <c:v>88.5</c:v>
                </c:pt>
                <c:pt idx="6408">
                  <c:v>88.6</c:v>
                </c:pt>
                <c:pt idx="6409">
                  <c:v>88.6</c:v>
                </c:pt>
                <c:pt idx="6410">
                  <c:v>88.5</c:v>
                </c:pt>
                <c:pt idx="6411">
                  <c:v>88.5</c:v>
                </c:pt>
                <c:pt idx="6412">
                  <c:v>88.6</c:v>
                </c:pt>
                <c:pt idx="6413">
                  <c:v>88.6</c:v>
                </c:pt>
                <c:pt idx="6414">
                  <c:v>88.7</c:v>
                </c:pt>
                <c:pt idx="6415">
                  <c:v>88.6</c:v>
                </c:pt>
                <c:pt idx="6416">
                  <c:v>88.5</c:v>
                </c:pt>
                <c:pt idx="6417">
                  <c:v>88.5</c:v>
                </c:pt>
                <c:pt idx="6418">
                  <c:v>88.4</c:v>
                </c:pt>
                <c:pt idx="6419">
                  <c:v>88.4</c:v>
                </c:pt>
                <c:pt idx="6420">
                  <c:v>88.4</c:v>
                </c:pt>
                <c:pt idx="6421">
                  <c:v>88.5</c:v>
                </c:pt>
                <c:pt idx="6422">
                  <c:v>88.4</c:v>
                </c:pt>
                <c:pt idx="6423">
                  <c:v>88.4</c:v>
                </c:pt>
                <c:pt idx="6424">
                  <c:v>88.5</c:v>
                </c:pt>
                <c:pt idx="6425">
                  <c:v>88.4</c:v>
                </c:pt>
                <c:pt idx="6426">
                  <c:v>88.4</c:v>
                </c:pt>
                <c:pt idx="6427">
                  <c:v>88.4</c:v>
                </c:pt>
                <c:pt idx="6428">
                  <c:v>88.4</c:v>
                </c:pt>
                <c:pt idx="6429">
                  <c:v>88.2</c:v>
                </c:pt>
                <c:pt idx="6430">
                  <c:v>88.1</c:v>
                </c:pt>
                <c:pt idx="6431">
                  <c:v>88.2</c:v>
                </c:pt>
                <c:pt idx="6432">
                  <c:v>88.1</c:v>
                </c:pt>
                <c:pt idx="6433">
                  <c:v>88.2</c:v>
                </c:pt>
                <c:pt idx="6434">
                  <c:v>88.2</c:v>
                </c:pt>
                <c:pt idx="6435">
                  <c:v>88.1</c:v>
                </c:pt>
                <c:pt idx="6436">
                  <c:v>88</c:v>
                </c:pt>
                <c:pt idx="6437">
                  <c:v>88</c:v>
                </c:pt>
                <c:pt idx="6438">
                  <c:v>88.1</c:v>
                </c:pt>
                <c:pt idx="6439">
                  <c:v>88</c:v>
                </c:pt>
                <c:pt idx="6440">
                  <c:v>88</c:v>
                </c:pt>
                <c:pt idx="6441">
                  <c:v>87.9</c:v>
                </c:pt>
                <c:pt idx="6442">
                  <c:v>88</c:v>
                </c:pt>
                <c:pt idx="6443">
                  <c:v>88</c:v>
                </c:pt>
                <c:pt idx="6444">
                  <c:v>88</c:v>
                </c:pt>
                <c:pt idx="6445">
                  <c:v>88</c:v>
                </c:pt>
                <c:pt idx="6446">
                  <c:v>87.9</c:v>
                </c:pt>
                <c:pt idx="6447">
                  <c:v>87.9</c:v>
                </c:pt>
                <c:pt idx="6448">
                  <c:v>87.8</c:v>
                </c:pt>
                <c:pt idx="6449">
                  <c:v>87.8</c:v>
                </c:pt>
                <c:pt idx="6450">
                  <c:v>87.8</c:v>
                </c:pt>
                <c:pt idx="6451">
                  <c:v>87.7</c:v>
                </c:pt>
                <c:pt idx="6452">
                  <c:v>87.6</c:v>
                </c:pt>
                <c:pt idx="6453">
                  <c:v>87.6</c:v>
                </c:pt>
                <c:pt idx="6454">
                  <c:v>87.6</c:v>
                </c:pt>
                <c:pt idx="6455">
                  <c:v>87.6</c:v>
                </c:pt>
                <c:pt idx="6456">
                  <c:v>87.7</c:v>
                </c:pt>
                <c:pt idx="6457">
                  <c:v>87.5</c:v>
                </c:pt>
                <c:pt idx="6458">
                  <c:v>87.4</c:v>
                </c:pt>
                <c:pt idx="6459">
                  <c:v>87.4</c:v>
                </c:pt>
                <c:pt idx="6460">
                  <c:v>87.4</c:v>
                </c:pt>
                <c:pt idx="6461">
                  <c:v>87.4</c:v>
                </c:pt>
                <c:pt idx="6462">
                  <c:v>87.4</c:v>
                </c:pt>
                <c:pt idx="6463">
                  <c:v>87.4</c:v>
                </c:pt>
                <c:pt idx="6464">
                  <c:v>87.3</c:v>
                </c:pt>
                <c:pt idx="6465">
                  <c:v>87.3</c:v>
                </c:pt>
                <c:pt idx="6466">
                  <c:v>87.3</c:v>
                </c:pt>
                <c:pt idx="6467">
                  <c:v>87.3</c:v>
                </c:pt>
                <c:pt idx="6468">
                  <c:v>87.3</c:v>
                </c:pt>
                <c:pt idx="6469">
                  <c:v>87.2</c:v>
                </c:pt>
                <c:pt idx="6470">
                  <c:v>87.2</c:v>
                </c:pt>
                <c:pt idx="6471">
                  <c:v>87.2</c:v>
                </c:pt>
                <c:pt idx="6472">
                  <c:v>87.1</c:v>
                </c:pt>
                <c:pt idx="6473">
                  <c:v>87.1</c:v>
                </c:pt>
                <c:pt idx="6474">
                  <c:v>87.1</c:v>
                </c:pt>
                <c:pt idx="6475">
                  <c:v>87.1</c:v>
                </c:pt>
                <c:pt idx="6476">
                  <c:v>87</c:v>
                </c:pt>
                <c:pt idx="6477">
                  <c:v>87.1</c:v>
                </c:pt>
                <c:pt idx="6478">
                  <c:v>87</c:v>
                </c:pt>
                <c:pt idx="6479">
                  <c:v>87</c:v>
                </c:pt>
                <c:pt idx="6480">
                  <c:v>87.1</c:v>
                </c:pt>
                <c:pt idx="6481">
                  <c:v>87</c:v>
                </c:pt>
                <c:pt idx="6482">
                  <c:v>86.9</c:v>
                </c:pt>
                <c:pt idx="6483">
                  <c:v>86.9</c:v>
                </c:pt>
                <c:pt idx="6484">
                  <c:v>86.9</c:v>
                </c:pt>
                <c:pt idx="6485">
                  <c:v>86.8</c:v>
                </c:pt>
                <c:pt idx="6486">
                  <c:v>86.8</c:v>
                </c:pt>
                <c:pt idx="6487">
                  <c:v>86.6</c:v>
                </c:pt>
                <c:pt idx="6488">
                  <c:v>86.8</c:v>
                </c:pt>
                <c:pt idx="6489">
                  <c:v>86.9</c:v>
                </c:pt>
                <c:pt idx="6490">
                  <c:v>86.7</c:v>
                </c:pt>
                <c:pt idx="6491">
                  <c:v>86.7</c:v>
                </c:pt>
                <c:pt idx="6492">
                  <c:v>86.7</c:v>
                </c:pt>
                <c:pt idx="6493">
                  <c:v>86.6</c:v>
                </c:pt>
                <c:pt idx="6494">
                  <c:v>86.6</c:v>
                </c:pt>
                <c:pt idx="6495">
                  <c:v>86.6</c:v>
                </c:pt>
                <c:pt idx="6496">
                  <c:v>86.5</c:v>
                </c:pt>
                <c:pt idx="6497">
                  <c:v>86.5</c:v>
                </c:pt>
                <c:pt idx="6498">
                  <c:v>86.6</c:v>
                </c:pt>
                <c:pt idx="6499">
                  <c:v>86.5</c:v>
                </c:pt>
                <c:pt idx="6500">
                  <c:v>86.5</c:v>
                </c:pt>
                <c:pt idx="6501">
                  <c:v>86.4</c:v>
                </c:pt>
                <c:pt idx="6502">
                  <c:v>86.5</c:v>
                </c:pt>
                <c:pt idx="6503">
                  <c:v>86.5</c:v>
                </c:pt>
                <c:pt idx="6504">
                  <c:v>86.4</c:v>
                </c:pt>
                <c:pt idx="6505">
                  <c:v>86.3</c:v>
                </c:pt>
                <c:pt idx="6506">
                  <c:v>86.2</c:v>
                </c:pt>
                <c:pt idx="6507">
                  <c:v>86.3</c:v>
                </c:pt>
                <c:pt idx="6508">
                  <c:v>86.3</c:v>
                </c:pt>
                <c:pt idx="6509">
                  <c:v>86.3</c:v>
                </c:pt>
                <c:pt idx="6510">
                  <c:v>86.2</c:v>
                </c:pt>
                <c:pt idx="6511">
                  <c:v>86.2</c:v>
                </c:pt>
                <c:pt idx="6512">
                  <c:v>86.1</c:v>
                </c:pt>
                <c:pt idx="6513">
                  <c:v>86.1</c:v>
                </c:pt>
                <c:pt idx="6514">
                  <c:v>85.9</c:v>
                </c:pt>
                <c:pt idx="6515">
                  <c:v>85.9</c:v>
                </c:pt>
                <c:pt idx="6516">
                  <c:v>86</c:v>
                </c:pt>
                <c:pt idx="6517">
                  <c:v>85.9</c:v>
                </c:pt>
                <c:pt idx="6518">
                  <c:v>85.9</c:v>
                </c:pt>
                <c:pt idx="6519">
                  <c:v>86</c:v>
                </c:pt>
                <c:pt idx="6520">
                  <c:v>85.9</c:v>
                </c:pt>
                <c:pt idx="6521">
                  <c:v>86</c:v>
                </c:pt>
                <c:pt idx="6522">
                  <c:v>85.8</c:v>
                </c:pt>
                <c:pt idx="6523">
                  <c:v>85.7</c:v>
                </c:pt>
                <c:pt idx="6524">
                  <c:v>85.6</c:v>
                </c:pt>
                <c:pt idx="6525">
                  <c:v>85.6</c:v>
                </c:pt>
                <c:pt idx="6526">
                  <c:v>85.6</c:v>
                </c:pt>
                <c:pt idx="6527">
                  <c:v>85.7</c:v>
                </c:pt>
                <c:pt idx="6528">
                  <c:v>85.4</c:v>
                </c:pt>
                <c:pt idx="6529">
                  <c:v>85.6</c:v>
                </c:pt>
                <c:pt idx="6530">
                  <c:v>85.6</c:v>
                </c:pt>
                <c:pt idx="6531">
                  <c:v>85.5</c:v>
                </c:pt>
                <c:pt idx="6532">
                  <c:v>85.6</c:v>
                </c:pt>
                <c:pt idx="6533">
                  <c:v>85.5</c:v>
                </c:pt>
                <c:pt idx="6534">
                  <c:v>85.4</c:v>
                </c:pt>
                <c:pt idx="6535">
                  <c:v>85.4</c:v>
                </c:pt>
                <c:pt idx="6536">
                  <c:v>85.3</c:v>
                </c:pt>
                <c:pt idx="6537">
                  <c:v>85.2</c:v>
                </c:pt>
                <c:pt idx="6538">
                  <c:v>85.3</c:v>
                </c:pt>
                <c:pt idx="6539">
                  <c:v>85.2</c:v>
                </c:pt>
                <c:pt idx="6540">
                  <c:v>85.2</c:v>
                </c:pt>
                <c:pt idx="6541">
                  <c:v>85.3</c:v>
                </c:pt>
                <c:pt idx="6542">
                  <c:v>85.2</c:v>
                </c:pt>
                <c:pt idx="6543">
                  <c:v>85.1</c:v>
                </c:pt>
                <c:pt idx="6544">
                  <c:v>85.1</c:v>
                </c:pt>
                <c:pt idx="6545">
                  <c:v>85</c:v>
                </c:pt>
                <c:pt idx="6546">
                  <c:v>84.9</c:v>
                </c:pt>
                <c:pt idx="6547">
                  <c:v>84.8</c:v>
                </c:pt>
                <c:pt idx="6548">
                  <c:v>84.8</c:v>
                </c:pt>
                <c:pt idx="6549">
                  <c:v>84.8</c:v>
                </c:pt>
                <c:pt idx="6550">
                  <c:v>84.7</c:v>
                </c:pt>
                <c:pt idx="6551">
                  <c:v>84.8</c:v>
                </c:pt>
                <c:pt idx="6552">
                  <c:v>84.8</c:v>
                </c:pt>
                <c:pt idx="6553">
                  <c:v>84.8</c:v>
                </c:pt>
                <c:pt idx="6554">
                  <c:v>84.7</c:v>
                </c:pt>
                <c:pt idx="6555">
                  <c:v>84.5</c:v>
                </c:pt>
                <c:pt idx="6556">
                  <c:v>84.6</c:v>
                </c:pt>
                <c:pt idx="6557">
                  <c:v>84.5</c:v>
                </c:pt>
                <c:pt idx="6558">
                  <c:v>84.5</c:v>
                </c:pt>
                <c:pt idx="6559">
                  <c:v>84.3</c:v>
                </c:pt>
                <c:pt idx="6560">
                  <c:v>84.3</c:v>
                </c:pt>
                <c:pt idx="6561">
                  <c:v>84.3</c:v>
                </c:pt>
                <c:pt idx="6562">
                  <c:v>84.2</c:v>
                </c:pt>
                <c:pt idx="6563">
                  <c:v>84.1</c:v>
                </c:pt>
                <c:pt idx="6564">
                  <c:v>84.2</c:v>
                </c:pt>
                <c:pt idx="6565">
                  <c:v>84.1</c:v>
                </c:pt>
                <c:pt idx="6566">
                  <c:v>84</c:v>
                </c:pt>
                <c:pt idx="6567">
                  <c:v>84</c:v>
                </c:pt>
                <c:pt idx="6568">
                  <c:v>83.9</c:v>
                </c:pt>
                <c:pt idx="6569">
                  <c:v>83.9</c:v>
                </c:pt>
                <c:pt idx="6570">
                  <c:v>83.8</c:v>
                </c:pt>
                <c:pt idx="6571">
                  <c:v>83.8</c:v>
                </c:pt>
                <c:pt idx="6572">
                  <c:v>83.7</c:v>
                </c:pt>
                <c:pt idx="6573">
                  <c:v>83.6</c:v>
                </c:pt>
                <c:pt idx="6574">
                  <c:v>83.6</c:v>
                </c:pt>
                <c:pt idx="6575">
                  <c:v>83.5</c:v>
                </c:pt>
                <c:pt idx="6576">
                  <c:v>83.4</c:v>
                </c:pt>
                <c:pt idx="6577">
                  <c:v>83.4</c:v>
                </c:pt>
                <c:pt idx="6578">
                  <c:v>83.3</c:v>
                </c:pt>
                <c:pt idx="6579">
                  <c:v>83.2</c:v>
                </c:pt>
                <c:pt idx="6580">
                  <c:v>83.3</c:v>
                </c:pt>
                <c:pt idx="6581">
                  <c:v>83.2</c:v>
                </c:pt>
                <c:pt idx="6582">
                  <c:v>83.1</c:v>
                </c:pt>
                <c:pt idx="6583">
                  <c:v>83</c:v>
                </c:pt>
                <c:pt idx="6584">
                  <c:v>83</c:v>
                </c:pt>
                <c:pt idx="6585">
                  <c:v>82.9</c:v>
                </c:pt>
                <c:pt idx="6586">
                  <c:v>82.8</c:v>
                </c:pt>
                <c:pt idx="6587">
                  <c:v>82.9</c:v>
                </c:pt>
                <c:pt idx="6588">
                  <c:v>82.7</c:v>
                </c:pt>
                <c:pt idx="6589">
                  <c:v>82.7</c:v>
                </c:pt>
                <c:pt idx="6590">
                  <c:v>82.7</c:v>
                </c:pt>
                <c:pt idx="6591">
                  <c:v>82.7</c:v>
                </c:pt>
                <c:pt idx="6592">
                  <c:v>82.6</c:v>
                </c:pt>
                <c:pt idx="6593">
                  <c:v>82.5</c:v>
                </c:pt>
                <c:pt idx="6594">
                  <c:v>82.4</c:v>
                </c:pt>
                <c:pt idx="6595">
                  <c:v>82.2</c:v>
                </c:pt>
                <c:pt idx="6596">
                  <c:v>82.2</c:v>
                </c:pt>
                <c:pt idx="6597">
                  <c:v>82.2</c:v>
                </c:pt>
                <c:pt idx="6598">
                  <c:v>82.1</c:v>
                </c:pt>
                <c:pt idx="6599">
                  <c:v>82.1</c:v>
                </c:pt>
                <c:pt idx="6600">
                  <c:v>82.1</c:v>
                </c:pt>
                <c:pt idx="6601">
                  <c:v>82.2</c:v>
                </c:pt>
                <c:pt idx="6602">
                  <c:v>82.1</c:v>
                </c:pt>
                <c:pt idx="6603">
                  <c:v>81.9</c:v>
                </c:pt>
                <c:pt idx="6604">
                  <c:v>82</c:v>
                </c:pt>
                <c:pt idx="6605">
                  <c:v>82</c:v>
                </c:pt>
                <c:pt idx="6606">
                  <c:v>82</c:v>
                </c:pt>
                <c:pt idx="6607">
                  <c:v>81.9</c:v>
                </c:pt>
                <c:pt idx="6608">
                  <c:v>81.8</c:v>
                </c:pt>
                <c:pt idx="6609">
                  <c:v>81.8</c:v>
                </c:pt>
                <c:pt idx="6610">
                  <c:v>81.7</c:v>
                </c:pt>
                <c:pt idx="6611">
                  <c:v>81.7</c:v>
                </c:pt>
                <c:pt idx="6612">
                  <c:v>81.8</c:v>
                </c:pt>
                <c:pt idx="6613">
                  <c:v>81.7</c:v>
                </c:pt>
                <c:pt idx="6614">
                  <c:v>81.6</c:v>
                </c:pt>
                <c:pt idx="6615">
                  <c:v>81.5</c:v>
                </c:pt>
                <c:pt idx="6616">
                  <c:v>81.4</c:v>
                </c:pt>
                <c:pt idx="6617">
                  <c:v>81.5</c:v>
                </c:pt>
                <c:pt idx="6618">
                  <c:v>81.4</c:v>
                </c:pt>
                <c:pt idx="6619">
                  <c:v>81.3</c:v>
                </c:pt>
                <c:pt idx="6620">
                  <c:v>81.3</c:v>
                </c:pt>
                <c:pt idx="6621">
                  <c:v>81.4</c:v>
                </c:pt>
                <c:pt idx="6622">
                  <c:v>81.5</c:v>
                </c:pt>
                <c:pt idx="6623">
                  <c:v>81.5</c:v>
                </c:pt>
                <c:pt idx="6624">
                  <c:v>81.3</c:v>
                </c:pt>
                <c:pt idx="6625">
                  <c:v>81.2</c:v>
                </c:pt>
                <c:pt idx="6626">
                  <c:v>81.1</c:v>
                </c:pt>
                <c:pt idx="6627">
                  <c:v>81.1</c:v>
                </c:pt>
                <c:pt idx="6628">
                  <c:v>81.1</c:v>
                </c:pt>
                <c:pt idx="6629">
                  <c:v>81.1</c:v>
                </c:pt>
                <c:pt idx="6630">
                  <c:v>81</c:v>
                </c:pt>
                <c:pt idx="6631">
                  <c:v>81</c:v>
                </c:pt>
                <c:pt idx="6632">
                  <c:v>81</c:v>
                </c:pt>
                <c:pt idx="6633">
                  <c:v>81.1</c:v>
                </c:pt>
                <c:pt idx="6634">
                  <c:v>81</c:v>
                </c:pt>
                <c:pt idx="6635">
                  <c:v>80.9</c:v>
                </c:pt>
                <c:pt idx="6636">
                  <c:v>80.9</c:v>
                </c:pt>
                <c:pt idx="6637">
                  <c:v>80.8</c:v>
                </c:pt>
                <c:pt idx="6638">
                  <c:v>80.8</c:v>
                </c:pt>
                <c:pt idx="6639">
                  <c:v>80.9</c:v>
                </c:pt>
                <c:pt idx="6640">
                  <c:v>80.9</c:v>
                </c:pt>
                <c:pt idx="6641">
                  <c:v>80.9</c:v>
                </c:pt>
                <c:pt idx="6642">
                  <c:v>80.9</c:v>
                </c:pt>
                <c:pt idx="6643">
                  <c:v>80.9</c:v>
                </c:pt>
                <c:pt idx="6644">
                  <c:v>81</c:v>
                </c:pt>
                <c:pt idx="6645">
                  <c:v>80.9</c:v>
                </c:pt>
                <c:pt idx="6646">
                  <c:v>80.8</c:v>
                </c:pt>
                <c:pt idx="6647">
                  <c:v>80.8</c:v>
                </c:pt>
                <c:pt idx="6648">
                  <c:v>80.8</c:v>
                </c:pt>
                <c:pt idx="6649">
                  <c:v>80.7</c:v>
                </c:pt>
                <c:pt idx="6650">
                  <c:v>80.7</c:v>
                </c:pt>
                <c:pt idx="6651">
                  <c:v>80.8</c:v>
                </c:pt>
                <c:pt idx="6652">
                  <c:v>80.7</c:v>
                </c:pt>
                <c:pt idx="6653">
                  <c:v>80.7</c:v>
                </c:pt>
                <c:pt idx="6654">
                  <c:v>80.7</c:v>
                </c:pt>
                <c:pt idx="6655">
                  <c:v>80.6</c:v>
                </c:pt>
                <c:pt idx="6656">
                  <c:v>80.7</c:v>
                </c:pt>
                <c:pt idx="6657">
                  <c:v>80.7</c:v>
                </c:pt>
                <c:pt idx="6658">
                  <c:v>80.7</c:v>
                </c:pt>
                <c:pt idx="6659">
                  <c:v>80.6</c:v>
                </c:pt>
                <c:pt idx="6660">
                  <c:v>80.6</c:v>
                </c:pt>
                <c:pt idx="6661">
                  <c:v>80.6</c:v>
                </c:pt>
                <c:pt idx="6662">
                  <c:v>80.8</c:v>
                </c:pt>
                <c:pt idx="6663">
                  <c:v>80.7</c:v>
                </c:pt>
                <c:pt idx="6664">
                  <c:v>80.6</c:v>
                </c:pt>
                <c:pt idx="6665">
                  <c:v>80.7</c:v>
                </c:pt>
                <c:pt idx="6666">
                  <c:v>80.7</c:v>
                </c:pt>
                <c:pt idx="6667">
                  <c:v>80.6</c:v>
                </c:pt>
                <c:pt idx="6668">
                  <c:v>80.6</c:v>
                </c:pt>
                <c:pt idx="6669">
                  <c:v>80.5</c:v>
                </c:pt>
                <c:pt idx="6670">
                  <c:v>80.7</c:v>
                </c:pt>
                <c:pt idx="6671">
                  <c:v>80.6</c:v>
                </c:pt>
                <c:pt idx="6672">
                  <c:v>80.6</c:v>
                </c:pt>
                <c:pt idx="6673">
                  <c:v>80.6</c:v>
                </c:pt>
                <c:pt idx="6674">
                  <c:v>80.7</c:v>
                </c:pt>
                <c:pt idx="6675">
                  <c:v>80.6</c:v>
                </c:pt>
                <c:pt idx="6676">
                  <c:v>80.7</c:v>
                </c:pt>
                <c:pt idx="6677">
                  <c:v>80.6</c:v>
                </c:pt>
                <c:pt idx="6678">
                  <c:v>80.5</c:v>
                </c:pt>
                <c:pt idx="6679">
                  <c:v>80.6</c:v>
                </c:pt>
                <c:pt idx="6680">
                  <c:v>80.6</c:v>
                </c:pt>
                <c:pt idx="6681">
                  <c:v>80.5</c:v>
                </c:pt>
                <c:pt idx="6682">
                  <c:v>80.5</c:v>
                </c:pt>
                <c:pt idx="6683">
                  <c:v>80.4</c:v>
                </c:pt>
                <c:pt idx="6684">
                  <c:v>80.5</c:v>
                </c:pt>
                <c:pt idx="6685">
                  <c:v>80.6</c:v>
                </c:pt>
                <c:pt idx="6686">
                  <c:v>80.6</c:v>
                </c:pt>
                <c:pt idx="6687">
                  <c:v>80.6</c:v>
                </c:pt>
                <c:pt idx="6688">
                  <c:v>80.6</c:v>
                </c:pt>
                <c:pt idx="6689">
                  <c:v>80.5</c:v>
                </c:pt>
                <c:pt idx="6690">
                  <c:v>80.5</c:v>
                </c:pt>
                <c:pt idx="6691">
                  <c:v>80.5</c:v>
                </c:pt>
                <c:pt idx="6692">
                  <c:v>80.5</c:v>
                </c:pt>
                <c:pt idx="6693">
                  <c:v>80.5</c:v>
                </c:pt>
                <c:pt idx="6694">
                  <c:v>80.4</c:v>
                </c:pt>
                <c:pt idx="6695">
                  <c:v>80.4</c:v>
                </c:pt>
                <c:pt idx="6696">
                  <c:v>80.5</c:v>
                </c:pt>
                <c:pt idx="6697">
                  <c:v>80.5</c:v>
                </c:pt>
                <c:pt idx="6698">
                  <c:v>80.5</c:v>
                </c:pt>
                <c:pt idx="6699">
                  <c:v>80.5</c:v>
                </c:pt>
                <c:pt idx="6700">
                  <c:v>80.5</c:v>
                </c:pt>
                <c:pt idx="6701">
                  <c:v>80.4</c:v>
                </c:pt>
                <c:pt idx="6702">
                  <c:v>80.5</c:v>
                </c:pt>
                <c:pt idx="6703">
                  <c:v>80.6</c:v>
                </c:pt>
                <c:pt idx="6704">
                  <c:v>80.6</c:v>
                </c:pt>
                <c:pt idx="6705">
                  <c:v>80.6</c:v>
                </c:pt>
                <c:pt idx="6706">
                  <c:v>80.5</c:v>
                </c:pt>
                <c:pt idx="6707">
                  <c:v>80.5</c:v>
                </c:pt>
                <c:pt idx="6708">
                  <c:v>80.6</c:v>
                </c:pt>
                <c:pt idx="6709">
                  <c:v>80.4</c:v>
                </c:pt>
                <c:pt idx="6710">
                  <c:v>80.5</c:v>
                </c:pt>
                <c:pt idx="6711">
                  <c:v>80.5</c:v>
                </c:pt>
                <c:pt idx="6712">
                  <c:v>80.5</c:v>
                </c:pt>
                <c:pt idx="6713">
                  <c:v>80.5</c:v>
                </c:pt>
                <c:pt idx="6714">
                  <c:v>80.5</c:v>
                </c:pt>
                <c:pt idx="6715">
                  <c:v>80.4</c:v>
                </c:pt>
                <c:pt idx="6716">
                  <c:v>80.5</c:v>
                </c:pt>
                <c:pt idx="6717">
                  <c:v>80.4</c:v>
                </c:pt>
                <c:pt idx="6718">
                  <c:v>80.4</c:v>
                </c:pt>
                <c:pt idx="6719">
                  <c:v>80.4</c:v>
                </c:pt>
                <c:pt idx="6720">
                  <c:v>80.4</c:v>
                </c:pt>
                <c:pt idx="6721">
                  <c:v>80.3</c:v>
                </c:pt>
                <c:pt idx="6722">
                  <c:v>80.5</c:v>
                </c:pt>
                <c:pt idx="6723">
                  <c:v>80.5</c:v>
                </c:pt>
                <c:pt idx="6724">
                  <c:v>80.3</c:v>
                </c:pt>
                <c:pt idx="6725">
                  <c:v>80.4</c:v>
                </c:pt>
                <c:pt idx="6726">
                  <c:v>80.5</c:v>
                </c:pt>
                <c:pt idx="6727">
                  <c:v>80.4</c:v>
                </c:pt>
                <c:pt idx="6728">
                  <c:v>80.5</c:v>
                </c:pt>
                <c:pt idx="6729">
                  <c:v>80.5</c:v>
                </c:pt>
                <c:pt idx="6730">
                  <c:v>80.5</c:v>
                </c:pt>
                <c:pt idx="6731">
                  <c:v>80.5</c:v>
                </c:pt>
                <c:pt idx="6732">
                  <c:v>80.5</c:v>
                </c:pt>
                <c:pt idx="6733">
                  <c:v>80.5</c:v>
                </c:pt>
                <c:pt idx="6734">
                  <c:v>80.5</c:v>
                </c:pt>
                <c:pt idx="6735">
                  <c:v>80.4</c:v>
                </c:pt>
                <c:pt idx="6736">
                  <c:v>80.5</c:v>
                </c:pt>
                <c:pt idx="6737">
                  <c:v>80.6</c:v>
                </c:pt>
                <c:pt idx="6738">
                  <c:v>80.5</c:v>
                </c:pt>
                <c:pt idx="6739">
                  <c:v>80.5</c:v>
                </c:pt>
                <c:pt idx="6740">
                  <c:v>80.5</c:v>
                </c:pt>
                <c:pt idx="6741">
                  <c:v>80.6</c:v>
                </c:pt>
                <c:pt idx="6742">
                  <c:v>80.6</c:v>
                </c:pt>
                <c:pt idx="6743">
                  <c:v>80.5</c:v>
                </c:pt>
                <c:pt idx="6744">
                  <c:v>80.6</c:v>
                </c:pt>
                <c:pt idx="6745">
                  <c:v>80.4</c:v>
                </c:pt>
                <c:pt idx="6746">
                  <c:v>80.5</c:v>
                </c:pt>
                <c:pt idx="6747">
                  <c:v>80.4</c:v>
                </c:pt>
                <c:pt idx="6748">
                  <c:v>80.5</c:v>
                </c:pt>
                <c:pt idx="6749">
                  <c:v>80.5</c:v>
                </c:pt>
                <c:pt idx="6750">
                  <c:v>80.5</c:v>
                </c:pt>
                <c:pt idx="6751">
                  <c:v>80.3</c:v>
                </c:pt>
                <c:pt idx="6752">
                  <c:v>80.4</c:v>
                </c:pt>
                <c:pt idx="6753">
                  <c:v>80.4</c:v>
                </c:pt>
                <c:pt idx="6754">
                  <c:v>80.5</c:v>
                </c:pt>
                <c:pt idx="6755">
                  <c:v>80.4</c:v>
                </c:pt>
                <c:pt idx="6756">
                  <c:v>80.5</c:v>
                </c:pt>
                <c:pt idx="6757">
                  <c:v>80.5</c:v>
                </c:pt>
                <c:pt idx="6758">
                  <c:v>80.6</c:v>
                </c:pt>
                <c:pt idx="6759">
                  <c:v>80.6</c:v>
                </c:pt>
                <c:pt idx="6760">
                  <c:v>80.5</c:v>
                </c:pt>
                <c:pt idx="6761">
                  <c:v>80.4</c:v>
                </c:pt>
                <c:pt idx="6762">
                  <c:v>80.5</c:v>
                </c:pt>
                <c:pt idx="6763">
                  <c:v>80.4</c:v>
                </c:pt>
                <c:pt idx="6764">
                  <c:v>80.4</c:v>
                </c:pt>
                <c:pt idx="6765">
                  <c:v>80.5</c:v>
                </c:pt>
                <c:pt idx="6766">
                  <c:v>80.5</c:v>
                </c:pt>
                <c:pt idx="6767">
                  <c:v>80.6</c:v>
                </c:pt>
                <c:pt idx="6768">
                  <c:v>80.6</c:v>
                </c:pt>
                <c:pt idx="6769">
                  <c:v>80.5</c:v>
                </c:pt>
                <c:pt idx="6770">
                  <c:v>80.4</c:v>
                </c:pt>
                <c:pt idx="6771">
                  <c:v>80.5</c:v>
                </c:pt>
                <c:pt idx="6772">
                  <c:v>80.6</c:v>
                </c:pt>
                <c:pt idx="6773">
                  <c:v>80.6</c:v>
                </c:pt>
                <c:pt idx="6774">
                  <c:v>80.5</c:v>
                </c:pt>
                <c:pt idx="6775">
                  <c:v>80.7</c:v>
                </c:pt>
                <c:pt idx="6776">
                  <c:v>80.6</c:v>
                </c:pt>
                <c:pt idx="6777">
                  <c:v>80.6</c:v>
                </c:pt>
                <c:pt idx="6778">
                  <c:v>80.6</c:v>
                </c:pt>
                <c:pt idx="6779">
                  <c:v>80.6</c:v>
                </c:pt>
                <c:pt idx="6780">
                  <c:v>80.6</c:v>
                </c:pt>
                <c:pt idx="6781">
                  <c:v>80.5</c:v>
                </c:pt>
                <c:pt idx="6782">
                  <c:v>80.4</c:v>
                </c:pt>
                <c:pt idx="6783">
                  <c:v>80.6</c:v>
                </c:pt>
                <c:pt idx="6784">
                  <c:v>80.7</c:v>
                </c:pt>
                <c:pt idx="6785">
                  <c:v>80.6</c:v>
                </c:pt>
                <c:pt idx="6786">
                  <c:v>80.6</c:v>
                </c:pt>
                <c:pt idx="6787">
                  <c:v>80.6</c:v>
                </c:pt>
                <c:pt idx="6788">
                  <c:v>80.6</c:v>
                </c:pt>
                <c:pt idx="6789">
                  <c:v>80.6</c:v>
                </c:pt>
                <c:pt idx="6790">
                  <c:v>80.6</c:v>
                </c:pt>
                <c:pt idx="6791">
                  <c:v>80.6</c:v>
                </c:pt>
                <c:pt idx="6792">
                  <c:v>80.5</c:v>
                </c:pt>
                <c:pt idx="6793">
                  <c:v>80.6</c:v>
                </c:pt>
                <c:pt idx="6794">
                  <c:v>80.5</c:v>
                </c:pt>
                <c:pt idx="6795">
                  <c:v>80.6</c:v>
                </c:pt>
                <c:pt idx="6796">
                  <c:v>80.7</c:v>
                </c:pt>
                <c:pt idx="6797">
                  <c:v>80.6</c:v>
                </c:pt>
                <c:pt idx="6798">
                  <c:v>80.6</c:v>
                </c:pt>
                <c:pt idx="6799">
                  <c:v>80.6</c:v>
                </c:pt>
                <c:pt idx="6800">
                  <c:v>80.6</c:v>
                </c:pt>
                <c:pt idx="6801">
                  <c:v>80.5</c:v>
                </c:pt>
                <c:pt idx="6802">
                  <c:v>80.6</c:v>
                </c:pt>
                <c:pt idx="6803">
                  <c:v>80.6</c:v>
                </c:pt>
                <c:pt idx="6804">
                  <c:v>80.7</c:v>
                </c:pt>
                <c:pt idx="6805">
                  <c:v>80.6</c:v>
                </c:pt>
                <c:pt idx="6806">
                  <c:v>80.6</c:v>
                </c:pt>
                <c:pt idx="6807">
                  <c:v>80.6</c:v>
                </c:pt>
                <c:pt idx="6808">
                  <c:v>80.7</c:v>
                </c:pt>
                <c:pt idx="6809">
                  <c:v>80.7</c:v>
                </c:pt>
                <c:pt idx="6810">
                  <c:v>80.6</c:v>
                </c:pt>
                <c:pt idx="6811">
                  <c:v>80.5</c:v>
                </c:pt>
                <c:pt idx="6812">
                  <c:v>80.5</c:v>
                </c:pt>
                <c:pt idx="6813">
                  <c:v>80.5</c:v>
                </c:pt>
                <c:pt idx="6814">
                  <c:v>80.6</c:v>
                </c:pt>
                <c:pt idx="6815">
                  <c:v>80.6</c:v>
                </c:pt>
                <c:pt idx="6816">
                  <c:v>80.7</c:v>
                </c:pt>
                <c:pt idx="6817">
                  <c:v>80.6</c:v>
                </c:pt>
                <c:pt idx="6818">
                  <c:v>80.5</c:v>
                </c:pt>
                <c:pt idx="6819">
                  <c:v>80.6</c:v>
                </c:pt>
                <c:pt idx="6820">
                  <c:v>80.7</c:v>
                </c:pt>
                <c:pt idx="6821">
                  <c:v>80.6</c:v>
                </c:pt>
                <c:pt idx="6822">
                  <c:v>80.4</c:v>
                </c:pt>
                <c:pt idx="6823">
                  <c:v>80.6</c:v>
                </c:pt>
                <c:pt idx="6824">
                  <c:v>80.5</c:v>
                </c:pt>
                <c:pt idx="6825">
                  <c:v>80.7</c:v>
                </c:pt>
                <c:pt idx="6826">
                  <c:v>80.6</c:v>
                </c:pt>
                <c:pt idx="6827">
                  <c:v>80.6</c:v>
                </c:pt>
                <c:pt idx="6828">
                  <c:v>80.5</c:v>
                </c:pt>
                <c:pt idx="6829">
                  <c:v>80.6</c:v>
                </c:pt>
                <c:pt idx="6830">
                  <c:v>80.6</c:v>
                </c:pt>
                <c:pt idx="6831">
                  <c:v>80.6</c:v>
                </c:pt>
                <c:pt idx="6832">
                  <c:v>80.6</c:v>
                </c:pt>
                <c:pt idx="6833">
                  <c:v>80.5</c:v>
                </c:pt>
                <c:pt idx="6834">
                  <c:v>80.6</c:v>
                </c:pt>
                <c:pt idx="6835">
                  <c:v>80.5</c:v>
                </c:pt>
                <c:pt idx="6836">
                  <c:v>80.6</c:v>
                </c:pt>
                <c:pt idx="6837">
                  <c:v>80.6</c:v>
                </c:pt>
                <c:pt idx="6838">
                  <c:v>80.6</c:v>
                </c:pt>
                <c:pt idx="6839">
                  <c:v>80.5</c:v>
                </c:pt>
                <c:pt idx="6840">
                  <c:v>80.4</c:v>
                </c:pt>
                <c:pt idx="6841">
                  <c:v>80.3</c:v>
                </c:pt>
                <c:pt idx="6842">
                  <c:v>80.3</c:v>
                </c:pt>
                <c:pt idx="6843">
                  <c:v>80.4</c:v>
                </c:pt>
                <c:pt idx="6844">
                  <c:v>80.5</c:v>
                </c:pt>
                <c:pt idx="6845">
                  <c:v>80.5</c:v>
                </c:pt>
                <c:pt idx="6846">
                  <c:v>80.6</c:v>
                </c:pt>
                <c:pt idx="6847">
                  <c:v>80.5</c:v>
                </c:pt>
                <c:pt idx="6848">
                  <c:v>80.5</c:v>
                </c:pt>
                <c:pt idx="6849">
                  <c:v>80.7</c:v>
                </c:pt>
                <c:pt idx="6850">
                  <c:v>80.6</c:v>
                </c:pt>
                <c:pt idx="6851">
                  <c:v>80.7</c:v>
                </c:pt>
                <c:pt idx="6852">
                  <c:v>80.5</c:v>
                </c:pt>
                <c:pt idx="6853">
                  <c:v>80.4</c:v>
                </c:pt>
                <c:pt idx="6854">
                  <c:v>80.4</c:v>
                </c:pt>
                <c:pt idx="6855">
                  <c:v>80.5</c:v>
                </c:pt>
                <c:pt idx="6856">
                  <c:v>80.5</c:v>
                </c:pt>
                <c:pt idx="6857">
                  <c:v>80.5</c:v>
                </c:pt>
                <c:pt idx="6858">
                  <c:v>80.5</c:v>
                </c:pt>
                <c:pt idx="6859">
                  <c:v>80.5</c:v>
                </c:pt>
                <c:pt idx="6860">
                  <c:v>80.5</c:v>
                </c:pt>
                <c:pt idx="6861">
                  <c:v>80.4</c:v>
                </c:pt>
                <c:pt idx="6862">
                  <c:v>80.5</c:v>
                </c:pt>
                <c:pt idx="6863">
                  <c:v>80.4</c:v>
                </c:pt>
                <c:pt idx="6864">
                  <c:v>80.4</c:v>
                </c:pt>
                <c:pt idx="6865">
                  <c:v>80.5</c:v>
                </c:pt>
                <c:pt idx="6866">
                  <c:v>80.5</c:v>
                </c:pt>
                <c:pt idx="6867">
                  <c:v>80.6</c:v>
                </c:pt>
                <c:pt idx="6868">
                  <c:v>80.5</c:v>
                </c:pt>
                <c:pt idx="6869">
                  <c:v>80.6</c:v>
                </c:pt>
                <c:pt idx="6870">
                  <c:v>80.6</c:v>
                </c:pt>
                <c:pt idx="6871">
                  <c:v>80.6</c:v>
                </c:pt>
                <c:pt idx="6872">
                  <c:v>80.5</c:v>
                </c:pt>
                <c:pt idx="6873">
                  <c:v>80.3</c:v>
                </c:pt>
                <c:pt idx="6874">
                  <c:v>80.5</c:v>
                </c:pt>
                <c:pt idx="6875">
                  <c:v>80.5</c:v>
                </c:pt>
                <c:pt idx="6876">
                  <c:v>80.5</c:v>
                </c:pt>
                <c:pt idx="6877">
                  <c:v>80.6</c:v>
                </c:pt>
                <c:pt idx="6878">
                  <c:v>80.6</c:v>
                </c:pt>
                <c:pt idx="6879">
                  <c:v>80.5</c:v>
                </c:pt>
                <c:pt idx="6880">
                  <c:v>80.6</c:v>
                </c:pt>
                <c:pt idx="6881">
                  <c:v>80.6</c:v>
                </c:pt>
                <c:pt idx="6882">
                  <c:v>80.6</c:v>
                </c:pt>
                <c:pt idx="6883">
                  <c:v>80.5</c:v>
                </c:pt>
                <c:pt idx="6884">
                  <c:v>80.5</c:v>
                </c:pt>
                <c:pt idx="6885">
                  <c:v>80.5</c:v>
                </c:pt>
                <c:pt idx="6886">
                  <c:v>80.5</c:v>
                </c:pt>
                <c:pt idx="6887">
                  <c:v>80.5</c:v>
                </c:pt>
                <c:pt idx="6888">
                  <c:v>80.5</c:v>
                </c:pt>
                <c:pt idx="6889">
                  <c:v>80.6</c:v>
                </c:pt>
                <c:pt idx="6890">
                  <c:v>80.5</c:v>
                </c:pt>
                <c:pt idx="6891">
                  <c:v>80.5</c:v>
                </c:pt>
                <c:pt idx="6892">
                  <c:v>80.6</c:v>
                </c:pt>
                <c:pt idx="6893">
                  <c:v>80.6</c:v>
                </c:pt>
                <c:pt idx="6894">
                  <c:v>80.6</c:v>
                </c:pt>
                <c:pt idx="6895">
                  <c:v>80.5</c:v>
                </c:pt>
                <c:pt idx="6896">
                  <c:v>80.5</c:v>
                </c:pt>
                <c:pt idx="6897">
                  <c:v>80.5</c:v>
                </c:pt>
                <c:pt idx="6898">
                  <c:v>80.6</c:v>
                </c:pt>
                <c:pt idx="6899">
                  <c:v>80.7</c:v>
                </c:pt>
                <c:pt idx="6900">
                  <c:v>80.7</c:v>
                </c:pt>
                <c:pt idx="6901">
                  <c:v>80.7</c:v>
                </c:pt>
                <c:pt idx="6902">
                  <c:v>80.7</c:v>
                </c:pt>
                <c:pt idx="6903">
                  <c:v>80.7</c:v>
                </c:pt>
                <c:pt idx="6904">
                  <c:v>80.6</c:v>
                </c:pt>
                <c:pt idx="6905">
                  <c:v>80.6</c:v>
                </c:pt>
                <c:pt idx="6906">
                  <c:v>80.6</c:v>
                </c:pt>
                <c:pt idx="6907">
                  <c:v>80.5</c:v>
                </c:pt>
                <c:pt idx="6908">
                  <c:v>80.6</c:v>
                </c:pt>
                <c:pt idx="6909">
                  <c:v>80.6</c:v>
                </c:pt>
                <c:pt idx="6910">
                  <c:v>80.5</c:v>
                </c:pt>
                <c:pt idx="6911">
                  <c:v>80.6</c:v>
                </c:pt>
                <c:pt idx="6912">
                  <c:v>80.6</c:v>
                </c:pt>
                <c:pt idx="6913">
                  <c:v>80.7</c:v>
                </c:pt>
                <c:pt idx="6914">
                  <c:v>80.6</c:v>
                </c:pt>
                <c:pt idx="6915">
                  <c:v>80.6</c:v>
                </c:pt>
                <c:pt idx="6916">
                  <c:v>80.5</c:v>
                </c:pt>
                <c:pt idx="6917">
                  <c:v>80.6</c:v>
                </c:pt>
                <c:pt idx="6918">
                  <c:v>80.7</c:v>
                </c:pt>
                <c:pt idx="6919">
                  <c:v>80.6</c:v>
                </c:pt>
                <c:pt idx="6920">
                  <c:v>80.6</c:v>
                </c:pt>
                <c:pt idx="6921">
                  <c:v>80.8</c:v>
                </c:pt>
                <c:pt idx="6922">
                  <c:v>80.7</c:v>
                </c:pt>
                <c:pt idx="6923">
                  <c:v>80.7</c:v>
                </c:pt>
                <c:pt idx="6924">
                  <c:v>80.6</c:v>
                </c:pt>
                <c:pt idx="6925">
                  <c:v>80.6</c:v>
                </c:pt>
                <c:pt idx="6926">
                  <c:v>80.6</c:v>
                </c:pt>
                <c:pt idx="6927">
                  <c:v>80.6</c:v>
                </c:pt>
                <c:pt idx="6928">
                  <c:v>80.6</c:v>
                </c:pt>
                <c:pt idx="6929">
                  <c:v>80.7</c:v>
                </c:pt>
                <c:pt idx="6930">
                  <c:v>80.7</c:v>
                </c:pt>
                <c:pt idx="6931">
                  <c:v>80.7</c:v>
                </c:pt>
                <c:pt idx="6932">
                  <c:v>80.7</c:v>
                </c:pt>
                <c:pt idx="6933">
                  <c:v>80.7</c:v>
                </c:pt>
                <c:pt idx="6934">
                  <c:v>80.7</c:v>
                </c:pt>
                <c:pt idx="6935">
                  <c:v>80.7</c:v>
                </c:pt>
                <c:pt idx="6936">
                  <c:v>80.6</c:v>
                </c:pt>
                <c:pt idx="6937">
                  <c:v>80.7</c:v>
                </c:pt>
                <c:pt idx="6938">
                  <c:v>80.7</c:v>
                </c:pt>
                <c:pt idx="6939">
                  <c:v>80.8</c:v>
                </c:pt>
                <c:pt idx="6940">
                  <c:v>80.9</c:v>
                </c:pt>
                <c:pt idx="6941">
                  <c:v>80.8</c:v>
                </c:pt>
                <c:pt idx="6942">
                  <c:v>80.8</c:v>
                </c:pt>
                <c:pt idx="6943">
                  <c:v>80.9</c:v>
                </c:pt>
                <c:pt idx="6944">
                  <c:v>80.8</c:v>
                </c:pt>
                <c:pt idx="6945">
                  <c:v>80.8</c:v>
                </c:pt>
                <c:pt idx="6946">
                  <c:v>80.8</c:v>
                </c:pt>
                <c:pt idx="6947">
                  <c:v>80.7</c:v>
                </c:pt>
                <c:pt idx="6948">
                  <c:v>80.7</c:v>
                </c:pt>
                <c:pt idx="6949">
                  <c:v>80.8</c:v>
                </c:pt>
                <c:pt idx="6950">
                  <c:v>80.7</c:v>
                </c:pt>
                <c:pt idx="6951">
                  <c:v>80.7</c:v>
                </c:pt>
                <c:pt idx="6952">
                  <c:v>80.8</c:v>
                </c:pt>
                <c:pt idx="6953">
                  <c:v>80.6</c:v>
                </c:pt>
                <c:pt idx="6954">
                  <c:v>80.7</c:v>
                </c:pt>
                <c:pt idx="6955">
                  <c:v>80.7</c:v>
                </c:pt>
                <c:pt idx="6956">
                  <c:v>80.7</c:v>
                </c:pt>
                <c:pt idx="6957">
                  <c:v>80.7</c:v>
                </c:pt>
                <c:pt idx="6958">
                  <c:v>80.7</c:v>
                </c:pt>
                <c:pt idx="6959">
                  <c:v>80.7</c:v>
                </c:pt>
                <c:pt idx="6960">
                  <c:v>80.8</c:v>
                </c:pt>
                <c:pt idx="6961">
                  <c:v>80.8</c:v>
                </c:pt>
                <c:pt idx="6962">
                  <c:v>80.9</c:v>
                </c:pt>
                <c:pt idx="6963">
                  <c:v>80.9</c:v>
                </c:pt>
                <c:pt idx="6964">
                  <c:v>80.8</c:v>
                </c:pt>
                <c:pt idx="6965">
                  <c:v>80.8</c:v>
                </c:pt>
                <c:pt idx="6966">
                  <c:v>80.7</c:v>
                </c:pt>
                <c:pt idx="6967">
                  <c:v>80.8</c:v>
                </c:pt>
                <c:pt idx="6968">
                  <c:v>80.7</c:v>
                </c:pt>
                <c:pt idx="6969">
                  <c:v>80.8</c:v>
                </c:pt>
                <c:pt idx="6970">
                  <c:v>80.8</c:v>
                </c:pt>
                <c:pt idx="6971">
                  <c:v>80.8</c:v>
                </c:pt>
                <c:pt idx="6972">
                  <c:v>80.8</c:v>
                </c:pt>
                <c:pt idx="6973">
                  <c:v>80.9</c:v>
                </c:pt>
                <c:pt idx="6974">
                  <c:v>80.8</c:v>
                </c:pt>
                <c:pt idx="6975">
                  <c:v>80.8</c:v>
                </c:pt>
                <c:pt idx="6976">
                  <c:v>80.8</c:v>
                </c:pt>
                <c:pt idx="6977">
                  <c:v>80.8</c:v>
                </c:pt>
                <c:pt idx="6978">
                  <c:v>80.9</c:v>
                </c:pt>
                <c:pt idx="6979">
                  <c:v>80.9</c:v>
                </c:pt>
                <c:pt idx="6980">
                  <c:v>80.9</c:v>
                </c:pt>
                <c:pt idx="6981">
                  <c:v>80.9</c:v>
                </c:pt>
                <c:pt idx="6982">
                  <c:v>81.1</c:v>
                </c:pt>
                <c:pt idx="6983">
                  <c:v>80.9</c:v>
                </c:pt>
                <c:pt idx="6984">
                  <c:v>80.8</c:v>
                </c:pt>
                <c:pt idx="6985">
                  <c:v>80.7</c:v>
                </c:pt>
                <c:pt idx="6986">
                  <c:v>80.8</c:v>
                </c:pt>
                <c:pt idx="6987">
                  <c:v>80.7</c:v>
                </c:pt>
                <c:pt idx="6988">
                  <c:v>80.8</c:v>
                </c:pt>
                <c:pt idx="6989">
                  <c:v>80.7</c:v>
                </c:pt>
                <c:pt idx="6990">
                  <c:v>80.7</c:v>
                </c:pt>
                <c:pt idx="6991">
                  <c:v>80.7</c:v>
                </c:pt>
                <c:pt idx="6992">
                  <c:v>80.8</c:v>
                </c:pt>
                <c:pt idx="6993">
                  <c:v>80.9</c:v>
                </c:pt>
                <c:pt idx="6994">
                  <c:v>80.9</c:v>
                </c:pt>
                <c:pt idx="6995">
                  <c:v>80.7</c:v>
                </c:pt>
                <c:pt idx="6996">
                  <c:v>80.7</c:v>
                </c:pt>
                <c:pt idx="6997">
                  <c:v>80.8</c:v>
                </c:pt>
                <c:pt idx="6998">
                  <c:v>80.8</c:v>
                </c:pt>
                <c:pt idx="6999">
                  <c:v>80.8</c:v>
                </c:pt>
                <c:pt idx="7000">
                  <c:v>80.8</c:v>
                </c:pt>
                <c:pt idx="7001">
                  <c:v>80.9</c:v>
                </c:pt>
                <c:pt idx="7002">
                  <c:v>80.9</c:v>
                </c:pt>
                <c:pt idx="7003">
                  <c:v>81</c:v>
                </c:pt>
                <c:pt idx="7004">
                  <c:v>81</c:v>
                </c:pt>
                <c:pt idx="7005">
                  <c:v>81</c:v>
                </c:pt>
                <c:pt idx="7006">
                  <c:v>80.9</c:v>
                </c:pt>
                <c:pt idx="7007">
                  <c:v>80.8</c:v>
                </c:pt>
                <c:pt idx="7008">
                  <c:v>80.7</c:v>
                </c:pt>
                <c:pt idx="7009">
                  <c:v>80.7</c:v>
                </c:pt>
                <c:pt idx="7010">
                  <c:v>80.7</c:v>
                </c:pt>
                <c:pt idx="7011">
                  <c:v>80.6</c:v>
                </c:pt>
                <c:pt idx="7012">
                  <c:v>80.7</c:v>
                </c:pt>
                <c:pt idx="7013">
                  <c:v>80.7</c:v>
                </c:pt>
                <c:pt idx="7014">
                  <c:v>80.9</c:v>
                </c:pt>
                <c:pt idx="7015">
                  <c:v>80.9</c:v>
                </c:pt>
                <c:pt idx="7016">
                  <c:v>80.8</c:v>
                </c:pt>
                <c:pt idx="7017">
                  <c:v>80.8</c:v>
                </c:pt>
                <c:pt idx="7018">
                  <c:v>80.8</c:v>
                </c:pt>
                <c:pt idx="7019">
                  <c:v>80.9</c:v>
                </c:pt>
                <c:pt idx="7020">
                  <c:v>80.9</c:v>
                </c:pt>
                <c:pt idx="7021">
                  <c:v>80.9</c:v>
                </c:pt>
                <c:pt idx="7022">
                  <c:v>80.8</c:v>
                </c:pt>
                <c:pt idx="7023">
                  <c:v>81</c:v>
                </c:pt>
                <c:pt idx="7024">
                  <c:v>80.8</c:v>
                </c:pt>
                <c:pt idx="7025">
                  <c:v>80.9</c:v>
                </c:pt>
                <c:pt idx="7026">
                  <c:v>80.9</c:v>
                </c:pt>
                <c:pt idx="7027">
                  <c:v>81</c:v>
                </c:pt>
                <c:pt idx="7028">
                  <c:v>80.9</c:v>
                </c:pt>
                <c:pt idx="7029">
                  <c:v>80.9</c:v>
                </c:pt>
                <c:pt idx="7030">
                  <c:v>80.8</c:v>
                </c:pt>
                <c:pt idx="7031">
                  <c:v>80.8</c:v>
                </c:pt>
                <c:pt idx="7032">
                  <c:v>80.9</c:v>
                </c:pt>
                <c:pt idx="7033">
                  <c:v>81</c:v>
                </c:pt>
                <c:pt idx="7034">
                  <c:v>81</c:v>
                </c:pt>
                <c:pt idx="7035">
                  <c:v>81</c:v>
                </c:pt>
                <c:pt idx="7036">
                  <c:v>81</c:v>
                </c:pt>
                <c:pt idx="7037">
                  <c:v>81</c:v>
                </c:pt>
                <c:pt idx="7038">
                  <c:v>81.1</c:v>
                </c:pt>
                <c:pt idx="7039">
                  <c:v>80.9</c:v>
                </c:pt>
                <c:pt idx="7040">
                  <c:v>80.9</c:v>
                </c:pt>
                <c:pt idx="7041">
                  <c:v>80.8</c:v>
                </c:pt>
                <c:pt idx="7042">
                  <c:v>80.8</c:v>
                </c:pt>
                <c:pt idx="7043">
                  <c:v>80.9</c:v>
                </c:pt>
                <c:pt idx="7044">
                  <c:v>81</c:v>
                </c:pt>
                <c:pt idx="7045">
                  <c:v>80.9</c:v>
                </c:pt>
                <c:pt idx="7046">
                  <c:v>80.9</c:v>
                </c:pt>
                <c:pt idx="7047">
                  <c:v>80.9</c:v>
                </c:pt>
                <c:pt idx="7048">
                  <c:v>80.9</c:v>
                </c:pt>
                <c:pt idx="7049">
                  <c:v>80.9</c:v>
                </c:pt>
                <c:pt idx="7050">
                  <c:v>81</c:v>
                </c:pt>
                <c:pt idx="7051">
                  <c:v>80.8</c:v>
                </c:pt>
                <c:pt idx="7052">
                  <c:v>80.9</c:v>
                </c:pt>
                <c:pt idx="7053">
                  <c:v>80.9</c:v>
                </c:pt>
                <c:pt idx="7054">
                  <c:v>81</c:v>
                </c:pt>
                <c:pt idx="7055">
                  <c:v>80.9</c:v>
                </c:pt>
                <c:pt idx="7056">
                  <c:v>81</c:v>
                </c:pt>
                <c:pt idx="7057">
                  <c:v>80.9</c:v>
                </c:pt>
                <c:pt idx="7058">
                  <c:v>81</c:v>
                </c:pt>
                <c:pt idx="7059">
                  <c:v>81</c:v>
                </c:pt>
                <c:pt idx="7060">
                  <c:v>80.8</c:v>
                </c:pt>
                <c:pt idx="7061">
                  <c:v>80.9</c:v>
                </c:pt>
                <c:pt idx="7062">
                  <c:v>80.9</c:v>
                </c:pt>
                <c:pt idx="7063">
                  <c:v>80.8</c:v>
                </c:pt>
                <c:pt idx="7064">
                  <c:v>80.8</c:v>
                </c:pt>
                <c:pt idx="7065">
                  <c:v>80.8</c:v>
                </c:pt>
                <c:pt idx="7066">
                  <c:v>80.7</c:v>
                </c:pt>
                <c:pt idx="7067">
                  <c:v>80.8</c:v>
                </c:pt>
                <c:pt idx="7068">
                  <c:v>80.9</c:v>
                </c:pt>
                <c:pt idx="7069">
                  <c:v>80.8</c:v>
                </c:pt>
                <c:pt idx="7070">
                  <c:v>80.9</c:v>
                </c:pt>
                <c:pt idx="7071">
                  <c:v>80.8</c:v>
                </c:pt>
                <c:pt idx="7072">
                  <c:v>80.8</c:v>
                </c:pt>
                <c:pt idx="7073">
                  <c:v>80.9</c:v>
                </c:pt>
                <c:pt idx="7074">
                  <c:v>80.8</c:v>
                </c:pt>
                <c:pt idx="7075">
                  <c:v>80.9</c:v>
                </c:pt>
                <c:pt idx="7076">
                  <c:v>80.9</c:v>
                </c:pt>
                <c:pt idx="7077">
                  <c:v>81</c:v>
                </c:pt>
                <c:pt idx="7078">
                  <c:v>81</c:v>
                </c:pt>
                <c:pt idx="7079">
                  <c:v>81</c:v>
                </c:pt>
                <c:pt idx="7080">
                  <c:v>81</c:v>
                </c:pt>
                <c:pt idx="7081">
                  <c:v>81</c:v>
                </c:pt>
                <c:pt idx="7082">
                  <c:v>80.9</c:v>
                </c:pt>
                <c:pt idx="7083">
                  <c:v>80.9</c:v>
                </c:pt>
                <c:pt idx="7084">
                  <c:v>80.9</c:v>
                </c:pt>
                <c:pt idx="7085">
                  <c:v>80.9</c:v>
                </c:pt>
                <c:pt idx="7086">
                  <c:v>80.8</c:v>
                </c:pt>
                <c:pt idx="7087">
                  <c:v>80.9</c:v>
                </c:pt>
                <c:pt idx="7088">
                  <c:v>80.9</c:v>
                </c:pt>
                <c:pt idx="7089">
                  <c:v>80.9</c:v>
                </c:pt>
                <c:pt idx="7090">
                  <c:v>80.8</c:v>
                </c:pt>
                <c:pt idx="7091">
                  <c:v>80.9</c:v>
                </c:pt>
                <c:pt idx="7092">
                  <c:v>80.8</c:v>
                </c:pt>
                <c:pt idx="7093">
                  <c:v>80.9</c:v>
                </c:pt>
                <c:pt idx="7094">
                  <c:v>80.9</c:v>
                </c:pt>
                <c:pt idx="7095">
                  <c:v>81</c:v>
                </c:pt>
                <c:pt idx="7096">
                  <c:v>80.9</c:v>
                </c:pt>
                <c:pt idx="7097">
                  <c:v>81</c:v>
                </c:pt>
                <c:pt idx="7098">
                  <c:v>80.9</c:v>
                </c:pt>
                <c:pt idx="7099">
                  <c:v>81</c:v>
                </c:pt>
                <c:pt idx="7100">
                  <c:v>80.9</c:v>
                </c:pt>
                <c:pt idx="7101">
                  <c:v>80.8</c:v>
                </c:pt>
                <c:pt idx="7102">
                  <c:v>80.9</c:v>
                </c:pt>
                <c:pt idx="7103">
                  <c:v>80.8</c:v>
                </c:pt>
                <c:pt idx="7104">
                  <c:v>80.9</c:v>
                </c:pt>
                <c:pt idx="7105">
                  <c:v>80.9</c:v>
                </c:pt>
                <c:pt idx="7106">
                  <c:v>80.9</c:v>
                </c:pt>
                <c:pt idx="7107">
                  <c:v>81</c:v>
                </c:pt>
                <c:pt idx="7108">
                  <c:v>81</c:v>
                </c:pt>
                <c:pt idx="7109">
                  <c:v>81</c:v>
                </c:pt>
                <c:pt idx="7110">
                  <c:v>81.1</c:v>
                </c:pt>
                <c:pt idx="7111">
                  <c:v>81</c:v>
                </c:pt>
                <c:pt idx="7112">
                  <c:v>80.9</c:v>
                </c:pt>
                <c:pt idx="7113">
                  <c:v>81</c:v>
                </c:pt>
                <c:pt idx="7114">
                  <c:v>81</c:v>
                </c:pt>
                <c:pt idx="7115">
                  <c:v>80.8</c:v>
                </c:pt>
                <c:pt idx="7116">
                  <c:v>80.9</c:v>
                </c:pt>
                <c:pt idx="7117">
                  <c:v>81</c:v>
                </c:pt>
                <c:pt idx="7118">
                  <c:v>80.9</c:v>
                </c:pt>
                <c:pt idx="7119">
                  <c:v>80.9</c:v>
                </c:pt>
                <c:pt idx="7120">
                  <c:v>80.8</c:v>
                </c:pt>
                <c:pt idx="7121">
                  <c:v>80.7</c:v>
                </c:pt>
                <c:pt idx="7122">
                  <c:v>80.7</c:v>
                </c:pt>
                <c:pt idx="7123">
                  <c:v>80.7</c:v>
                </c:pt>
                <c:pt idx="7124">
                  <c:v>80.7</c:v>
                </c:pt>
                <c:pt idx="7125">
                  <c:v>80.8</c:v>
                </c:pt>
                <c:pt idx="7126">
                  <c:v>80.7</c:v>
                </c:pt>
                <c:pt idx="7127">
                  <c:v>80.8</c:v>
                </c:pt>
                <c:pt idx="7128">
                  <c:v>80.8</c:v>
                </c:pt>
                <c:pt idx="7129">
                  <c:v>80.7</c:v>
                </c:pt>
                <c:pt idx="7130">
                  <c:v>80.9</c:v>
                </c:pt>
                <c:pt idx="7131">
                  <c:v>80.9</c:v>
                </c:pt>
                <c:pt idx="7132">
                  <c:v>80.9</c:v>
                </c:pt>
                <c:pt idx="7133">
                  <c:v>80.7</c:v>
                </c:pt>
                <c:pt idx="7134">
                  <c:v>80.7</c:v>
                </c:pt>
                <c:pt idx="7135">
                  <c:v>80.8</c:v>
                </c:pt>
                <c:pt idx="7136">
                  <c:v>80.8</c:v>
                </c:pt>
                <c:pt idx="7137">
                  <c:v>80.6</c:v>
                </c:pt>
                <c:pt idx="7138">
                  <c:v>80.8</c:v>
                </c:pt>
                <c:pt idx="7139">
                  <c:v>80.7</c:v>
                </c:pt>
                <c:pt idx="7140">
                  <c:v>80.6</c:v>
                </c:pt>
                <c:pt idx="7141">
                  <c:v>80.8</c:v>
                </c:pt>
                <c:pt idx="7142">
                  <c:v>80.7</c:v>
                </c:pt>
                <c:pt idx="7143">
                  <c:v>80.7</c:v>
                </c:pt>
                <c:pt idx="7144">
                  <c:v>80.8</c:v>
                </c:pt>
                <c:pt idx="7145">
                  <c:v>80.8</c:v>
                </c:pt>
                <c:pt idx="7146">
                  <c:v>80.8</c:v>
                </c:pt>
                <c:pt idx="7147">
                  <c:v>80.9</c:v>
                </c:pt>
                <c:pt idx="7148">
                  <c:v>80.9</c:v>
                </c:pt>
                <c:pt idx="7149">
                  <c:v>81</c:v>
                </c:pt>
                <c:pt idx="7150">
                  <c:v>80.9</c:v>
                </c:pt>
                <c:pt idx="7151">
                  <c:v>80.9</c:v>
                </c:pt>
                <c:pt idx="7152">
                  <c:v>80.8</c:v>
                </c:pt>
                <c:pt idx="7153">
                  <c:v>80.8</c:v>
                </c:pt>
                <c:pt idx="7154">
                  <c:v>80.7</c:v>
                </c:pt>
                <c:pt idx="7155">
                  <c:v>80.7</c:v>
                </c:pt>
                <c:pt idx="7156">
                  <c:v>80.6</c:v>
                </c:pt>
                <c:pt idx="7157">
                  <c:v>80.7</c:v>
                </c:pt>
                <c:pt idx="7158">
                  <c:v>80.7</c:v>
                </c:pt>
                <c:pt idx="7159">
                  <c:v>80.8</c:v>
                </c:pt>
                <c:pt idx="7160">
                  <c:v>80.9</c:v>
                </c:pt>
                <c:pt idx="7161">
                  <c:v>80.9</c:v>
                </c:pt>
                <c:pt idx="7162">
                  <c:v>80.8</c:v>
                </c:pt>
                <c:pt idx="7163">
                  <c:v>80.7</c:v>
                </c:pt>
                <c:pt idx="7164">
                  <c:v>80.8</c:v>
                </c:pt>
                <c:pt idx="7165">
                  <c:v>80.9</c:v>
                </c:pt>
                <c:pt idx="7166">
                  <c:v>80.7</c:v>
                </c:pt>
                <c:pt idx="7167">
                  <c:v>80.8</c:v>
                </c:pt>
                <c:pt idx="7168">
                  <c:v>80.8</c:v>
                </c:pt>
                <c:pt idx="7169">
                  <c:v>80.8</c:v>
                </c:pt>
                <c:pt idx="7170">
                  <c:v>80.8</c:v>
                </c:pt>
                <c:pt idx="7171">
                  <c:v>80.8</c:v>
                </c:pt>
                <c:pt idx="7172">
                  <c:v>80.7</c:v>
                </c:pt>
                <c:pt idx="7173">
                  <c:v>80.7</c:v>
                </c:pt>
                <c:pt idx="7174">
                  <c:v>80.9</c:v>
                </c:pt>
                <c:pt idx="7175">
                  <c:v>80.7</c:v>
                </c:pt>
                <c:pt idx="7176">
                  <c:v>80.8</c:v>
                </c:pt>
                <c:pt idx="7177">
                  <c:v>80.8</c:v>
                </c:pt>
                <c:pt idx="7178">
                  <c:v>80.8</c:v>
                </c:pt>
                <c:pt idx="7179">
                  <c:v>80.8</c:v>
                </c:pt>
                <c:pt idx="7180">
                  <c:v>80.9</c:v>
                </c:pt>
                <c:pt idx="7181">
                  <c:v>80.9</c:v>
                </c:pt>
                <c:pt idx="7182">
                  <c:v>80.8</c:v>
                </c:pt>
                <c:pt idx="7183">
                  <c:v>80.9</c:v>
                </c:pt>
                <c:pt idx="7184">
                  <c:v>80.8</c:v>
                </c:pt>
                <c:pt idx="7185">
                  <c:v>80.8</c:v>
                </c:pt>
                <c:pt idx="7186">
                  <c:v>80.9</c:v>
                </c:pt>
                <c:pt idx="7187">
                  <c:v>80.9</c:v>
                </c:pt>
                <c:pt idx="7188">
                  <c:v>80.8</c:v>
                </c:pt>
                <c:pt idx="7189">
                  <c:v>81</c:v>
                </c:pt>
                <c:pt idx="7190">
                  <c:v>80.9</c:v>
                </c:pt>
                <c:pt idx="7191">
                  <c:v>80.9</c:v>
                </c:pt>
                <c:pt idx="7192">
                  <c:v>80.9</c:v>
                </c:pt>
                <c:pt idx="7193">
                  <c:v>80.9</c:v>
                </c:pt>
                <c:pt idx="7194">
                  <c:v>80.9</c:v>
                </c:pt>
                <c:pt idx="7195">
                  <c:v>80.8</c:v>
                </c:pt>
                <c:pt idx="7196">
                  <c:v>80.7</c:v>
                </c:pt>
                <c:pt idx="7197">
                  <c:v>80.8</c:v>
                </c:pt>
                <c:pt idx="7198">
                  <c:v>80.8</c:v>
                </c:pt>
                <c:pt idx="7199">
                  <c:v>80.9</c:v>
                </c:pt>
                <c:pt idx="7200">
                  <c:v>81</c:v>
                </c:pt>
                <c:pt idx="7201">
                  <c:v>80.8</c:v>
                </c:pt>
                <c:pt idx="7202">
                  <c:v>80.8</c:v>
                </c:pt>
                <c:pt idx="7203">
                  <c:v>80.8</c:v>
                </c:pt>
                <c:pt idx="7204">
                  <c:v>80.9</c:v>
                </c:pt>
                <c:pt idx="7205">
                  <c:v>80.9</c:v>
                </c:pt>
                <c:pt idx="7206">
                  <c:v>80.7</c:v>
                </c:pt>
                <c:pt idx="7207">
                  <c:v>80.6</c:v>
                </c:pt>
                <c:pt idx="7208">
                  <c:v>80.7</c:v>
                </c:pt>
                <c:pt idx="7209">
                  <c:v>80.7</c:v>
                </c:pt>
                <c:pt idx="7210">
                  <c:v>80.7</c:v>
                </c:pt>
                <c:pt idx="7211">
                  <c:v>80.7</c:v>
                </c:pt>
                <c:pt idx="7212">
                  <c:v>80.7</c:v>
                </c:pt>
                <c:pt idx="7213">
                  <c:v>80.7</c:v>
                </c:pt>
                <c:pt idx="7214">
                  <c:v>80.7</c:v>
                </c:pt>
                <c:pt idx="7215">
                  <c:v>80.8</c:v>
                </c:pt>
                <c:pt idx="7216">
                  <c:v>80.8</c:v>
                </c:pt>
                <c:pt idx="7217">
                  <c:v>80.6</c:v>
                </c:pt>
                <c:pt idx="7218">
                  <c:v>80.7</c:v>
                </c:pt>
                <c:pt idx="7219">
                  <c:v>80.8</c:v>
                </c:pt>
                <c:pt idx="7220">
                  <c:v>80.7</c:v>
                </c:pt>
                <c:pt idx="7221">
                  <c:v>80.8</c:v>
                </c:pt>
                <c:pt idx="7222">
                  <c:v>80.8</c:v>
                </c:pt>
                <c:pt idx="7223">
                  <c:v>80.6</c:v>
                </c:pt>
                <c:pt idx="7224">
                  <c:v>80.7</c:v>
                </c:pt>
                <c:pt idx="7225">
                  <c:v>80.6</c:v>
                </c:pt>
                <c:pt idx="7226">
                  <c:v>80.6</c:v>
                </c:pt>
                <c:pt idx="7227">
                  <c:v>80.7</c:v>
                </c:pt>
                <c:pt idx="7228">
                  <c:v>80.8</c:v>
                </c:pt>
                <c:pt idx="7229">
                  <c:v>80.7</c:v>
                </c:pt>
                <c:pt idx="7230">
                  <c:v>80.8</c:v>
                </c:pt>
                <c:pt idx="7231">
                  <c:v>80.8</c:v>
                </c:pt>
                <c:pt idx="7232">
                  <c:v>80.8</c:v>
                </c:pt>
                <c:pt idx="7233">
                  <c:v>80.8</c:v>
                </c:pt>
                <c:pt idx="7234">
                  <c:v>80.9</c:v>
                </c:pt>
                <c:pt idx="7235">
                  <c:v>80.8</c:v>
                </c:pt>
                <c:pt idx="7236">
                  <c:v>80.7</c:v>
                </c:pt>
                <c:pt idx="7237">
                  <c:v>80.8</c:v>
                </c:pt>
                <c:pt idx="7238">
                  <c:v>80.8</c:v>
                </c:pt>
                <c:pt idx="7239">
                  <c:v>80.8</c:v>
                </c:pt>
                <c:pt idx="7240">
                  <c:v>80.9</c:v>
                </c:pt>
                <c:pt idx="7241">
                  <c:v>80.8</c:v>
                </c:pt>
                <c:pt idx="7242">
                  <c:v>80.8</c:v>
                </c:pt>
                <c:pt idx="7243">
                  <c:v>81</c:v>
                </c:pt>
                <c:pt idx="7244">
                  <c:v>81.1</c:v>
                </c:pt>
                <c:pt idx="7245">
                  <c:v>81</c:v>
                </c:pt>
                <c:pt idx="7246">
                  <c:v>80.8</c:v>
                </c:pt>
                <c:pt idx="7247">
                  <c:v>80.8</c:v>
                </c:pt>
                <c:pt idx="7248">
                  <c:v>80.7</c:v>
                </c:pt>
                <c:pt idx="7249">
                  <c:v>80.7</c:v>
                </c:pt>
                <c:pt idx="7250">
                  <c:v>80.7</c:v>
                </c:pt>
                <c:pt idx="7251">
                  <c:v>80.7</c:v>
                </c:pt>
                <c:pt idx="7252">
                  <c:v>80.8</c:v>
                </c:pt>
                <c:pt idx="7253">
                  <c:v>80.8</c:v>
                </c:pt>
                <c:pt idx="7254">
                  <c:v>80.8</c:v>
                </c:pt>
                <c:pt idx="7255">
                  <c:v>80.9</c:v>
                </c:pt>
                <c:pt idx="7256">
                  <c:v>80.9</c:v>
                </c:pt>
                <c:pt idx="7257">
                  <c:v>80.9</c:v>
                </c:pt>
                <c:pt idx="7258">
                  <c:v>80.8</c:v>
                </c:pt>
                <c:pt idx="7259">
                  <c:v>80.9</c:v>
                </c:pt>
                <c:pt idx="7260">
                  <c:v>80.9</c:v>
                </c:pt>
                <c:pt idx="7261">
                  <c:v>80.8</c:v>
                </c:pt>
                <c:pt idx="7262">
                  <c:v>80.9</c:v>
                </c:pt>
                <c:pt idx="7263">
                  <c:v>80.9</c:v>
                </c:pt>
                <c:pt idx="7264">
                  <c:v>80.9</c:v>
                </c:pt>
                <c:pt idx="7265">
                  <c:v>80.9</c:v>
                </c:pt>
                <c:pt idx="7266">
                  <c:v>80.9</c:v>
                </c:pt>
                <c:pt idx="7267">
                  <c:v>80.9</c:v>
                </c:pt>
                <c:pt idx="7268">
                  <c:v>80.8</c:v>
                </c:pt>
                <c:pt idx="7269">
                  <c:v>80.8</c:v>
                </c:pt>
                <c:pt idx="7270">
                  <c:v>80.7</c:v>
                </c:pt>
                <c:pt idx="7271">
                  <c:v>80.7</c:v>
                </c:pt>
                <c:pt idx="7272">
                  <c:v>80.7</c:v>
                </c:pt>
                <c:pt idx="7273">
                  <c:v>80.8</c:v>
                </c:pt>
                <c:pt idx="7274">
                  <c:v>80.8</c:v>
                </c:pt>
                <c:pt idx="7275">
                  <c:v>80.9</c:v>
                </c:pt>
                <c:pt idx="7276">
                  <c:v>80.9</c:v>
                </c:pt>
                <c:pt idx="7277">
                  <c:v>80.8</c:v>
                </c:pt>
                <c:pt idx="7278">
                  <c:v>80.8</c:v>
                </c:pt>
                <c:pt idx="7279">
                  <c:v>80.9</c:v>
                </c:pt>
                <c:pt idx="7280">
                  <c:v>80.7</c:v>
                </c:pt>
                <c:pt idx="7281">
                  <c:v>80.7</c:v>
                </c:pt>
                <c:pt idx="7282">
                  <c:v>80.7</c:v>
                </c:pt>
                <c:pt idx="7283">
                  <c:v>80.7</c:v>
                </c:pt>
                <c:pt idx="7284">
                  <c:v>80.7</c:v>
                </c:pt>
                <c:pt idx="7285">
                  <c:v>80.8</c:v>
                </c:pt>
                <c:pt idx="7286">
                  <c:v>80.9</c:v>
                </c:pt>
                <c:pt idx="7287">
                  <c:v>80.8</c:v>
                </c:pt>
                <c:pt idx="7288">
                  <c:v>80.8</c:v>
                </c:pt>
                <c:pt idx="7289">
                  <c:v>80.8</c:v>
                </c:pt>
                <c:pt idx="7290">
                  <c:v>80.8</c:v>
                </c:pt>
                <c:pt idx="7291">
                  <c:v>80.7</c:v>
                </c:pt>
                <c:pt idx="7292">
                  <c:v>80.7</c:v>
                </c:pt>
                <c:pt idx="7293">
                  <c:v>80.7</c:v>
                </c:pt>
                <c:pt idx="7294">
                  <c:v>80.7</c:v>
                </c:pt>
                <c:pt idx="7295">
                  <c:v>80.7</c:v>
                </c:pt>
                <c:pt idx="7296">
                  <c:v>80.7</c:v>
                </c:pt>
                <c:pt idx="7297">
                  <c:v>80.6</c:v>
                </c:pt>
                <c:pt idx="7298">
                  <c:v>80.6</c:v>
                </c:pt>
                <c:pt idx="7299">
                  <c:v>80.6</c:v>
                </c:pt>
                <c:pt idx="7300">
                  <c:v>80.7</c:v>
                </c:pt>
                <c:pt idx="7301">
                  <c:v>80.6</c:v>
                </c:pt>
                <c:pt idx="7302">
                  <c:v>80.6</c:v>
                </c:pt>
                <c:pt idx="7303">
                  <c:v>80.6</c:v>
                </c:pt>
                <c:pt idx="7304">
                  <c:v>80.6</c:v>
                </c:pt>
                <c:pt idx="7305">
                  <c:v>80.7</c:v>
                </c:pt>
                <c:pt idx="7306">
                  <c:v>80.7</c:v>
                </c:pt>
                <c:pt idx="7307">
                  <c:v>80.7</c:v>
                </c:pt>
                <c:pt idx="7308">
                  <c:v>80.7</c:v>
                </c:pt>
                <c:pt idx="7309">
                  <c:v>80.7</c:v>
                </c:pt>
                <c:pt idx="7310">
                  <c:v>80.7</c:v>
                </c:pt>
                <c:pt idx="7311">
                  <c:v>80.7</c:v>
                </c:pt>
                <c:pt idx="7312">
                  <c:v>80.7</c:v>
                </c:pt>
                <c:pt idx="7313">
                  <c:v>80.7</c:v>
                </c:pt>
                <c:pt idx="7314">
                  <c:v>80.8</c:v>
                </c:pt>
                <c:pt idx="7315">
                  <c:v>80.9</c:v>
                </c:pt>
                <c:pt idx="7316">
                  <c:v>80.9</c:v>
                </c:pt>
                <c:pt idx="7317">
                  <c:v>80.8</c:v>
                </c:pt>
                <c:pt idx="7318">
                  <c:v>80.9</c:v>
                </c:pt>
                <c:pt idx="7319">
                  <c:v>80.9</c:v>
                </c:pt>
                <c:pt idx="7320">
                  <c:v>80.8</c:v>
                </c:pt>
                <c:pt idx="7321">
                  <c:v>80.7</c:v>
                </c:pt>
                <c:pt idx="7322">
                  <c:v>80.7</c:v>
                </c:pt>
                <c:pt idx="7323">
                  <c:v>80.7</c:v>
                </c:pt>
                <c:pt idx="7324">
                  <c:v>80.8</c:v>
                </c:pt>
                <c:pt idx="7325">
                  <c:v>80.8</c:v>
                </c:pt>
                <c:pt idx="7326">
                  <c:v>80.8</c:v>
                </c:pt>
                <c:pt idx="7327">
                  <c:v>80.7</c:v>
                </c:pt>
                <c:pt idx="7328">
                  <c:v>80.8</c:v>
                </c:pt>
                <c:pt idx="7329">
                  <c:v>80.8</c:v>
                </c:pt>
                <c:pt idx="7330">
                  <c:v>80.7</c:v>
                </c:pt>
                <c:pt idx="7331">
                  <c:v>80.8</c:v>
                </c:pt>
                <c:pt idx="7332">
                  <c:v>80.7</c:v>
                </c:pt>
                <c:pt idx="7333">
                  <c:v>80.7</c:v>
                </c:pt>
                <c:pt idx="7334">
                  <c:v>80.7</c:v>
                </c:pt>
                <c:pt idx="7335">
                  <c:v>80.9</c:v>
                </c:pt>
                <c:pt idx="7336">
                  <c:v>80.9</c:v>
                </c:pt>
                <c:pt idx="7337">
                  <c:v>80.9</c:v>
                </c:pt>
                <c:pt idx="7338">
                  <c:v>80.9</c:v>
                </c:pt>
                <c:pt idx="7339">
                  <c:v>81</c:v>
                </c:pt>
                <c:pt idx="7340">
                  <c:v>81</c:v>
                </c:pt>
                <c:pt idx="7341">
                  <c:v>81</c:v>
                </c:pt>
                <c:pt idx="7342">
                  <c:v>81.1</c:v>
                </c:pt>
                <c:pt idx="7343">
                  <c:v>80.9</c:v>
                </c:pt>
                <c:pt idx="7344">
                  <c:v>81</c:v>
                </c:pt>
                <c:pt idx="7345">
                  <c:v>81</c:v>
                </c:pt>
                <c:pt idx="7346">
                  <c:v>81.1</c:v>
                </c:pt>
                <c:pt idx="7347">
                  <c:v>81.1</c:v>
                </c:pt>
                <c:pt idx="7348">
                  <c:v>81.2</c:v>
                </c:pt>
                <c:pt idx="7349">
                  <c:v>81.2</c:v>
                </c:pt>
                <c:pt idx="7350">
                  <c:v>81.2</c:v>
                </c:pt>
                <c:pt idx="7351">
                  <c:v>81.2</c:v>
                </c:pt>
                <c:pt idx="7352">
                  <c:v>81.2</c:v>
                </c:pt>
                <c:pt idx="7353">
                  <c:v>81.2</c:v>
                </c:pt>
                <c:pt idx="7354">
                  <c:v>81.1</c:v>
                </c:pt>
                <c:pt idx="7355">
                  <c:v>81.2</c:v>
                </c:pt>
                <c:pt idx="7356">
                  <c:v>81.2</c:v>
                </c:pt>
                <c:pt idx="7357">
                  <c:v>81.2</c:v>
                </c:pt>
                <c:pt idx="7358">
                  <c:v>81.4</c:v>
                </c:pt>
                <c:pt idx="7359">
                  <c:v>81.3</c:v>
                </c:pt>
                <c:pt idx="7360">
                  <c:v>81.5</c:v>
                </c:pt>
                <c:pt idx="7361">
                  <c:v>81.3</c:v>
                </c:pt>
                <c:pt idx="7362">
                  <c:v>81.4</c:v>
                </c:pt>
                <c:pt idx="7363">
                  <c:v>81.5</c:v>
                </c:pt>
                <c:pt idx="7364">
                  <c:v>81.4</c:v>
                </c:pt>
                <c:pt idx="7365">
                  <c:v>81.5</c:v>
                </c:pt>
                <c:pt idx="7366">
                  <c:v>81.5</c:v>
                </c:pt>
                <c:pt idx="7367">
                  <c:v>81.6</c:v>
                </c:pt>
                <c:pt idx="7368">
                  <c:v>81.6</c:v>
                </c:pt>
                <c:pt idx="7369">
                  <c:v>81.7</c:v>
                </c:pt>
                <c:pt idx="7370">
                  <c:v>81.7</c:v>
                </c:pt>
                <c:pt idx="7371">
                  <c:v>81.8</c:v>
                </c:pt>
                <c:pt idx="7372">
                  <c:v>81.7</c:v>
                </c:pt>
                <c:pt idx="7373">
                  <c:v>81.7</c:v>
                </c:pt>
                <c:pt idx="7374">
                  <c:v>81.8</c:v>
                </c:pt>
                <c:pt idx="7375">
                  <c:v>81.8</c:v>
                </c:pt>
                <c:pt idx="7376">
                  <c:v>81.8</c:v>
                </c:pt>
                <c:pt idx="7377">
                  <c:v>81.8</c:v>
                </c:pt>
                <c:pt idx="7378">
                  <c:v>81.8</c:v>
                </c:pt>
                <c:pt idx="7379">
                  <c:v>81.9</c:v>
                </c:pt>
                <c:pt idx="7380">
                  <c:v>82</c:v>
                </c:pt>
                <c:pt idx="7381">
                  <c:v>81.9</c:v>
                </c:pt>
                <c:pt idx="7382">
                  <c:v>81.9</c:v>
                </c:pt>
                <c:pt idx="7383">
                  <c:v>81.9</c:v>
                </c:pt>
                <c:pt idx="7384">
                  <c:v>81.9</c:v>
                </c:pt>
                <c:pt idx="7385">
                  <c:v>82</c:v>
                </c:pt>
                <c:pt idx="7386">
                  <c:v>81.9</c:v>
                </c:pt>
                <c:pt idx="7387">
                  <c:v>82</c:v>
                </c:pt>
                <c:pt idx="7388">
                  <c:v>81.9</c:v>
                </c:pt>
                <c:pt idx="7389">
                  <c:v>82.1</c:v>
                </c:pt>
                <c:pt idx="7390">
                  <c:v>82.1</c:v>
                </c:pt>
                <c:pt idx="7391">
                  <c:v>82.1</c:v>
                </c:pt>
                <c:pt idx="7392">
                  <c:v>82.1</c:v>
                </c:pt>
                <c:pt idx="7393">
                  <c:v>82</c:v>
                </c:pt>
                <c:pt idx="7394">
                  <c:v>82.1</c:v>
                </c:pt>
                <c:pt idx="7395">
                  <c:v>82.1</c:v>
                </c:pt>
                <c:pt idx="7396">
                  <c:v>82.1</c:v>
                </c:pt>
                <c:pt idx="7397">
                  <c:v>82</c:v>
                </c:pt>
                <c:pt idx="7398">
                  <c:v>82.2</c:v>
                </c:pt>
                <c:pt idx="7399">
                  <c:v>82.2</c:v>
                </c:pt>
                <c:pt idx="7400">
                  <c:v>82.2</c:v>
                </c:pt>
                <c:pt idx="7401">
                  <c:v>82.2</c:v>
                </c:pt>
                <c:pt idx="7402">
                  <c:v>82.2</c:v>
                </c:pt>
                <c:pt idx="7403">
                  <c:v>82.2</c:v>
                </c:pt>
                <c:pt idx="7404">
                  <c:v>82.2</c:v>
                </c:pt>
                <c:pt idx="7405">
                  <c:v>82.3</c:v>
                </c:pt>
                <c:pt idx="7406">
                  <c:v>82.3</c:v>
                </c:pt>
                <c:pt idx="7407">
                  <c:v>82.2</c:v>
                </c:pt>
                <c:pt idx="7408">
                  <c:v>82.3</c:v>
                </c:pt>
                <c:pt idx="7409">
                  <c:v>82.3</c:v>
                </c:pt>
                <c:pt idx="7410">
                  <c:v>82.4</c:v>
                </c:pt>
                <c:pt idx="7411">
                  <c:v>82.4</c:v>
                </c:pt>
                <c:pt idx="7412">
                  <c:v>82.3</c:v>
                </c:pt>
                <c:pt idx="7413">
                  <c:v>82.3</c:v>
                </c:pt>
                <c:pt idx="7414">
                  <c:v>82.3</c:v>
                </c:pt>
                <c:pt idx="7415">
                  <c:v>82.3</c:v>
                </c:pt>
                <c:pt idx="7416">
                  <c:v>82.4</c:v>
                </c:pt>
                <c:pt idx="7417">
                  <c:v>82.4</c:v>
                </c:pt>
                <c:pt idx="7418">
                  <c:v>82.4</c:v>
                </c:pt>
                <c:pt idx="7419">
                  <c:v>82.4</c:v>
                </c:pt>
                <c:pt idx="7420">
                  <c:v>82.4</c:v>
                </c:pt>
                <c:pt idx="7421">
                  <c:v>82.5</c:v>
                </c:pt>
                <c:pt idx="7422">
                  <c:v>82.5</c:v>
                </c:pt>
                <c:pt idx="7423">
                  <c:v>82.4</c:v>
                </c:pt>
                <c:pt idx="7424">
                  <c:v>82.4</c:v>
                </c:pt>
                <c:pt idx="7425">
                  <c:v>82.5</c:v>
                </c:pt>
                <c:pt idx="7426">
                  <c:v>82.4</c:v>
                </c:pt>
                <c:pt idx="7427">
                  <c:v>82.5</c:v>
                </c:pt>
                <c:pt idx="7428">
                  <c:v>82.5</c:v>
                </c:pt>
                <c:pt idx="7429">
                  <c:v>82.5</c:v>
                </c:pt>
                <c:pt idx="7430">
                  <c:v>82.6</c:v>
                </c:pt>
                <c:pt idx="7431">
                  <c:v>82.6</c:v>
                </c:pt>
                <c:pt idx="7432">
                  <c:v>82.6</c:v>
                </c:pt>
                <c:pt idx="7433">
                  <c:v>82.6</c:v>
                </c:pt>
                <c:pt idx="7434">
                  <c:v>82.5</c:v>
                </c:pt>
                <c:pt idx="7435">
                  <c:v>82.5</c:v>
                </c:pt>
                <c:pt idx="7436">
                  <c:v>82.4</c:v>
                </c:pt>
                <c:pt idx="7437">
                  <c:v>82.5</c:v>
                </c:pt>
                <c:pt idx="7438">
                  <c:v>82.5</c:v>
                </c:pt>
                <c:pt idx="7439">
                  <c:v>82.6</c:v>
                </c:pt>
                <c:pt idx="7440">
                  <c:v>82.5</c:v>
                </c:pt>
                <c:pt idx="7441">
                  <c:v>82.7</c:v>
                </c:pt>
                <c:pt idx="7442">
                  <c:v>82.6</c:v>
                </c:pt>
                <c:pt idx="7443">
                  <c:v>82.7</c:v>
                </c:pt>
                <c:pt idx="7444">
                  <c:v>82.6</c:v>
                </c:pt>
                <c:pt idx="7445">
                  <c:v>82.6</c:v>
                </c:pt>
                <c:pt idx="7446">
                  <c:v>82.6</c:v>
                </c:pt>
                <c:pt idx="7447">
                  <c:v>82.6</c:v>
                </c:pt>
                <c:pt idx="7448">
                  <c:v>82.5</c:v>
                </c:pt>
                <c:pt idx="7449">
                  <c:v>82.6</c:v>
                </c:pt>
                <c:pt idx="7450">
                  <c:v>82.8</c:v>
                </c:pt>
                <c:pt idx="7451">
                  <c:v>82.7</c:v>
                </c:pt>
                <c:pt idx="7452">
                  <c:v>82.7</c:v>
                </c:pt>
                <c:pt idx="7453">
                  <c:v>82.6</c:v>
                </c:pt>
                <c:pt idx="7454">
                  <c:v>82.7</c:v>
                </c:pt>
                <c:pt idx="7455">
                  <c:v>82.7</c:v>
                </c:pt>
                <c:pt idx="7456">
                  <c:v>82.7</c:v>
                </c:pt>
                <c:pt idx="7457">
                  <c:v>82.6</c:v>
                </c:pt>
                <c:pt idx="7458">
                  <c:v>82.6</c:v>
                </c:pt>
                <c:pt idx="7459">
                  <c:v>82.7</c:v>
                </c:pt>
                <c:pt idx="7460">
                  <c:v>82.7</c:v>
                </c:pt>
                <c:pt idx="7461">
                  <c:v>82.8</c:v>
                </c:pt>
                <c:pt idx="7462">
                  <c:v>82.8</c:v>
                </c:pt>
                <c:pt idx="7463">
                  <c:v>82.8</c:v>
                </c:pt>
                <c:pt idx="7464">
                  <c:v>82.8</c:v>
                </c:pt>
                <c:pt idx="7465">
                  <c:v>82.8</c:v>
                </c:pt>
                <c:pt idx="7466">
                  <c:v>82.8</c:v>
                </c:pt>
                <c:pt idx="7467">
                  <c:v>82.7</c:v>
                </c:pt>
                <c:pt idx="7468">
                  <c:v>82.7</c:v>
                </c:pt>
                <c:pt idx="7469">
                  <c:v>82.8</c:v>
                </c:pt>
                <c:pt idx="7470">
                  <c:v>82.7</c:v>
                </c:pt>
                <c:pt idx="7471">
                  <c:v>82.8</c:v>
                </c:pt>
                <c:pt idx="7472">
                  <c:v>82.8</c:v>
                </c:pt>
                <c:pt idx="7473">
                  <c:v>82.8</c:v>
                </c:pt>
                <c:pt idx="7474">
                  <c:v>82.9</c:v>
                </c:pt>
                <c:pt idx="7475">
                  <c:v>82.7</c:v>
                </c:pt>
                <c:pt idx="7476">
                  <c:v>82.7</c:v>
                </c:pt>
                <c:pt idx="7477">
                  <c:v>82.6</c:v>
                </c:pt>
                <c:pt idx="7478">
                  <c:v>82.6</c:v>
                </c:pt>
                <c:pt idx="7479">
                  <c:v>82.7</c:v>
                </c:pt>
                <c:pt idx="7480">
                  <c:v>82.7</c:v>
                </c:pt>
                <c:pt idx="7481">
                  <c:v>82.7</c:v>
                </c:pt>
                <c:pt idx="7482">
                  <c:v>82.7</c:v>
                </c:pt>
                <c:pt idx="7483">
                  <c:v>82.7</c:v>
                </c:pt>
                <c:pt idx="7484">
                  <c:v>82.8</c:v>
                </c:pt>
                <c:pt idx="7485">
                  <c:v>82.8</c:v>
                </c:pt>
                <c:pt idx="7486">
                  <c:v>82.7</c:v>
                </c:pt>
                <c:pt idx="7487">
                  <c:v>82.6</c:v>
                </c:pt>
                <c:pt idx="7488">
                  <c:v>82.7</c:v>
                </c:pt>
                <c:pt idx="7489">
                  <c:v>82.7</c:v>
                </c:pt>
                <c:pt idx="7490">
                  <c:v>82.7</c:v>
                </c:pt>
                <c:pt idx="7491">
                  <c:v>82.7</c:v>
                </c:pt>
                <c:pt idx="7492">
                  <c:v>82.7</c:v>
                </c:pt>
                <c:pt idx="7493">
                  <c:v>82.7</c:v>
                </c:pt>
                <c:pt idx="7494">
                  <c:v>82.7</c:v>
                </c:pt>
                <c:pt idx="7495">
                  <c:v>82.7</c:v>
                </c:pt>
                <c:pt idx="7496">
                  <c:v>82.7</c:v>
                </c:pt>
                <c:pt idx="7497">
                  <c:v>82.6</c:v>
                </c:pt>
                <c:pt idx="7498">
                  <c:v>82.6</c:v>
                </c:pt>
                <c:pt idx="7499">
                  <c:v>82.7</c:v>
                </c:pt>
                <c:pt idx="7500">
                  <c:v>82.8</c:v>
                </c:pt>
                <c:pt idx="7501">
                  <c:v>82.8</c:v>
                </c:pt>
                <c:pt idx="7502">
                  <c:v>82.8</c:v>
                </c:pt>
                <c:pt idx="7503">
                  <c:v>82.8</c:v>
                </c:pt>
                <c:pt idx="7504">
                  <c:v>82.7</c:v>
                </c:pt>
                <c:pt idx="7505">
                  <c:v>82.7</c:v>
                </c:pt>
                <c:pt idx="7506">
                  <c:v>82.7</c:v>
                </c:pt>
                <c:pt idx="7507">
                  <c:v>82.7</c:v>
                </c:pt>
                <c:pt idx="7508">
                  <c:v>82.7</c:v>
                </c:pt>
                <c:pt idx="7509">
                  <c:v>82.6</c:v>
                </c:pt>
                <c:pt idx="7510">
                  <c:v>82.6</c:v>
                </c:pt>
                <c:pt idx="7511">
                  <c:v>82.7</c:v>
                </c:pt>
                <c:pt idx="7512">
                  <c:v>82.8</c:v>
                </c:pt>
                <c:pt idx="7513">
                  <c:v>82.8</c:v>
                </c:pt>
                <c:pt idx="7514">
                  <c:v>82.7</c:v>
                </c:pt>
                <c:pt idx="7515">
                  <c:v>82.8</c:v>
                </c:pt>
                <c:pt idx="7516">
                  <c:v>82.8</c:v>
                </c:pt>
                <c:pt idx="7517">
                  <c:v>82.8</c:v>
                </c:pt>
                <c:pt idx="7518">
                  <c:v>82.7</c:v>
                </c:pt>
                <c:pt idx="7519">
                  <c:v>82.8</c:v>
                </c:pt>
                <c:pt idx="7520">
                  <c:v>82.7</c:v>
                </c:pt>
                <c:pt idx="7521">
                  <c:v>82.7</c:v>
                </c:pt>
                <c:pt idx="7522">
                  <c:v>82.8</c:v>
                </c:pt>
                <c:pt idx="7523">
                  <c:v>82.7</c:v>
                </c:pt>
                <c:pt idx="7524">
                  <c:v>82.9</c:v>
                </c:pt>
                <c:pt idx="7525">
                  <c:v>82.8</c:v>
                </c:pt>
                <c:pt idx="7526">
                  <c:v>82.7</c:v>
                </c:pt>
                <c:pt idx="7527">
                  <c:v>82.8</c:v>
                </c:pt>
                <c:pt idx="7528">
                  <c:v>82.7</c:v>
                </c:pt>
                <c:pt idx="7529">
                  <c:v>82.7</c:v>
                </c:pt>
                <c:pt idx="7530">
                  <c:v>82.7</c:v>
                </c:pt>
                <c:pt idx="7531">
                  <c:v>82.6</c:v>
                </c:pt>
                <c:pt idx="7532">
                  <c:v>82.7</c:v>
                </c:pt>
                <c:pt idx="7533">
                  <c:v>82.7</c:v>
                </c:pt>
                <c:pt idx="7534">
                  <c:v>82.7</c:v>
                </c:pt>
                <c:pt idx="7535">
                  <c:v>82.7</c:v>
                </c:pt>
                <c:pt idx="7536">
                  <c:v>82.7</c:v>
                </c:pt>
                <c:pt idx="7537">
                  <c:v>82.7</c:v>
                </c:pt>
                <c:pt idx="7538">
                  <c:v>82.6</c:v>
                </c:pt>
                <c:pt idx="7539">
                  <c:v>82.7</c:v>
                </c:pt>
                <c:pt idx="7540">
                  <c:v>82.6</c:v>
                </c:pt>
                <c:pt idx="7541">
                  <c:v>82.7</c:v>
                </c:pt>
                <c:pt idx="7542">
                  <c:v>82.7</c:v>
                </c:pt>
                <c:pt idx="7543">
                  <c:v>82.6</c:v>
                </c:pt>
                <c:pt idx="7544">
                  <c:v>82.6</c:v>
                </c:pt>
                <c:pt idx="7545">
                  <c:v>82.6</c:v>
                </c:pt>
                <c:pt idx="7546">
                  <c:v>82.6</c:v>
                </c:pt>
                <c:pt idx="7547">
                  <c:v>82.6</c:v>
                </c:pt>
                <c:pt idx="7548">
                  <c:v>82.5</c:v>
                </c:pt>
                <c:pt idx="7549">
                  <c:v>82.5</c:v>
                </c:pt>
                <c:pt idx="7550">
                  <c:v>82.4</c:v>
                </c:pt>
                <c:pt idx="7551">
                  <c:v>82.4</c:v>
                </c:pt>
                <c:pt idx="7552">
                  <c:v>82.4</c:v>
                </c:pt>
                <c:pt idx="7553">
                  <c:v>82.5</c:v>
                </c:pt>
                <c:pt idx="7554">
                  <c:v>82.4</c:v>
                </c:pt>
                <c:pt idx="7555">
                  <c:v>82.4</c:v>
                </c:pt>
                <c:pt idx="7556">
                  <c:v>82.4</c:v>
                </c:pt>
                <c:pt idx="7557">
                  <c:v>82.4</c:v>
                </c:pt>
                <c:pt idx="7558">
                  <c:v>82.4</c:v>
                </c:pt>
                <c:pt idx="7559">
                  <c:v>82.3</c:v>
                </c:pt>
                <c:pt idx="7560">
                  <c:v>82.2</c:v>
                </c:pt>
                <c:pt idx="7561">
                  <c:v>82.2</c:v>
                </c:pt>
                <c:pt idx="7562">
                  <c:v>82.2</c:v>
                </c:pt>
                <c:pt idx="7563">
                  <c:v>82.3</c:v>
                </c:pt>
                <c:pt idx="7564">
                  <c:v>82.2</c:v>
                </c:pt>
                <c:pt idx="7565">
                  <c:v>82.2</c:v>
                </c:pt>
                <c:pt idx="7566">
                  <c:v>82.1</c:v>
                </c:pt>
                <c:pt idx="7567">
                  <c:v>82.1</c:v>
                </c:pt>
                <c:pt idx="7568">
                  <c:v>82.1</c:v>
                </c:pt>
                <c:pt idx="7569">
                  <c:v>82</c:v>
                </c:pt>
                <c:pt idx="7570">
                  <c:v>82.1</c:v>
                </c:pt>
                <c:pt idx="7571">
                  <c:v>82</c:v>
                </c:pt>
                <c:pt idx="7572">
                  <c:v>82</c:v>
                </c:pt>
                <c:pt idx="7573">
                  <c:v>81.9</c:v>
                </c:pt>
                <c:pt idx="7574">
                  <c:v>81.9</c:v>
                </c:pt>
                <c:pt idx="7575">
                  <c:v>81.9</c:v>
                </c:pt>
                <c:pt idx="7576">
                  <c:v>82</c:v>
                </c:pt>
                <c:pt idx="7577">
                  <c:v>81.9</c:v>
                </c:pt>
                <c:pt idx="7578">
                  <c:v>81.8</c:v>
                </c:pt>
                <c:pt idx="7579">
                  <c:v>81.8</c:v>
                </c:pt>
                <c:pt idx="7580">
                  <c:v>81.8</c:v>
                </c:pt>
                <c:pt idx="7581">
                  <c:v>81.8</c:v>
                </c:pt>
                <c:pt idx="7582">
                  <c:v>81.8</c:v>
                </c:pt>
                <c:pt idx="7583">
                  <c:v>81.8</c:v>
                </c:pt>
                <c:pt idx="7584">
                  <c:v>81.8</c:v>
                </c:pt>
                <c:pt idx="7585">
                  <c:v>81.8</c:v>
                </c:pt>
                <c:pt idx="7586">
                  <c:v>81.9</c:v>
                </c:pt>
                <c:pt idx="7587">
                  <c:v>81.8</c:v>
                </c:pt>
                <c:pt idx="7588">
                  <c:v>81.8</c:v>
                </c:pt>
                <c:pt idx="7589">
                  <c:v>81.8</c:v>
                </c:pt>
                <c:pt idx="7590">
                  <c:v>81.7</c:v>
                </c:pt>
                <c:pt idx="7591">
                  <c:v>81.6</c:v>
                </c:pt>
                <c:pt idx="7592">
                  <c:v>81.6</c:v>
                </c:pt>
                <c:pt idx="7593">
                  <c:v>81.6</c:v>
                </c:pt>
                <c:pt idx="7594">
                  <c:v>81.6</c:v>
                </c:pt>
                <c:pt idx="7595">
                  <c:v>81.6</c:v>
                </c:pt>
                <c:pt idx="7596">
                  <c:v>81.6</c:v>
                </c:pt>
                <c:pt idx="7597">
                  <c:v>81.7</c:v>
                </c:pt>
                <c:pt idx="7598">
                  <c:v>81.7</c:v>
                </c:pt>
                <c:pt idx="7599">
                  <c:v>81.7</c:v>
                </c:pt>
                <c:pt idx="7600">
                  <c:v>81.6</c:v>
                </c:pt>
                <c:pt idx="7601">
                  <c:v>81.6</c:v>
                </c:pt>
                <c:pt idx="7602">
                  <c:v>81.5</c:v>
                </c:pt>
                <c:pt idx="7603">
                  <c:v>81.6</c:v>
                </c:pt>
                <c:pt idx="7604">
                  <c:v>81.5</c:v>
                </c:pt>
                <c:pt idx="7605">
                  <c:v>81.6</c:v>
                </c:pt>
                <c:pt idx="7606">
                  <c:v>81.6</c:v>
                </c:pt>
                <c:pt idx="7607">
                  <c:v>81.6</c:v>
                </c:pt>
                <c:pt idx="7608">
                  <c:v>81.5</c:v>
                </c:pt>
                <c:pt idx="7609">
                  <c:v>81.6</c:v>
                </c:pt>
                <c:pt idx="7610">
                  <c:v>81.5</c:v>
                </c:pt>
                <c:pt idx="7611">
                  <c:v>81.5</c:v>
                </c:pt>
                <c:pt idx="7612">
                  <c:v>81.4</c:v>
                </c:pt>
                <c:pt idx="7613">
                  <c:v>81.4</c:v>
                </c:pt>
                <c:pt idx="7614">
                  <c:v>81.5</c:v>
                </c:pt>
                <c:pt idx="7615">
                  <c:v>81.5</c:v>
                </c:pt>
                <c:pt idx="7616">
                  <c:v>81.5</c:v>
                </c:pt>
                <c:pt idx="7617">
                  <c:v>81.5</c:v>
                </c:pt>
                <c:pt idx="7618">
                  <c:v>81.5</c:v>
                </c:pt>
                <c:pt idx="7619">
                  <c:v>81.6</c:v>
                </c:pt>
                <c:pt idx="7620">
                  <c:v>81.6</c:v>
                </c:pt>
                <c:pt idx="7621">
                  <c:v>81.5</c:v>
                </c:pt>
                <c:pt idx="7622">
                  <c:v>81.5</c:v>
                </c:pt>
                <c:pt idx="7623">
                  <c:v>81.4</c:v>
                </c:pt>
                <c:pt idx="7624">
                  <c:v>81.4</c:v>
                </c:pt>
                <c:pt idx="7625">
                  <c:v>81.4</c:v>
                </c:pt>
                <c:pt idx="7626">
                  <c:v>81.4</c:v>
                </c:pt>
                <c:pt idx="7627">
                  <c:v>81.6</c:v>
                </c:pt>
                <c:pt idx="7628">
                  <c:v>81.5</c:v>
                </c:pt>
                <c:pt idx="7629">
                  <c:v>81.5</c:v>
                </c:pt>
                <c:pt idx="7630">
                  <c:v>81.4</c:v>
                </c:pt>
                <c:pt idx="7631">
                  <c:v>81.5</c:v>
                </c:pt>
                <c:pt idx="7632">
                  <c:v>81.5</c:v>
                </c:pt>
                <c:pt idx="7633">
                  <c:v>81.4</c:v>
                </c:pt>
                <c:pt idx="7634">
                  <c:v>81.4</c:v>
                </c:pt>
                <c:pt idx="7635">
                  <c:v>81.4</c:v>
                </c:pt>
                <c:pt idx="7636">
                  <c:v>81.5</c:v>
                </c:pt>
                <c:pt idx="7637">
                  <c:v>81.5</c:v>
                </c:pt>
                <c:pt idx="7638">
                  <c:v>81.5</c:v>
                </c:pt>
                <c:pt idx="7639">
                  <c:v>81.4</c:v>
                </c:pt>
                <c:pt idx="7640">
                  <c:v>81.5</c:v>
                </c:pt>
                <c:pt idx="7641">
                  <c:v>81.5</c:v>
                </c:pt>
                <c:pt idx="7642">
                  <c:v>81.5</c:v>
                </c:pt>
                <c:pt idx="7643">
                  <c:v>81.5</c:v>
                </c:pt>
                <c:pt idx="7644">
                  <c:v>81.4</c:v>
                </c:pt>
                <c:pt idx="7645">
                  <c:v>81.4</c:v>
                </c:pt>
                <c:pt idx="7646">
                  <c:v>81.5</c:v>
                </c:pt>
                <c:pt idx="7647">
                  <c:v>81.5</c:v>
                </c:pt>
                <c:pt idx="7648">
                  <c:v>81.5</c:v>
                </c:pt>
                <c:pt idx="7649">
                  <c:v>81.5</c:v>
                </c:pt>
                <c:pt idx="7650">
                  <c:v>81.6</c:v>
                </c:pt>
                <c:pt idx="7651">
                  <c:v>81.6</c:v>
                </c:pt>
                <c:pt idx="7652">
                  <c:v>81.5</c:v>
                </c:pt>
                <c:pt idx="7653">
                  <c:v>81.5</c:v>
                </c:pt>
                <c:pt idx="7654">
                  <c:v>81.4</c:v>
                </c:pt>
                <c:pt idx="7655">
                  <c:v>81.4</c:v>
                </c:pt>
                <c:pt idx="7656">
                  <c:v>81.5</c:v>
                </c:pt>
                <c:pt idx="7657">
                  <c:v>81.5</c:v>
                </c:pt>
                <c:pt idx="7658">
                  <c:v>81.4</c:v>
                </c:pt>
                <c:pt idx="7659">
                  <c:v>81.5</c:v>
                </c:pt>
                <c:pt idx="7660">
                  <c:v>81.5</c:v>
                </c:pt>
                <c:pt idx="7661">
                  <c:v>81.6</c:v>
                </c:pt>
                <c:pt idx="7662">
                  <c:v>81.5</c:v>
                </c:pt>
                <c:pt idx="7663">
                  <c:v>81.5</c:v>
                </c:pt>
                <c:pt idx="7664">
                  <c:v>81.5</c:v>
                </c:pt>
                <c:pt idx="7665">
                  <c:v>81.4</c:v>
                </c:pt>
                <c:pt idx="7666">
                  <c:v>81.6</c:v>
                </c:pt>
                <c:pt idx="7667">
                  <c:v>81.6</c:v>
                </c:pt>
                <c:pt idx="7668">
                  <c:v>81.6</c:v>
                </c:pt>
                <c:pt idx="7669">
                  <c:v>81.1</c:v>
                </c:pt>
                <c:pt idx="7670">
                  <c:v>78.9</c:v>
                </c:pt>
                <c:pt idx="7671">
                  <c:v>78.1</c:v>
                </c:pt>
                <c:pt idx="7672">
                  <c:v>77.7</c:v>
                </c:pt>
                <c:pt idx="7673">
                  <c:v>77.1</c:v>
                </c:pt>
                <c:pt idx="7674">
                  <c:v>75.9</c:v>
                </c:pt>
                <c:pt idx="7675">
                  <c:v>74.1</c:v>
                </c:pt>
                <c:pt idx="7676">
                  <c:v>73.6</c:v>
                </c:pt>
                <c:pt idx="7677">
                  <c:v>73.3</c:v>
                </c:pt>
                <c:pt idx="7678">
                  <c:v>73.1</c:v>
                </c:pt>
                <c:pt idx="7679">
                  <c:v>72.7</c:v>
                </c:pt>
                <c:pt idx="7680">
                  <c:v>71.7</c:v>
                </c:pt>
                <c:pt idx="7681">
                  <c:v>71.5</c:v>
                </c:pt>
                <c:pt idx="7682">
                  <c:v>72.3</c:v>
                </c:pt>
                <c:pt idx="7683">
                  <c:v>72.4</c:v>
                </c:pt>
                <c:pt idx="7684">
                  <c:v>73</c:v>
                </c:pt>
                <c:pt idx="7685">
                  <c:v>72</c:v>
                </c:pt>
                <c:pt idx="7686">
                  <c:v>72.2</c:v>
                </c:pt>
                <c:pt idx="7687">
                  <c:v>72.8</c:v>
                </c:pt>
                <c:pt idx="7688">
                  <c:v>72.9</c:v>
                </c:pt>
                <c:pt idx="7689">
                  <c:v>72.7</c:v>
                </c:pt>
                <c:pt idx="7690">
                  <c:v>72.5</c:v>
                </c:pt>
                <c:pt idx="7691">
                  <c:v>70.9</c:v>
                </c:pt>
                <c:pt idx="7692">
                  <c:v>71.6</c:v>
                </c:pt>
                <c:pt idx="7693">
                  <c:v>71.6</c:v>
                </c:pt>
                <c:pt idx="7694">
                  <c:v>69.6</c:v>
                </c:pt>
                <c:pt idx="7695">
                  <c:v>68.8</c:v>
                </c:pt>
                <c:pt idx="7696">
                  <c:v>67.6</c:v>
                </c:pt>
                <c:pt idx="7697">
                  <c:v>67.2</c:v>
                </c:pt>
                <c:pt idx="7698">
                  <c:v>67.2</c:v>
                </c:pt>
                <c:pt idx="7699">
                  <c:v>66.7</c:v>
                </c:pt>
                <c:pt idx="7700">
                  <c:v>66.2</c:v>
                </c:pt>
                <c:pt idx="7701">
                  <c:v>66.6</c:v>
                </c:pt>
                <c:pt idx="7702">
                  <c:v>66.7</c:v>
                </c:pt>
                <c:pt idx="7703">
                  <c:v>66.7</c:v>
                </c:pt>
                <c:pt idx="7704">
                  <c:v>66.3</c:v>
                </c:pt>
                <c:pt idx="7705">
                  <c:v>64.5</c:v>
                </c:pt>
                <c:pt idx="7706">
                  <c:v>63.9</c:v>
                </c:pt>
                <c:pt idx="7707">
                  <c:v>63.4</c:v>
                </c:pt>
                <c:pt idx="7708">
                  <c:v>63.2</c:v>
                </c:pt>
                <c:pt idx="7709">
                  <c:v>62</c:v>
                </c:pt>
                <c:pt idx="7710">
                  <c:v>61</c:v>
                </c:pt>
                <c:pt idx="7711">
                  <c:v>59.3</c:v>
                </c:pt>
                <c:pt idx="7712">
                  <c:v>60.1</c:v>
                </c:pt>
                <c:pt idx="7713">
                  <c:v>59.9</c:v>
                </c:pt>
                <c:pt idx="7714">
                  <c:v>59.5</c:v>
                </c:pt>
                <c:pt idx="7715">
                  <c:v>59.2</c:v>
                </c:pt>
                <c:pt idx="7716">
                  <c:v>59.6</c:v>
                </c:pt>
                <c:pt idx="7717">
                  <c:v>59.6</c:v>
                </c:pt>
                <c:pt idx="7718">
                  <c:v>61.3</c:v>
                </c:pt>
                <c:pt idx="7719">
                  <c:v>62</c:v>
                </c:pt>
                <c:pt idx="7720">
                  <c:v>60.3</c:v>
                </c:pt>
                <c:pt idx="7721">
                  <c:v>59.6</c:v>
                </c:pt>
                <c:pt idx="7722">
                  <c:v>58.7</c:v>
                </c:pt>
                <c:pt idx="7723">
                  <c:v>57.5</c:v>
                </c:pt>
                <c:pt idx="7724">
                  <c:v>58.4</c:v>
                </c:pt>
                <c:pt idx="7725">
                  <c:v>57.7</c:v>
                </c:pt>
                <c:pt idx="7726">
                  <c:v>56.6</c:v>
                </c:pt>
                <c:pt idx="7727">
                  <c:v>59.4</c:v>
                </c:pt>
                <c:pt idx="7728">
                  <c:v>61.2</c:v>
                </c:pt>
                <c:pt idx="7729">
                  <c:v>62.9</c:v>
                </c:pt>
                <c:pt idx="7730">
                  <c:v>63.9</c:v>
                </c:pt>
                <c:pt idx="7731">
                  <c:v>64</c:v>
                </c:pt>
                <c:pt idx="7732">
                  <c:v>63.6</c:v>
                </c:pt>
                <c:pt idx="7733">
                  <c:v>65.1</c:v>
                </c:pt>
                <c:pt idx="7734">
                  <c:v>63.3</c:v>
                </c:pt>
                <c:pt idx="7735">
                  <c:v>61.7</c:v>
                </c:pt>
                <c:pt idx="7736">
                  <c:v>60.2</c:v>
                </c:pt>
                <c:pt idx="7737">
                  <c:v>59.7</c:v>
                </c:pt>
                <c:pt idx="7738">
                  <c:v>58.8</c:v>
                </c:pt>
                <c:pt idx="7739">
                  <c:v>59.1</c:v>
                </c:pt>
                <c:pt idx="7740">
                  <c:v>58</c:v>
                </c:pt>
                <c:pt idx="7741">
                  <c:v>58.6</c:v>
                </c:pt>
                <c:pt idx="7742">
                  <c:v>59.8</c:v>
                </c:pt>
                <c:pt idx="7743">
                  <c:v>60.5</c:v>
                </c:pt>
                <c:pt idx="7744">
                  <c:v>61.8</c:v>
                </c:pt>
                <c:pt idx="7745">
                  <c:v>62.7</c:v>
                </c:pt>
                <c:pt idx="7746">
                  <c:v>62.7</c:v>
                </c:pt>
                <c:pt idx="7747">
                  <c:v>63.3</c:v>
                </c:pt>
                <c:pt idx="7748">
                  <c:v>63.7</c:v>
                </c:pt>
                <c:pt idx="7749">
                  <c:v>63</c:v>
                </c:pt>
                <c:pt idx="7750">
                  <c:v>62</c:v>
                </c:pt>
                <c:pt idx="7751">
                  <c:v>60.8</c:v>
                </c:pt>
                <c:pt idx="7752">
                  <c:v>60</c:v>
                </c:pt>
                <c:pt idx="7753">
                  <c:v>59.6</c:v>
                </c:pt>
                <c:pt idx="7754">
                  <c:v>59.5</c:v>
                </c:pt>
                <c:pt idx="7755">
                  <c:v>58.9</c:v>
                </c:pt>
                <c:pt idx="7756">
                  <c:v>59</c:v>
                </c:pt>
                <c:pt idx="7757">
                  <c:v>59.8</c:v>
                </c:pt>
                <c:pt idx="7758">
                  <c:v>60.7</c:v>
                </c:pt>
                <c:pt idx="7759">
                  <c:v>61.5</c:v>
                </c:pt>
                <c:pt idx="7760">
                  <c:v>62.1</c:v>
                </c:pt>
                <c:pt idx="7761">
                  <c:v>62.1</c:v>
                </c:pt>
                <c:pt idx="7762">
                  <c:v>62.5</c:v>
                </c:pt>
                <c:pt idx="7763">
                  <c:v>62.9</c:v>
                </c:pt>
                <c:pt idx="7764">
                  <c:v>62.4</c:v>
                </c:pt>
                <c:pt idx="7765">
                  <c:v>61.7</c:v>
                </c:pt>
                <c:pt idx="7766">
                  <c:v>60.9</c:v>
                </c:pt>
                <c:pt idx="7767">
                  <c:v>60.6</c:v>
                </c:pt>
                <c:pt idx="7768">
                  <c:v>60.1</c:v>
                </c:pt>
                <c:pt idx="7769">
                  <c:v>59.6</c:v>
                </c:pt>
                <c:pt idx="7770">
                  <c:v>59.4</c:v>
                </c:pt>
                <c:pt idx="7771">
                  <c:v>59.8</c:v>
                </c:pt>
                <c:pt idx="7772">
                  <c:v>60.4</c:v>
                </c:pt>
                <c:pt idx="7773">
                  <c:v>60.7</c:v>
                </c:pt>
                <c:pt idx="7774">
                  <c:v>61.3</c:v>
                </c:pt>
                <c:pt idx="7775">
                  <c:v>61.6</c:v>
                </c:pt>
                <c:pt idx="7776">
                  <c:v>61.9</c:v>
                </c:pt>
                <c:pt idx="7777">
                  <c:v>62.3</c:v>
                </c:pt>
                <c:pt idx="7778">
                  <c:v>62.2</c:v>
                </c:pt>
                <c:pt idx="7779">
                  <c:v>62</c:v>
                </c:pt>
                <c:pt idx="7780">
                  <c:v>61.4</c:v>
                </c:pt>
                <c:pt idx="7781">
                  <c:v>60.9</c:v>
                </c:pt>
                <c:pt idx="7782">
                  <c:v>60.5</c:v>
                </c:pt>
                <c:pt idx="7783">
                  <c:v>60.4</c:v>
                </c:pt>
                <c:pt idx="7784">
                  <c:v>60.1</c:v>
                </c:pt>
                <c:pt idx="7785">
                  <c:v>59.8</c:v>
                </c:pt>
                <c:pt idx="7786">
                  <c:v>59.9</c:v>
                </c:pt>
                <c:pt idx="7787">
                  <c:v>60.3</c:v>
                </c:pt>
                <c:pt idx="7788">
                  <c:v>60.7</c:v>
                </c:pt>
                <c:pt idx="7789">
                  <c:v>61.2</c:v>
                </c:pt>
                <c:pt idx="7790">
                  <c:v>61.2</c:v>
                </c:pt>
                <c:pt idx="7791">
                  <c:v>61.4</c:v>
                </c:pt>
                <c:pt idx="7792">
                  <c:v>61.9</c:v>
                </c:pt>
                <c:pt idx="7793">
                  <c:v>61.9</c:v>
                </c:pt>
                <c:pt idx="7794">
                  <c:v>61.6</c:v>
                </c:pt>
                <c:pt idx="7795">
                  <c:v>61.5</c:v>
                </c:pt>
                <c:pt idx="7796">
                  <c:v>61.1</c:v>
                </c:pt>
                <c:pt idx="7797">
                  <c:v>60.7</c:v>
                </c:pt>
                <c:pt idx="7798">
                  <c:v>60.6</c:v>
                </c:pt>
                <c:pt idx="7799">
                  <c:v>60.2</c:v>
                </c:pt>
                <c:pt idx="7800">
                  <c:v>60.1</c:v>
                </c:pt>
                <c:pt idx="7801">
                  <c:v>60.3</c:v>
                </c:pt>
                <c:pt idx="7802">
                  <c:v>60.4</c:v>
                </c:pt>
                <c:pt idx="7803">
                  <c:v>60.7</c:v>
                </c:pt>
                <c:pt idx="7804">
                  <c:v>61</c:v>
                </c:pt>
                <c:pt idx="7805">
                  <c:v>61.2</c:v>
                </c:pt>
                <c:pt idx="7806">
                  <c:v>61.5</c:v>
                </c:pt>
                <c:pt idx="7807">
                  <c:v>61.6</c:v>
                </c:pt>
                <c:pt idx="7808">
                  <c:v>61.6</c:v>
                </c:pt>
                <c:pt idx="7809">
                  <c:v>61.4</c:v>
                </c:pt>
                <c:pt idx="7810">
                  <c:v>61.2</c:v>
                </c:pt>
                <c:pt idx="7811">
                  <c:v>60.9</c:v>
                </c:pt>
                <c:pt idx="7812">
                  <c:v>60.8</c:v>
                </c:pt>
                <c:pt idx="7813">
                  <c:v>60.7</c:v>
                </c:pt>
                <c:pt idx="7814">
                  <c:v>60.4</c:v>
                </c:pt>
                <c:pt idx="7815">
                  <c:v>60.3</c:v>
                </c:pt>
                <c:pt idx="7816">
                  <c:v>60.4</c:v>
                </c:pt>
                <c:pt idx="7817">
                  <c:v>60.5</c:v>
                </c:pt>
                <c:pt idx="7818">
                  <c:v>60.7</c:v>
                </c:pt>
                <c:pt idx="7819">
                  <c:v>60.8</c:v>
                </c:pt>
                <c:pt idx="7820">
                  <c:v>61</c:v>
                </c:pt>
                <c:pt idx="7821">
                  <c:v>61.2</c:v>
                </c:pt>
                <c:pt idx="7822">
                  <c:v>61.3</c:v>
                </c:pt>
                <c:pt idx="7823">
                  <c:v>61.4</c:v>
                </c:pt>
                <c:pt idx="7824">
                  <c:v>61.3</c:v>
                </c:pt>
                <c:pt idx="7825">
                  <c:v>61.2</c:v>
                </c:pt>
                <c:pt idx="7826">
                  <c:v>61.1</c:v>
                </c:pt>
                <c:pt idx="7827">
                  <c:v>60.9</c:v>
                </c:pt>
                <c:pt idx="7828">
                  <c:v>60.7</c:v>
                </c:pt>
                <c:pt idx="7829">
                  <c:v>60.5</c:v>
                </c:pt>
                <c:pt idx="7830">
                  <c:v>60.5</c:v>
                </c:pt>
                <c:pt idx="7831">
                  <c:v>60.5</c:v>
                </c:pt>
                <c:pt idx="7832">
                  <c:v>60.5</c:v>
                </c:pt>
                <c:pt idx="7833">
                  <c:v>60.6</c:v>
                </c:pt>
                <c:pt idx="7834">
                  <c:v>60.8</c:v>
                </c:pt>
                <c:pt idx="7835">
                  <c:v>61</c:v>
                </c:pt>
                <c:pt idx="7836">
                  <c:v>61.1</c:v>
                </c:pt>
                <c:pt idx="7837">
                  <c:v>61.2</c:v>
                </c:pt>
                <c:pt idx="7838">
                  <c:v>61.2</c:v>
                </c:pt>
                <c:pt idx="7839">
                  <c:v>61.2</c:v>
                </c:pt>
                <c:pt idx="7840">
                  <c:v>61.1</c:v>
                </c:pt>
                <c:pt idx="7841">
                  <c:v>61</c:v>
                </c:pt>
                <c:pt idx="7842">
                  <c:v>60.9</c:v>
                </c:pt>
                <c:pt idx="7843">
                  <c:v>60.7</c:v>
                </c:pt>
                <c:pt idx="7844">
                  <c:v>60.6</c:v>
                </c:pt>
                <c:pt idx="7845">
                  <c:v>60.6</c:v>
                </c:pt>
                <c:pt idx="7846">
                  <c:v>60.6</c:v>
                </c:pt>
                <c:pt idx="7847">
                  <c:v>60.7</c:v>
                </c:pt>
                <c:pt idx="7848">
                  <c:v>60.7</c:v>
                </c:pt>
                <c:pt idx="7849">
                  <c:v>60.7</c:v>
                </c:pt>
                <c:pt idx="7850">
                  <c:v>60.8</c:v>
                </c:pt>
                <c:pt idx="7851">
                  <c:v>61</c:v>
                </c:pt>
                <c:pt idx="7852">
                  <c:v>61.1</c:v>
                </c:pt>
                <c:pt idx="7853">
                  <c:v>61.1</c:v>
                </c:pt>
                <c:pt idx="7854">
                  <c:v>61.1</c:v>
                </c:pt>
                <c:pt idx="7855">
                  <c:v>61</c:v>
                </c:pt>
                <c:pt idx="7856">
                  <c:v>61</c:v>
                </c:pt>
                <c:pt idx="7857">
                  <c:v>60.9</c:v>
                </c:pt>
                <c:pt idx="7858">
                  <c:v>60.8</c:v>
                </c:pt>
                <c:pt idx="7859">
                  <c:v>60.7</c:v>
                </c:pt>
                <c:pt idx="7860">
                  <c:v>60.7</c:v>
                </c:pt>
                <c:pt idx="7861">
                  <c:v>60.6</c:v>
                </c:pt>
                <c:pt idx="7862">
                  <c:v>60.7</c:v>
                </c:pt>
                <c:pt idx="7863">
                  <c:v>60.7</c:v>
                </c:pt>
                <c:pt idx="7864">
                  <c:v>60.7</c:v>
                </c:pt>
                <c:pt idx="7865">
                  <c:v>60.8</c:v>
                </c:pt>
                <c:pt idx="7866">
                  <c:v>60.9</c:v>
                </c:pt>
                <c:pt idx="7867">
                  <c:v>60.9</c:v>
                </c:pt>
                <c:pt idx="7868">
                  <c:v>61</c:v>
                </c:pt>
                <c:pt idx="7869">
                  <c:v>61</c:v>
                </c:pt>
                <c:pt idx="7870">
                  <c:v>60.9</c:v>
                </c:pt>
                <c:pt idx="7871">
                  <c:v>60.9</c:v>
                </c:pt>
                <c:pt idx="7872">
                  <c:v>60.8</c:v>
                </c:pt>
                <c:pt idx="7873">
                  <c:v>60.8</c:v>
                </c:pt>
                <c:pt idx="7874">
                  <c:v>60.7</c:v>
                </c:pt>
                <c:pt idx="7875">
                  <c:v>60.7</c:v>
                </c:pt>
                <c:pt idx="7876">
                  <c:v>60.7</c:v>
                </c:pt>
                <c:pt idx="7877">
                  <c:v>60.7</c:v>
                </c:pt>
                <c:pt idx="7878">
                  <c:v>60.7</c:v>
                </c:pt>
                <c:pt idx="7879">
                  <c:v>60.7</c:v>
                </c:pt>
                <c:pt idx="7880">
                  <c:v>60.8</c:v>
                </c:pt>
                <c:pt idx="7881">
                  <c:v>60.8</c:v>
                </c:pt>
                <c:pt idx="7882">
                  <c:v>60.9</c:v>
                </c:pt>
                <c:pt idx="7883">
                  <c:v>60.9</c:v>
                </c:pt>
                <c:pt idx="7884">
                  <c:v>60.9</c:v>
                </c:pt>
                <c:pt idx="7885">
                  <c:v>60.9</c:v>
                </c:pt>
                <c:pt idx="7886">
                  <c:v>60.9</c:v>
                </c:pt>
                <c:pt idx="7887">
                  <c:v>60.8</c:v>
                </c:pt>
                <c:pt idx="7888">
                  <c:v>60.8</c:v>
                </c:pt>
                <c:pt idx="7889">
                  <c:v>60.7</c:v>
                </c:pt>
                <c:pt idx="7890">
                  <c:v>60.7</c:v>
                </c:pt>
                <c:pt idx="7891">
                  <c:v>60.7</c:v>
                </c:pt>
                <c:pt idx="7892">
                  <c:v>60.7</c:v>
                </c:pt>
                <c:pt idx="7893">
                  <c:v>60.7</c:v>
                </c:pt>
                <c:pt idx="7894">
                  <c:v>60.7</c:v>
                </c:pt>
                <c:pt idx="7895">
                  <c:v>60.8</c:v>
                </c:pt>
                <c:pt idx="7896">
                  <c:v>60.8</c:v>
                </c:pt>
                <c:pt idx="7897">
                  <c:v>60.8</c:v>
                </c:pt>
                <c:pt idx="7898">
                  <c:v>60.8</c:v>
                </c:pt>
                <c:pt idx="7899">
                  <c:v>60.8</c:v>
                </c:pt>
                <c:pt idx="7900">
                  <c:v>60.8</c:v>
                </c:pt>
                <c:pt idx="7901">
                  <c:v>60.8</c:v>
                </c:pt>
                <c:pt idx="7902">
                  <c:v>60.8</c:v>
                </c:pt>
                <c:pt idx="7903">
                  <c:v>60.8</c:v>
                </c:pt>
                <c:pt idx="7904">
                  <c:v>60.8</c:v>
                </c:pt>
                <c:pt idx="7905">
                  <c:v>60.7</c:v>
                </c:pt>
                <c:pt idx="7906">
                  <c:v>60.7</c:v>
                </c:pt>
                <c:pt idx="7907">
                  <c:v>60.7</c:v>
                </c:pt>
                <c:pt idx="7908">
                  <c:v>60.7</c:v>
                </c:pt>
                <c:pt idx="7909">
                  <c:v>60.7</c:v>
                </c:pt>
                <c:pt idx="7910">
                  <c:v>60.7</c:v>
                </c:pt>
                <c:pt idx="7911">
                  <c:v>60.8</c:v>
                </c:pt>
                <c:pt idx="7912">
                  <c:v>60.8</c:v>
                </c:pt>
                <c:pt idx="7913">
                  <c:v>60.8</c:v>
                </c:pt>
                <c:pt idx="7914">
                  <c:v>60.8</c:v>
                </c:pt>
                <c:pt idx="7915">
                  <c:v>60.8</c:v>
                </c:pt>
                <c:pt idx="7916">
                  <c:v>60.8</c:v>
                </c:pt>
                <c:pt idx="7917">
                  <c:v>60.8</c:v>
                </c:pt>
                <c:pt idx="7918">
                  <c:v>60.8</c:v>
                </c:pt>
                <c:pt idx="7919">
                  <c:v>60.8</c:v>
                </c:pt>
                <c:pt idx="7920">
                  <c:v>60.7</c:v>
                </c:pt>
                <c:pt idx="7921">
                  <c:v>60.7</c:v>
                </c:pt>
                <c:pt idx="7922">
                  <c:v>60.7</c:v>
                </c:pt>
                <c:pt idx="7923">
                  <c:v>60.7</c:v>
                </c:pt>
                <c:pt idx="7924">
                  <c:v>60.7</c:v>
                </c:pt>
                <c:pt idx="7925">
                  <c:v>60.7</c:v>
                </c:pt>
                <c:pt idx="7926">
                  <c:v>60.7</c:v>
                </c:pt>
                <c:pt idx="7927">
                  <c:v>60.8</c:v>
                </c:pt>
                <c:pt idx="7928">
                  <c:v>60.8</c:v>
                </c:pt>
                <c:pt idx="7929">
                  <c:v>60.8</c:v>
                </c:pt>
                <c:pt idx="7930">
                  <c:v>60.8</c:v>
                </c:pt>
                <c:pt idx="7931">
                  <c:v>60.8</c:v>
                </c:pt>
                <c:pt idx="7932">
                  <c:v>60.8</c:v>
                </c:pt>
                <c:pt idx="7933">
                  <c:v>60.7</c:v>
                </c:pt>
                <c:pt idx="7934">
                  <c:v>60.7</c:v>
                </c:pt>
                <c:pt idx="7935">
                  <c:v>60.7</c:v>
                </c:pt>
                <c:pt idx="7936">
                  <c:v>60.7</c:v>
                </c:pt>
                <c:pt idx="7937">
                  <c:v>60.7</c:v>
                </c:pt>
                <c:pt idx="7938">
                  <c:v>60.7</c:v>
                </c:pt>
                <c:pt idx="7939">
                  <c:v>60.7</c:v>
                </c:pt>
                <c:pt idx="7940">
                  <c:v>60.7</c:v>
                </c:pt>
                <c:pt idx="7941">
                  <c:v>60.7</c:v>
                </c:pt>
                <c:pt idx="7942">
                  <c:v>60.7</c:v>
                </c:pt>
                <c:pt idx="7943">
                  <c:v>60.7</c:v>
                </c:pt>
                <c:pt idx="7944">
                  <c:v>60.8</c:v>
                </c:pt>
                <c:pt idx="7945">
                  <c:v>60.7</c:v>
                </c:pt>
                <c:pt idx="7946">
                  <c:v>60.8</c:v>
                </c:pt>
                <c:pt idx="7947">
                  <c:v>60.7</c:v>
                </c:pt>
                <c:pt idx="7948">
                  <c:v>60.7</c:v>
                </c:pt>
                <c:pt idx="7949">
                  <c:v>60.7</c:v>
                </c:pt>
                <c:pt idx="7950">
                  <c:v>60.7</c:v>
                </c:pt>
                <c:pt idx="7951">
                  <c:v>60.7</c:v>
                </c:pt>
                <c:pt idx="7952">
                  <c:v>60.7</c:v>
                </c:pt>
                <c:pt idx="7953">
                  <c:v>60.7</c:v>
                </c:pt>
                <c:pt idx="7954">
                  <c:v>60.7</c:v>
                </c:pt>
                <c:pt idx="7955">
                  <c:v>60.7</c:v>
                </c:pt>
                <c:pt idx="7956">
                  <c:v>60.7</c:v>
                </c:pt>
                <c:pt idx="7957">
                  <c:v>60.7</c:v>
                </c:pt>
                <c:pt idx="7958">
                  <c:v>60.7</c:v>
                </c:pt>
                <c:pt idx="7959">
                  <c:v>60.7</c:v>
                </c:pt>
                <c:pt idx="7960">
                  <c:v>60.7</c:v>
                </c:pt>
                <c:pt idx="7961">
                  <c:v>60.7</c:v>
                </c:pt>
                <c:pt idx="7962">
                  <c:v>60.7</c:v>
                </c:pt>
                <c:pt idx="7963">
                  <c:v>60.7</c:v>
                </c:pt>
                <c:pt idx="7964">
                  <c:v>60.7</c:v>
                </c:pt>
                <c:pt idx="7965">
                  <c:v>60.7</c:v>
                </c:pt>
                <c:pt idx="7966">
                  <c:v>60.7</c:v>
                </c:pt>
                <c:pt idx="7967">
                  <c:v>60.7</c:v>
                </c:pt>
                <c:pt idx="7968">
                  <c:v>60.7</c:v>
                </c:pt>
                <c:pt idx="7969">
                  <c:v>60.7</c:v>
                </c:pt>
                <c:pt idx="7970">
                  <c:v>60.7</c:v>
                </c:pt>
                <c:pt idx="7971">
                  <c:v>60.7</c:v>
                </c:pt>
                <c:pt idx="7972">
                  <c:v>60.7</c:v>
                </c:pt>
                <c:pt idx="7973">
                  <c:v>60.7</c:v>
                </c:pt>
                <c:pt idx="7974">
                  <c:v>60.7</c:v>
                </c:pt>
                <c:pt idx="7975">
                  <c:v>60.7</c:v>
                </c:pt>
                <c:pt idx="7976">
                  <c:v>60.7</c:v>
                </c:pt>
                <c:pt idx="7977">
                  <c:v>60.7</c:v>
                </c:pt>
                <c:pt idx="7978">
                  <c:v>60.7</c:v>
                </c:pt>
                <c:pt idx="7979">
                  <c:v>60.7</c:v>
                </c:pt>
                <c:pt idx="7980">
                  <c:v>60.7</c:v>
                </c:pt>
                <c:pt idx="7981">
                  <c:v>60.7</c:v>
                </c:pt>
                <c:pt idx="7982">
                  <c:v>60.7</c:v>
                </c:pt>
                <c:pt idx="7983">
                  <c:v>60.7</c:v>
                </c:pt>
                <c:pt idx="7984">
                  <c:v>60.7</c:v>
                </c:pt>
                <c:pt idx="7985">
                  <c:v>60.7</c:v>
                </c:pt>
                <c:pt idx="7986">
                  <c:v>60.7</c:v>
                </c:pt>
                <c:pt idx="7987">
                  <c:v>60.7</c:v>
                </c:pt>
                <c:pt idx="7988">
                  <c:v>60.7</c:v>
                </c:pt>
                <c:pt idx="7989">
                  <c:v>60.7</c:v>
                </c:pt>
                <c:pt idx="7990">
                  <c:v>60.7</c:v>
                </c:pt>
                <c:pt idx="7991">
                  <c:v>60.7</c:v>
                </c:pt>
                <c:pt idx="7992">
                  <c:v>60.7</c:v>
                </c:pt>
                <c:pt idx="7993">
                  <c:v>60.7</c:v>
                </c:pt>
                <c:pt idx="7994">
                  <c:v>60.7</c:v>
                </c:pt>
                <c:pt idx="7995">
                  <c:v>60.7</c:v>
                </c:pt>
                <c:pt idx="7996">
                  <c:v>60.7</c:v>
                </c:pt>
                <c:pt idx="7997">
                  <c:v>60.7</c:v>
                </c:pt>
                <c:pt idx="7998">
                  <c:v>60.7</c:v>
                </c:pt>
                <c:pt idx="7999">
                  <c:v>60.7</c:v>
                </c:pt>
                <c:pt idx="8000">
                  <c:v>60.7</c:v>
                </c:pt>
                <c:pt idx="8001">
                  <c:v>60.7</c:v>
                </c:pt>
                <c:pt idx="8002">
                  <c:v>60.7</c:v>
                </c:pt>
                <c:pt idx="8003">
                  <c:v>60.7</c:v>
                </c:pt>
                <c:pt idx="8004">
                  <c:v>60.7</c:v>
                </c:pt>
                <c:pt idx="8005">
                  <c:v>60.7</c:v>
                </c:pt>
                <c:pt idx="8006">
                  <c:v>60.7</c:v>
                </c:pt>
                <c:pt idx="8007">
                  <c:v>60.7</c:v>
                </c:pt>
                <c:pt idx="8008">
                  <c:v>60.7</c:v>
                </c:pt>
                <c:pt idx="8009">
                  <c:v>60.7</c:v>
                </c:pt>
                <c:pt idx="8010">
                  <c:v>60.7</c:v>
                </c:pt>
                <c:pt idx="8011">
                  <c:v>60.7</c:v>
                </c:pt>
                <c:pt idx="8012">
                  <c:v>60.7</c:v>
                </c:pt>
                <c:pt idx="8013">
                  <c:v>60.7</c:v>
                </c:pt>
                <c:pt idx="8014">
                  <c:v>60.7</c:v>
                </c:pt>
                <c:pt idx="8015">
                  <c:v>60.7</c:v>
                </c:pt>
                <c:pt idx="8016">
                  <c:v>60.7</c:v>
                </c:pt>
                <c:pt idx="8017">
                  <c:v>60.7</c:v>
                </c:pt>
                <c:pt idx="8018">
                  <c:v>60.7</c:v>
                </c:pt>
                <c:pt idx="8019">
                  <c:v>60.7</c:v>
                </c:pt>
                <c:pt idx="8020">
                  <c:v>60.7</c:v>
                </c:pt>
                <c:pt idx="8021">
                  <c:v>60.7</c:v>
                </c:pt>
                <c:pt idx="8022">
                  <c:v>60.7</c:v>
                </c:pt>
                <c:pt idx="8023">
                  <c:v>60.7</c:v>
                </c:pt>
                <c:pt idx="8024">
                  <c:v>60.7</c:v>
                </c:pt>
                <c:pt idx="8025">
                  <c:v>60.7</c:v>
                </c:pt>
                <c:pt idx="8026">
                  <c:v>60.7</c:v>
                </c:pt>
                <c:pt idx="8027">
                  <c:v>60.7</c:v>
                </c:pt>
                <c:pt idx="8028">
                  <c:v>60.7</c:v>
                </c:pt>
                <c:pt idx="8029">
                  <c:v>60.7</c:v>
                </c:pt>
                <c:pt idx="8030">
                  <c:v>60.7</c:v>
                </c:pt>
                <c:pt idx="8031">
                  <c:v>60.7</c:v>
                </c:pt>
                <c:pt idx="8032">
                  <c:v>60.7</c:v>
                </c:pt>
                <c:pt idx="8033">
                  <c:v>60.7</c:v>
                </c:pt>
                <c:pt idx="8034">
                  <c:v>60.7</c:v>
                </c:pt>
                <c:pt idx="8035">
                  <c:v>60.7</c:v>
                </c:pt>
                <c:pt idx="8036">
                  <c:v>60.7</c:v>
                </c:pt>
                <c:pt idx="8037">
                  <c:v>60.7</c:v>
                </c:pt>
                <c:pt idx="8038">
                  <c:v>60.7</c:v>
                </c:pt>
                <c:pt idx="8039">
                  <c:v>60.7</c:v>
                </c:pt>
                <c:pt idx="8040">
                  <c:v>60.7</c:v>
                </c:pt>
                <c:pt idx="8041">
                  <c:v>60.7</c:v>
                </c:pt>
                <c:pt idx="8042">
                  <c:v>60.7</c:v>
                </c:pt>
                <c:pt idx="8043">
                  <c:v>60.7</c:v>
                </c:pt>
                <c:pt idx="8044">
                  <c:v>60.7</c:v>
                </c:pt>
                <c:pt idx="8045">
                  <c:v>60.7</c:v>
                </c:pt>
                <c:pt idx="8046">
                  <c:v>60.7</c:v>
                </c:pt>
                <c:pt idx="8047">
                  <c:v>60.7</c:v>
                </c:pt>
                <c:pt idx="8048">
                  <c:v>60.7</c:v>
                </c:pt>
                <c:pt idx="8049">
                  <c:v>60.7</c:v>
                </c:pt>
                <c:pt idx="8050">
                  <c:v>60.7</c:v>
                </c:pt>
                <c:pt idx="8051">
                  <c:v>60.7</c:v>
                </c:pt>
                <c:pt idx="8052">
                  <c:v>60.7</c:v>
                </c:pt>
                <c:pt idx="8053">
                  <c:v>60.7</c:v>
                </c:pt>
                <c:pt idx="8054">
                  <c:v>60.7</c:v>
                </c:pt>
                <c:pt idx="8055">
                  <c:v>60.7</c:v>
                </c:pt>
                <c:pt idx="8056">
                  <c:v>60.7</c:v>
                </c:pt>
                <c:pt idx="8057">
                  <c:v>60.7</c:v>
                </c:pt>
                <c:pt idx="8058">
                  <c:v>60.7</c:v>
                </c:pt>
                <c:pt idx="8059">
                  <c:v>60.7</c:v>
                </c:pt>
                <c:pt idx="8060">
                  <c:v>60.7</c:v>
                </c:pt>
                <c:pt idx="8061">
                  <c:v>60.7</c:v>
                </c:pt>
                <c:pt idx="8062">
                  <c:v>60.7</c:v>
                </c:pt>
                <c:pt idx="8063">
                  <c:v>60.7</c:v>
                </c:pt>
                <c:pt idx="8064">
                  <c:v>60.7</c:v>
                </c:pt>
                <c:pt idx="8065">
                  <c:v>60.7</c:v>
                </c:pt>
                <c:pt idx="8066">
                  <c:v>60.7</c:v>
                </c:pt>
                <c:pt idx="8067">
                  <c:v>60.7</c:v>
                </c:pt>
                <c:pt idx="8068">
                  <c:v>60.7</c:v>
                </c:pt>
                <c:pt idx="8069">
                  <c:v>60.7</c:v>
                </c:pt>
                <c:pt idx="8070">
                  <c:v>60.7</c:v>
                </c:pt>
                <c:pt idx="8071">
                  <c:v>60.7</c:v>
                </c:pt>
                <c:pt idx="8072">
                  <c:v>60.7</c:v>
                </c:pt>
                <c:pt idx="8073">
                  <c:v>60.7</c:v>
                </c:pt>
                <c:pt idx="8074">
                  <c:v>60.7</c:v>
                </c:pt>
                <c:pt idx="8075">
                  <c:v>60.7</c:v>
                </c:pt>
                <c:pt idx="8076">
                  <c:v>60.7</c:v>
                </c:pt>
                <c:pt idx="8077">
                  <c:v>60.7</c:v>
                </c:pt>
                <c:pt idx="8078">
                  <c:v>60.7</c:v>
                </c:pt>
                <c:pt idx="8079">
                  <c:v>60.7</c:v>
                </c:pt>
                <c:pt idx="8080">
                  <c:v>60.7</c:v>
                </c:pt>
                <c:pt idx="8081">
                  <c:v>60.7</c:v>
                </c:pt>
                <c:pt idx="8082">
                  <c:v>60.7</c:v>
                </c:pt>
                <c:pt idx="8083">
                  <c:v>60.7</c:v>
                </c:pt>
                <c:pt idx="8084">
                  <c:v>60.7</c:v>
                </c:pt>
                <c:pt idx="8085">
                  <c:v>60.7</c:v>
                </c:pt>
                <c:pt idx="8086">
                  <c:v>60.7</c:v>
                </c:pt>
                <c:pt idx="8087">
                  <c:v>60.7</c:v>
                </c:pt>
                <c:pt idx="8088">
                  <c:v>60.7</c:v>
                </c:pt>
                <c:pt idx="8089">
                  <c:v>60.7</c:v>
                </c:pt>
                <c:pt idx="8090">
                  <c:v>60.7</c:v>
                </c:pt>
                <c:pt idx="8091">
                  <c:v>60.7</c:v>
                </c:pt>
                <c:pt idx="8092">
                  <c:v>60.7</c:v>
                </c:pt>
                <c:pt idx="8093">
                  <c:v>60.7</c:v>
                </c:pt>
                <c:pt idx="8094">
                  <c:v>60.6</c:v>
                </c:pt>
                <c:pt idx="8095">
                  <c:v>60.7</c:v>
                </c:pt>
                <c:pt idx="8096">
                  <c:v>60.7</c:v>
                </c:pt>
                <c:pt idx="8097">
                  <c:v>60.7</c:v>
                </c:pt>
                <c:pt idx="8098">
                  <c:v>60.7</c:v>
                </c:pt>
                <c:pt idx="8099">
                  <c:v>60.7</c:v>
                </c:pt>
                <c:pt idx="8100">
                  <c:v>60.7</c:v>
                </c:pt>
                <c:pt idx="8101">
                  <c:v>60.7</c:v>
                </c:pt>
                <c:pt idx="8102">
                  <c:v>60.7</c:v>
                </c:pt>
                <c:pt idx="8103">
                  <c:v>60.6</c:v>
                </c:pt>
                <c:pt idx="8104">
                  <c:v>60.7</c:v>
                </c:pt>
                <c:pt idx="8105">
                  <c:v>60.7</c:v>
                </c:pt>
                <c:pt idx="8106">
                  <c:v>60.7</c:v>
                </c:pt>
                <c:pt idx="8107">
                  <c:v>60.6</c:v>
                </c:pt>
                <c:pt idx="8108">
                  <c:v>60.6</c:v>
                </c:pt>
                <c:pt idx="8109">
                  <c:v>60.6</c:v>
                </c:pt>
                <c:pt idx="8110">
                  <c:v>60.6</c:v>
                </c:pt>
                <c:pt idx="8111">
                  <c:v>60.6</c:v>
                </c:pt>
                <c:pt idx="8112">
                  <c:v>60.6</c:v>
                </c:pt>
                <c:pt idx="8113">
                  <c:v>60.6</c:v>
                </c:pt>
                <c:pt idx="8114">
                  <c:v>60.7</c:v>
                </c:pt>
                <c:pt idx="8115">
                  <c:v>60.6</c:v>
                </c:pt>
                <c:pt idx="8116">
                  <c:v>60.6</c:v>
                </c:pt>
                <c:pt idx="8117">
                  <c:v>60.6</c:v>
                </c:pt>
                <c:pt idx="8118">
                  <c:v>60.6</c:v>
                </c:pt>
                <c:pt idx="8119">
                  <c:v>60.6</c:v>
                </c:pt>
                <c:pt idx="8120">
                  <c:v>60.6</c:v>
                </c:pt>
                <c:pt idx="8121">
                  <c:v>60.6</c:v>
                </c:pt>
                <c:pt idx="8122">
                  <c:v>60.6</c:v>
                </c:pt>
                <c:pt idx="8123">
                  <c:v>60.6</c:v>
                </c:pt>
                <c:pt idx="8124">
                  <c:v>60.6</c:v>
                </c:pt>
                <c:pt idx="8125">
                  <c:v>60.6</c:v>
                </c:pt>
                <c:pt idx="8126">
                  <c:v>60.6</c:v>
                </c:pt>
                <c:pt idx="8127">
                  <c:v>60.6</c:v>
                </c:pt>
                <c:pt idx="8128">
                  <c:v>60.6</c:v>
                </c:pt>
                <c:pt idx="8129">
                  <c:v>60.6</c:v>
                </c:pt>
                <c:pt idx="8130">
                  <c:v>60.6</c:v>
                </c:pt>
                <c:pt idx="8131">
                  <c:v>60.6</c:v>
                </c:pt>
                <c:pt idx="8132">
                  <c:v>60.6</c:v>
                </c:pt>
                <c:pt idx="8133">
                  <c:v>60.6</c:v>
                </c:pt>
                <c:pt idx="8134">
                  <c:v>60.6</c:v>
                </c:pt>
                <c:pt idx="8135">
                  <c:v>60.6</c:v>
                </c:pt>
                <c:pt idx="8136">
                  <c:v>60.6</c:v>
                </c:pt>
                <c:pt idx="8137">
                  <c:v>60.6</c:v>
                </c:pt>
                <c:pt idx="8138">
                  <c:v>60.6</c:v>
                </c:pt>
                <c:pt idx="8139">
                  <c:v>60.6</c:v>
                </c:pt>
                <c:pt idx="8140">
                  <c:v>60.6</c:v>
                </c:pt>
                <c:pt idx="8141">
                  <c:v>60.6</c:v>
                </c:pt>
                <c:pt idx="8142">
                  <c:v>60.6</c:v>
                </c:pt>
                <c:pt idx="8143">
                  <c:v>60.6</c:v>
                </c:pt>
                <c:pt idx="8144">
                  <c:v>60.6</c:v>
                </c:pt>
                <c:pt idx="8145">
                  <c:v>60.6</c:v>
                </c:pt>
                <c:pt idx="8146">
                  <c:v>60.6</c:v>
                </c:pt>
                <c:pt idx="8147">
                  <c:v>60.6</c:v>
                </c:pt>
                <c:pt idx="8148">
                  <c:v>60.6</c:v>
                </c:pt>
                <c:pt idx="8149">
                  <c:v>60.6</c:v>
                </c:pt>
                <c:pt idx="8150">
                  <c:v>60.6</c:v>
                </c:pt>
                <c:pt idx="8151">
                  <c:v>60.6</c:v>
                </c:pt>
                <c:pt idx="8152">
                  <c:v>60.6</c:v>
                </c:pt>
                <c:pt idx="8153">
                  <c:v>60.6</c:v>
                </c:pt>
                <c:pt idx="8154">
                  <c:v>60.6</c:v>
                </c:pt>
                <c:pt idx="8155">
                  <c:v>60.6</c:v>
                </c:pt>
                <c:pt idx="8156">
                  <c:v>60.6</c:v>
                </c:pt>
                <c:pt idx="8157">
                  <c:v>60.6</c:v>
                </c:pt>
                <c:pt idx="8158">
                  <c:v>60.6</c:v>
                </c:pt>
                <c:pt idx="8159">
                  <c:v>60.6</c:v>
                </c:pt>
                <c:pt idx="8160">
                  <c:v>60.6</c:v>
                </c:pt>
                <c:pt idx="8161">
                  <c:v>60.6</c:v>
                </c:pt>
                <c:pt idx="8162">
                  <c:v>60.6</c:v>
                </c:pt>
                <c:pt idx="8163">
                  <c:v>60.6</c:v>
                </c:pt>
                <c:pt idx="8164">
                  <c:v>60.6</c:v>
                </c:pt>
                <c:pt idx="8165">
                  <c:v>60.6</c:v>
                </c:pt>
                <c:pt idx="8166">
                  <c:v>60.6</c:v>
                </c:pt>
                <c:pt idx="8167">
                  <c:v>60.6</c:v>
                </c:pt>
                <c:pt idx="8168">
                  <c:v>60.6</c:v>
                </c:pt>
                <c:pt idx="8169">
                  <c:v>60.6</c:v>
                </c:pt>
                <c:pt idx="8170">
                  <c:v>60.6</c:v>
                </c:pt>
                <c:pt idx="8171">
                  <c:v>60.6</c:v>
                </c:pt>
                <c:pt idx="8172">
                  <c:v>60.6</c:v>
                </c:pt>
                <c:pt idx="8173">
                  <c:v>60.6</c:v>
                </c:pt>
                <c:pt idx="8174">
                  <c:v>60.6</c:v>
                </c:pt>
                <c:pt idx="8175">
                  <c:v>60.6</c:v>
                </c:pt>
                <c:pt idx="8176">
                  <c:v>60.6</c:v>
                </c:pt>
                <c:pt idx="8177">
                  <c:v>60.6</c:v>
                </c:pt>
                <c:pt idx="8178">
                  <c:v>60.6</c:v>
                </c:pt>
                <c:pt idx="8179">
                  <c:v>60.6</c:v>
                </c:pt>
                <c:pt idx="8180">
                  <c:v>60.6</c:v>
                </c:pt>
                <c:pt idx="8181">
                  <c:v>60.6</c:v>
                </c:pt>
                <c:pt idx="8182">
                  <c:v>60.6</c:v>
                </c:pt>
                <c:pt idx="8183">
                  <c:v>60.6</c:v>
                </c:pt>
                <c:pt idx="8184">
                  <c:v>60.6</c:v>
                </c:pt>
                <c:pt idx="8185">
                  <c:v>60.6</c:v>
                </c:pt>
                <c:pt idx="8186">
                  <c:v>60.6</c:v>
                </c:pt>
                <c:pt idx="8187">
                  <c:v>60.6</c:v>
                </c:pt>
                <c:pt idx="8188">
                  <c:v>60.6</c:v>
                </c:pt>
                <c:pt idx="8189">
                  <c:v>60.6</c:v>
                </c:pt>
                <c:pt idx="8190">
                  <c:v>60.6</c:v>
                </c:pt>
                <c:pt idx="8191">
                  <c:v>60.6</c:v>
                </c:pt>
                <c:pt idx="8192">
                  <c:v>60.6</c:v>
                </c:pt>
                <c:pt idx="8193">
                  <c:v>60.6</c:v>
                </c:pt>
                <c:pt idx="8194">
                  <c:v>60.6</c:v>
                </c:pt>
                <c:pt idx="8195">
                  <c:v>60.6</c:v>
                </c:pt>
                <c:pt idx="8196">
                  <c:v>60.6</c:v>
                </c:pt>
                <c:pt idx="8197">
                  <c:v>60.6</c:v>
                </c:pt>
                <c:pt idx="8198">
                  <c:v>60.6</c:v>
                </c:pt>
                <c:pt idx="8199">
                  <c:v>60.6</c:v>
                </c:pt>
                <c:pt idx="8200">
                  <c:v>60.6</c:v>
                </c:pt>
                <c:pt idx="8201">
                  <c:v>60.6</c:v>
                </c:pt>
                <c:pt idx="8202">
                  <c:v>60.6</c:v>
                </c:pt>
                <c:pt idx="8203">
                  <c:v>60.6</c:v>
                </c:pt>
                <c:pt idx="8204">
                  <c:v>60.6</c:v>
                </c:pt>
                <c:pt idx="8205">
                  <c:v>60.6</c:v>
                </c:pt>
                <c:pt idx="8206">
                  <c:v>60.6</c:v>
                </c:pt>
                <c:pt idx="8207">
                  <c:v>60.6</c:v>
                </c:pt>
                <c:pt idx="8208">
                  <c:v>60.6</c:v>
                </c:pt>
                <c:pt idx="8209">
                  <c:v>60.6</c:v>
                </c:pt>
                <c:pt idx="8210">
                  <c:v>60.6</c:v>
                </c:pt>
                <c:pt idx="8211">
                  <c:v>60.6</c:v>
                </c:pt>
                <c:pt idx="8212">
                  <c:v>60.6</c:v>
                </c:pt>
                <c:pt idx="8213">
                  <c:v>60.6</c:v>
                </c:pt>
                <c:pt idx="8214">
                  <c:v>60.6</c:v>
                </c:pt>
                <c:pt idx="8215">
                  <c:v>60.6</c:v>
                </c:pt>
                <c:pt idx="8216">
                  <c:v>60.6</c:v>
                </c:pt>
                <c:pt idx="8217">
                  <c:v>60.6</c:v>
                </c:pt>
                <c:pt idx="8218">
                  <c:v>60.6</c:v>
                </c:pt>
                <c:pt idx="8219">
                  <c:v>60.6</c:v>
                </c:pt>
                <c:pt idx="8220">
                  <c:v>60.6</c:v>
                </c:pt>
                <c:pt idx="8221">
                  <c:v>60.6</c:v>
                </c:pt>
                <c:pt idx="8222">
                  <c:v>60.6</c:v>
                </c:pt>
                <c:pt idx="8223">
                  <c:v>60.6</c:v>
                </c:pt>
                <c:pt idx="8224">
                  <c:v>60.6</c:v>
                </c:pt>
                <c:pt idx="8225">
                  <c:v>60.6</c:v>
                </c:pt>
                <c:pt idx="8226">
                  <c:v>60.6</c:v>
                </c:pt>
                <c:pt idx="8227">
                  <c:v>60.6</c:v>
                </c:pt>
                <c:pt idx="8228">
                  <c:v>60.6</c:v>
                </c:pt>
                <c:pt idx="8229">
                  <c:v>60.6</c:v>
                </c:pt>
                <c:pt idx="8230">
                  <c:v>60.6</c:v>
                </c:pt>
                <c:pt idx="8231">
                  <c:v>60.6</c:v>
                </c:pt>
                <c:pt idx="8232">
                  <c:v>60.6</c:v>
                </c:pt>
                <c:pt idx="8233">
                  <c:v>60.6</c:v>
                </c:pt>
                <c:pt idx="8234">
                  <c:v>60.6</c:v>
                </c:pt>
                <c:pt idx="8235">
                  <c:v>60.6</c:v>
                </c:pt>
                <c:pt idx="8236">
                  <c:v>60.6</c:v>
                </c:pt>
                <c:pt idx="8237">
                  <c:v>60.6</c:v>
                </c:pt>
                <c:pt idx="8238">
                  <c:v>60.6</c:v>
                </c:pt>
                <c:pt idx="8239">
                  <c:v>60.6</c:v>
                </c:pt>
                <c:pt idx="8240">
                  <c:v>60.6</c:v>
                </c:pt>
                <c:pt idx="8241">
                  <c:v>60.6</c:v>
                </c:pt>
                <c:pt idx="8242">
                  <c:v>60.6</c:v>
                </c:pt>
                <c:pt idx="8243">
                  <c:v>60.6</c:v>
                </c:pt>
                <c:pt idx="8244">
                  <c:v>60.6</c:v>
                </c:pt>
                <c:pt idx="8245">
                  <c:v>60.6</c:v>
                </c:pt>
                <c:pt idx="8246">
                  <c:v>60.6</c:v>
                </c:pt>
                <c:pt idx="8247">
                  <c:v>60.6</c:v>
                </c:pt>
                <c:pt idx="8248">
                  <c:v>60.6</c:v>
                </c:pt>
                <c:pt idx="8249">
                  <c:v>60.6</c:v>
                </c:pt>
                <c:pt idx="8250">
                  <c:v>60.6</c:v>
                </c:pt>
                <c:pt idx="8251">
                  <c:v>60.6</c:v>
                </c:pt>
                <c:pt idx="8252">
                  <c:v>60.6</c:v>
                </c:pt>
                <c:pt idx="8253">
                  <c:v>60.6</c:v>
                </c:pt>
                <c:pt idx="8254">
                  <c:v>60.6</c:v>
                </c:pt>
                <c:pt idx="8255">
                  <c:v>60.6</c:v>
                </c:pt>
                <c:pt idx="8256">
                  <c:v>60.6</c:v>
                </c:pt>
                <c:pt idx="8257">
                  <c:v>60.6</c:v>
                </c:pt>
                <c:pt idx="8258">
                  <c:v>60.6</c:v>
                </c:pt>
                <c:pt idx="8259">
                  <c:v>60.6</c:v>
                </c:pt>
                <c:pt idx="8260">
                  <c:v>60.6</c:v>
                </c:pt>
                <c:pt idx="8261">
                  <c:v>60.6</c:v>
                </c:pt>
                <c:pt idx="8262">
                  <c:v>60.6</c:v>
                </c:pt>
                <c:pt idx="8263">
                  <c:v>60.6</c:v>
                </c:pt>
                <c:pt idx="8264">
                  <c:v>60.6</c:v>
                </c:pt>
                <c:pt idx="8265">
                  <c:v>60.6</c:v>
                </c:pt>
                <c:pt idx="8266">
                  <c:v>60.6</c:v>
                </c:pt>
                <c:pt idx="8267">
                  <c:v>60.6</c:v>
                </c:pt>
                <c:pt idx="8268">
                  <c:v>60.6</c:v>
                </c:pt>
                <c:pt idx="8269">
                  <c:v>60.6</c:v>
                </c:pt>
                <c:pt idx="8270">
                  <c:v>60.6</c:v>
                </c:pt>
                <c:pt idx="8271">
                  <c:v>60.6</c:v>
                </c:pt>
                <c:pt idx="8272">
                  <c:v>60.6</c:v>
                </c:pt>
                <c:pt idx="8273">
                  <c:v>60.6</c:v>
                </c:pt>
                <c:pt idx="8274">
                  <c:v>60.6</c:v>
                </c:pt>
                <c:pt idx="8275">
                  <c:v>60.6</c:v>
                </c:pt>
                <c:pt idx="8276">
                  <c:v>60.6</c:v>
                </c:pt>
                <c:pt idx="8277">
                  <c:v>60.5</c:v>
                </c:pt>
                <c:pt idx="8278">
                  <c:v>60.6</c:v>
                </c:pt>
                <c:pt idx="8279">
                  <c:v>60.5</c:v>
                </c:pt>
                <c:pt idx="8280">
                  <c:v>60.6</c:v>
                </c:pt>
                <c:pt idx="8281">
                  <c:v>60.5</c:v>
                </c:pt>
                <c:pt idx="8282">
                  <c:v>60.6</c:v>
                </c:pt>
                <c:pt idx="8283">
                  <c:v>60.6</c:v>
                </c:pt>
                <c:pt idx="8284">
                  <c:v>60.6</c:v>
                </c:pt>
                <c:pt idx="8285">
                  <c:v>60.5</c:v>
                </c:pt>
                <c:pt idx="8286">
                  <c:v>60.5</c:v>
                </c:pt>
                <c:pt idx="8287">
                  <c:v>60.6</c:v>
                </c:pt>
                <c:pt idx="8288">
                  <c:v>60.5</c:v>
                </c:pt>
                <c:pt idx="8289">
                  <c:v>60.6</c:v>
                </c:pt>
                <c:pt idx="8290">
                  <c:v>60.6</c:v>
                </c:pt>
                <c:pt idx="8291">
                  <c:v>60.6</c:v>
                </c:pt>
                <c:pt idx="8292">
                  <c:v>60.5</c:v>
                </c:pt>
                <c:pt idx="8293">
                  <c:v>60.5</c:v>
                </c:pt>
                <c:pt idx="8294">
                  <c:v>60.5</c:v>
                </c:pt>
                <c:pt idx="8295">
                  <c:v>60.5</c:v>
                </c:pt>
                <c:pt idx="8296">
                  <c:v>60.5</c:v>
                </c:pt>
                <c:pt idx="8297">
                  <c:v>60.5</c:v>
                </c:pt>
                <c:pt idx="8298">
                  <c:v>60.5</c:v>
                </c:pt>
                <c:pt idx="8299">
                  <c:v>60.5</c:v>
                </c:pt>
                <c:pt idx="8300">
                  <c:v>60.5</c:v>
                </c:pt>
                <c:pt idx="8301">
                  <c:v>60.5</c:v>
                </c:pt>
                <c:pt idx="8302">
                  <c:v>60.5</c:v>
                </c:pt>
                <c:pt idx="8303">
                  <c:v>60.5</c:v>
                </c:pt>
                <c:pt idx="8304">
                  <c:v>60.5</c:v>
                </c:pt>
                <c:pt idx="8305">
                  <c:v>60.5</c:v>
                </c:pt>
                <c:pt idx="8306">
                  <c:v>60.5</c:v>
                </c:pt>
                <c:pt idx="8307">
                  <c:v>60.5</c:v>
                </c:pt>
                <c:pt idx="8308">
                  <c:v>60.5</c:v>
                </c:pt>
                <c:pt idx="8309">
                  <c:v>60.5</c:v>
                </c:pt>
                <c:pt idx="8310">
                  <c:v>60.5</c:v>
                </c:pt>
                <c:pt idx="8311">
                  <c:v>60.5</c:v>
                </c:pt>
                <c:pt idx="8312">
                  <c:v>60.5</c:v>
                </c:pt>
                <c:pt idx="8313">
                  <c:v>60.5</c:v>
                </c:pt>
                <c:pt idx="8314">
                  <c:v>60.5</c:v>
                </c:pt>
                <c:pt idx="8315">
                  <c:v>60.5</c:v>
                </c:pt>
                <c:pt idx="8316">
                  <c:v>60.5</c:v>
                </c:pt>
                <c:pt idx="8317">
                  <c:v>60.5</c:v>
                </c:pt>
                <c:pt idx="8318">
                  <c:v>60.5</c:v>
                </c:pt>
                <c:pt idx="8319">
                  <c:v>60.5</c:v>
                </c:pt>
                <c:pt idx="8320">
                  <c:v>60.5</c:v>
                </c:pt>
                <c:pt idx="8321">
                  <c:v>60.5</c:v>
                </c:pt>
                <c:pt idx="8322">
                  <c:v>60.5</c:v>
                </c:pt>
                <c:pt idx="8323">
                  <c:v>60.5</c:v>
                </c:pt>
                <c:pt idx="8324">
                  <c:v>60.5</c:v>
                </c:pt>
                <c:pt idx="8325">
                  <c:v>60.5</c:v>
                </c:pt>
                <c:pt idx="8326">
                  <c:v>60.5</c:v>
                </c:pt>
                <c:pt idx="8327">
                  <c:v>60.5</c:v>
                </c:pt>
                <c:pt idx="8328">
                  <c:v>60.5</c:v>
                </c:pt>
                <c:pt idx="8329">
                  <c:v>60.5</c:v>
                </c:pt>
                <c:pt idx="8330">
                  <c:v>60.5</c:v>
                </c:pt>
                <c:pt idx="8331">
                  <c:v>60.5</c:v>
                </c:pt>
                <c:pt idx="8332">
                  <c:v>60.5</c:v>
                </c:pt>
                <c:pt idx="8333">
                  <c:v>60.5</c:v>
                </c:pt>
                <c:pt idx="8334">
                  <c:v>60.5</c:v>
                </c:pt>
                <c:pt idx="8335">
                  <c:v>60.5</c:v>
                </c:pt>
                <c:pt idx="8336">
                  <c:v>60.5</c:v>
                </c:pt>
                <c:pt idx="8337">
                  <c:v>60.5</c:v>
                </c:pt>
                <c:pt idx="8338">
                  <c:v>60.5</c:v>
                </c:pt>
                <c:pt idx="8339">
                  <c:v>60.5</c:v>
                </c:pt>
                <c:pt idx="8340">
                  <c:v>60.5</c:v>
                </c:pt>
                <c:pt idx="8341">
                  <c:v>60.5</c:v>
                </c:pt>
                <c:pt idx="8342">
                  <c:v>60.5</c:v>
                </c:pt>
                <c:pt idx="8343">
                  <c:v>60.5</c:v>
                </c:pt>
                <c:pt idx="8344">
                  <c:v>60.5</c:v>
                </c:pt>
                <c:pt idx="8345">
                  <c:v>60.5</c:v>
                </c:pt>
                <c:pt idx="8346">
                  <c:v>60.5</c:v>
                </c:pt>
                <c:pt idx="8347">
                  <c:v>60.5</c:v>
                </c:pt>
                <c:pt idx="8348">
                  <c:v>60.5</c:v>
                </c:pt>
                <c:pt idx="8349">
                  <c:v>60.5</c:v>
                </c:pt>
                <c:pt idx="8350">
                  <c:v>60.5</c:v>
                </c:pt>
                <c:pt idx="8351">
                  <c:v>60.5</c:v>
                </c:pt>
                <c:pt idx="8352">
                  <c:v>60.5</c:v>
                </c:pt>
                <c:pt idx="8353">
                  <c:v>60.5</c:v>
                </c:pt>
                <c:pt idx="8354">
                  <c:v>60.5</c:v>
                </c:pt>
                <c:pt idx="8355">
                  <c:v>60.5</c:v>
                </c:pt>
                <c:pt idx="8356">
                  <c:v>60.5</c:v>
                </c:pt>
                <c:pt idx="8357">
                  <c:v>60.5</c:v>
                </c:pt>
                <c:pt idx="8358">
                  <c:v>60.5</c:v>
                </c:pt>
                <c:pt idx="8359">
                  <c:v>60.5</c:v>
                </c:pt>
                <c:pt idx="8360">
                  <c:v>60.5</c:v>
                </c:pt>
                <c:pt idx="8361">
                  <c:v>60.5</c:v>
                </c:pt>
                <c:pt idx="8362">
                  <c:v>60.5</c:v>
                </c:pt>
                <c:pt idx="8363">
                  <c:v>60.5</c:v>
                </c:pt>
                <c:pt idx="8364">
                  <c:v>60.5</c:v>
                </c:pt>
                <c:pt idx="8365">
                  <c:v>60.5</c:v>
                </c:pt>
                <c:pt idx="8366">
                  <c:v>60.5</c:v>
                </c:pt>
                <c:pt idx="8367">
                  <c:v>60.5</c:v>
                </c:pt>
                <c:pt idx="8368">
                  <c:v>60.5</c:v>
                </c:pt>
                <c:pt idx="8369">
                  <c:v>60.5</c:v>
                </c:pt>
                <c:pt idx="8370">
                  <c:v>60.5</c:v>
                </c:pt>
                <c:pt idx="8371">
                  <c:v>60.5</c:v>
                </c:pt>
                <c:pt idx="8372">
                  <c:v>60.5</c:v>
                </c:pt>
                <c:pt idx="8373">
                  <c:v>60.5</c:v>
                </c:pt>
                <c:pt idx="8374">
                  <c:v>60.5</c:v>
                </c:pt>
                <c:pt idx="8375">
                  <c:v>60.5</c:v>
                </c:pt>
                <c:pt idx="8376">
                  <c:v>60.5</c:v>
                </c:pt>
                <c:pt idx="8377">
                  <c:v>60.5</c:v>
                </c:pt>
                <c:pt idx="8378">
                  <c:v>60.5</c:v>
                </c:pt>
                <c:pt idx="8379">
                  <c:v>60.5</c:v>
                </c:pt>
                <c:pt idx="8380">
                  <c:v>60.5</c:v>
                </c:pt>
                <c:pt idx="8381">
                  <c:v>60.5</c:v>
                </c:pt>
                <c:pt idx="8382">
                  <c:v>60.5</c:v>
                </c:pt>
                <c:pt idx="8383">
                  <c:v>60.5</c:v>
                </c:pt>
                <c:pt idx="8384">
                  <c:v>60.5</c:v>
                </c:pt>
                <c:pt idx="8385">
                  <c:v>60.5</c:v>
                </c:pt>
                <c:pt idx="8386">
                  <c:v>60.5</c:v>
                </c:pt>
                <c:pt idx="8387">
                  <c:v>60.5</c:v>
                </c:pt>
                <c:pt idx="8388">
                  <c:v>60.5</c:v>
                </c:pt>
                <c:pt idx="8389">
                  <c:v>60.5</c:v>
                </c:pt>
                <c:pt idx="8390">
                  <c:v>60.5</c:v>
                </c:pt>
                <c:pt idx="8391">
                  <c:v>60.5</c:v>
                </c:pt>
                <c:pt idx="8392">
                  <c:v>60.5</c:v>
                </c:pt>
                <c:pt idx="8393">
                  <c:v>60.5</c:v>
                </c:pt>
                <c:pt idx="8394">
                  <c:v>60.5</c:v>
                </c:pt>
                <c:pt idx="8395">
                  <c:v>60.5</c:v>
                </c:pt>
                <c:pt idx="8396">
                  <c:v>60.5</c:v>
                </c:pt>
                <c:pt idx="8397">
                  <c:v>60.5</c:v>
                </c:pt>
                <c:pt idx="8398">
                  <c:v>60.5</c:v>
                </c:pt>
                <c:pt idx="8399">
                  <c:v>60.5</c:v>
                </c:pt>
                <c:pt idx="8400">
                  <c:v>60.5</c:v>
                </c:pt>
                <c:pt idx="8401">
                  <c:v>60.5</c:v>
                </c:pt>
                <c:pt idx="8402">
                  <c:v>60.5</c:v>
                </c:pt>
                <c:pt idx="8403">
                  <c:v>60.5</c:v>
                </c:pt>
                <c:pt idx="8404">
                  <c:v>60.5</c:v>
                </c:pt>
                <c:pt idx="8405">
                  <c:v>60.5</c:v>
                </c:pt>
                <c:pt idx="8406">
                  <c:v>60.5</c:v>
                </c:pt>
                <c:pt idx="8407">
                  <c:v>60.5</c:v>
                </c:pt>
                <c:pt idx="8408">
                  <c:v>60.5</c:v>
                </c:pt>
                <c:pt idx="8409">
                  <c:v>60.5</c:v>
                </c:pt>
                <c:pt idx="8410">
                  <c:v>60.5</c:v>
                </c:pt>
                <c:pt idx="8411">
                  <c:v>60.5</c:v>
                </c:pt>
                <c:pt idx="8412">
                  <c:v>60.5</c:v>
                </c:pt>
                <c:pt idx="8413">
                  <c:v>60.5</c:v>
                </c:pt>
                <c:pt idx="8414">
                  <c:v>60.5</c:v>
                </c:pt>
                <c:pt idx="8415">
                  <c:v>60.5</c:v>
                </c:pt>
                <c:pt idx="8416">
                  <c:v>60.5</c:v>
                </c:pt>
                <c:pt idx="8417">
                  <c:v>60.5</c:v>
                </c:pt>
                <c:pt idx="8418">
                  <c:v>60.5</c:v>
                </c:pt>
                <c:pt idx="8419">
                  <c:v>60.5</c:v>
                </c:pt>
                <c:pt idx="8420">
                  <c:v>60.5</c:v>
                </c:pt>
                <c:pt idx="8421">
                  <c:v>60.5</c:v>
                </c:pt>
                <c:pt idx="8422">
                  <c:v>60.5</c:v>
                </c:pt>
                <c:pt idx="8423">
                  <c:v>60.5</c:v>
                </c:pt>
                <c:pt idx="8424">
                  <c:v>60.5</c:v>
                </c:pt>
                <c:pt idx="8425">
                  <c:v>60.5</c:v>
                </c:pt>
                <c:pt idx="8426">
                  <c:v>60.5</c:v>
                </c:pt>
                <c:pt idx="8427">
                  <c:v>60.5</c:v>
                </c:pt>
                <c:pt idx="8428">
                  <c:v>60.5</c:v>
                </c:pt>
                <c:pt idx="8429">
                  <c:v>60.5</c:v>
                </c:pt>
                <c:pt idx="8430">
                  <c:v>60.5</c:v>
                </c:pt>
                <c:pt idx="8431">
                  <c:v>60.5</c:v>
                </c:pt>
                <c:pt idx="8432">
                  <c:v>60.5</c:v>
                </c:pt>
                <c:pt idx="8433">
                  <c:v>60.5</c:v>
                </c:pt>
                <c:pt idx="8434">
                  <c:v>60.5</c:v>
                </c:pt>
                <c:pt idx="8435">
                  <c:v>60.5</c:v>
                </c:pt>
                <c:pt idx="8436">
                  <c:v>60.5</c:v>
                </c:pt>
                <c:pt idx="8437">
                  <c:v>60.5</c:v>
                </c:pt>
                <c:pt idx="8438">
                  <c:v>60.5</c:v>
                </c:pt>
                <c:pt idx="8439">
                  <c:v>60.5</c:v>
                </c:pt>
                <c:pt idx="8440">
                  <c:v>60.5</c:v>
                </c:pt>
                <c:pt idx="8441">
                  <c:v>60.5</c:v>
                </c:pt>
                <c:pt idx="8442">
                  <c:v>60.5</c:v>
                </c:pt>
                <c:pt idx="8443">
                  <c:v>60.5</c:v>
                </c:pt>
                <c:pt idx="8444">
                  <c:v>60.5</c:v>
                </c:pt>
                <c:pt idx="8445">
                  <c:v>60.5</c:v>
                </c:pt>
                <c:pt idx="8446">
                  <c:v>60.5</c:v>
                </c:pt>
                <c:pt idx="8447">
                  <c:v>60.5</c:v>
                </c:pt>
                <c:pt idx="8448">
                  <c:v>60.5</c:v>
                </c:pt>
                <c:pt idx="8449">
                  <c:v>60.5</c:v>
                </c:pt>
                <c:pt idx="8450">
                  <c:v>60.5</c:v>
                </c:pt>
                <c:pt idx="8451">
                  <c:v>60.5</c:v>
                </c:pt>
                <c:pt idx="8452">
                  <c:v>60.5</c:v>
                </c:pt>
                <c:pt idx="8453">
                  <c:v>60.5</c:v>
                </c:pt>
                <c:pt idx="8454">
                  <c:v>60.5</c:v>
                </c:pt>
                <c:pt idx="8455">
                  <c:v>60.5</c:v>
                </c:pt>
                <c:pt idx="8456">
                  <c:v>60.5</c:v>
                </c:pt>
                <c:pt idx="8457">
                  <c:v>60.5</c:v>
                </c:pt>
                <c:pt idx="8458">
                  <c:v>60.5</c:v>
                </c:pt>
                <c:pt idx="8459">
                  <c:v>60.5</c:v>
                </c:pt>
                <c:pt idx="8460">
                  <c:v>60.5</c:v>
                </c:pt>
                <c:pt idx="8461">
                  <c:v>60.5</c:v>
                </c:pt>
                <c:pt idx="8462">
                  <c:v>60.5</c:v>
                </c:pt>
                <c:pt idx="8463">
                  <c:v>60.5</c:v>
                </c:pt>
                <c:pt idx="8464">
                  <c:v>60.5</c:v>
                </c:pt>
                <c:pt idx="8465">
                  <c:v>60.5</c:v>
                </c:pt>
                <c:pt idx="8466">
                  <c:v>60.5</c:v>
                </c:pt>
                <c:pt idx="8467">
                  <c:v>60.5</c:v>
                </c:pt>
                <c:pt idx="8468">
                  <c:v>60.5</c:v>
                </c:pt>
                <c:pt idx="8469">
                  <c:v>60.5</c:v>
                </c:pt>
                <c:pt idx="8470">
                  <c:v>60.5</c:v>
                </c:pt>
                <c:pt idx="8471">
                  <c:v>60.5</c:v>
                </c:pt>
                <c:pt idx="8472">
                  <c:v>60.5</c:v>
                </c:pt>
                <c:pt idx="8473">
                  <c:v>60.5</c:v>
                </c:pt>
                <c:pt idx="8474">
                  <c:v>60.5</c:v>
                </c:pt>
                <c:pt idx="8475">
                  <c:v>60.5</c:v>
                </c:pt>
                <c:pt idx="8476">
                  <c:v>60.5</c:v>
                </c:pt>
                <c:pt idx="8477">
                  <c:v>60.5</c:v>
                </c:pt>
                <c:pt idx="8478">
                  <c:v>60.5</c:v>
                </c:pt>
                <c:pt idx="8479">
                  <c:v>60.5</c:v>
                </c:pt>
                <c:pt idx="8480">
                  <c:v>60.5</c:v>
                </c:pt>
                <c:pt idx="8481">
                  <c:v>60.5</c:v>
                </c:pt>
                <c:pt idx="8482">
                  <c:v>60.5</c:v>
                </c:pt>
                <c:pt idx="8483">
                  <c:v>60.5</c:v>
                </c:pt>
                <c:pt idx="8484">
                  <c:v>60.5</c:v>
                </c:pt>
                <c:pt idx="8485">
                  <c:v>60.5</c:v>
                </c:pt>
                <c:pt idx="8486">
                  <c:v>60.5</c:v>
                </c:pt>
                <c:pt idx="8487">
                  <c:v>60.5</c:v>
                </c:pt>
                <c:pt idx="8488">
                  <c:v>60.5</c:v>
                </c:pt>
                <c:pt idx="8489">
                  <c:v>60.5</c:v>
                </c:pt>
                <c:pt idx="8490">
                  <c:v>60.5</c:v>
                </c:pt>
                <c:pt idx="8491">
                  <c:v>60.5</c:v>
                </c:pt>
                <c:pt idx="8492">
                  <c:v>60.5</c:v>
                </c:pt>
                <c:pt idx="8493">
                  <c:v>60.5</c:v>
                </c:pt>
                <c:pt idx="8494">
                  <c:v>60.5</c:v>
                </c:pt>
                <c:pt idx="8495">
                  <c:v>60.5</c:v>
                </c:pt>
                <c:pt idx="8496">
                  <c:v>60.5</c:v>
                </c:pt>
                <c:pt idx="8497">
                  <c:v>60.5</c:v>
                </c:pt>
                <c:pt idx="8498">
                  <c:v>60.5</c:v>
                </c:pt>
                <c:pt idx="8499">
                  <c:v>60.5</c:v>
                </c:pt>
                <c:pt idx="8500">
                  <c:v>60.5</c:v>
                </c:pt>
                <c:pt idx="8501">
                  <c:v>60.5</c:v>
                </c:pt>
                <c:pt idx="8502">
                  <c:v>60.5</c:v>
                </c:pt>
                <c:pt idx="8503">
                  <c:v>60.5</c:v>
                </c:pt>
                <c:pt idx="8504">
                  <c:v>60.5</c:v>
                </c:pt>
                <c:pt idx="8505">
                  <c:v>60.5</c:v>
                </c:pt>
                <c:pt idx="8506">
                  <c:v>60.5</c:v>
                </c:pt>
                <c:pt idx="8507">
                  <c:v>60.5</c:v>
                </c:pt>
                <c:pt idx="8508">
                  <c:v>60.5</c:v>
                </c:pt>
                <c:pt idx="8509">
                  <c:v>60.5</c:v>
                </c:pt>
                <c:pt idx="8510">
                  <c:v>60.5</c:v>
                </c:pt>
                <c:pt idx="8511">
                  <c:v>60.5</c:v>
                </c:pt>
                <c:pt idx="8512">
                  <c:v>60.5</c:v>
                </c:pt>
                <c:pt idx="8513">
                  <c:v>60.5</c:v>
                </c:pt>
                <c:pt idx="8514">
                  <c:v>60.5</c:v>
                </c:pt>
                <c:pt idx="8515">
                  <c:v>60.4</c:v>
                </c:pt>
                <c:pt idx="8516">
                  <c:v>60.4</c:v>
                </c:pt>
                <c:pt idx="8517">
                  <c:v>60.4</c:v>
                </c:pt>
                <c:pt idx="8518">
                  <c:v>60.4</c:v>
                </c:pt>
                <c:pt idx="8519">
                  <c:v>60.5</c:v>
                </c:pt>
                <c:pt idx="8520">
                  <c:v>60.5</c:v>
                </c:pt>
                <c:pt idx="8521">
                  <c:v>60.4</c:v>
                </c:pt>
                <c:pt idx="8522">
                  <c:v>60.5</c:v>
                </c:pt>
                <c:pt idx="8523">
                  <c:v>60.4</c:v>
                </c:pt>
                <c:pt idx="8524">
                  <c:v>60.4</c:v>
                </c:pt>
                <c:pt idx="8525">
                  <c:v>60.4</c:v>
                </c:pt>
                <c:pt idx="8526">
                  <c:v>60.5</c:v>
                </c:pt>
                <c:pt idx="8527">
                  <c:v>60.4</c:v>
                </c:pt>
                <c:pt idx="8528">
                  <c:v>60.4</c:v>
                </c:pt>
                <c:pt idx="8529">
                  <c:v>60.4</c:v>
                </c:pt>
                <c:pt idx="8530">
                  <c:v>60.4</c:v>
                </c:pt>
                <c:pt idx="8531">
                  <c:v>60.4</c:v>
                </c:pt>
                <c:pt idx="8532">
                  <c:v>60.4</c:v>
                </c:pt>
                <c:pt idx="8533">
                  <c:v>60.4</c:v>
                </c:pt>
                <c:pt idx="8534">
                  <c:v>60.5</c:v>
                </c:pt>
                <c:pt idx="8535">
                  <c:v>60.5</c:v>
                </c:pt>
                <c:pt idx="8536">
                  <c:v>60.5</c:v>
                </c:pt>
                <c:pt idx="8537">
                  <c:v>60.5</c:v>
                </c:pt>
                <c:pt idx="8538">
                  <c:v>60.4</c:v>
                </c:pt>
                <c:pt idx="8539">
                  <c:v>60.5</c:v>
                </c:pt>
                <c:pt idx="8540">
                  <c:v>60.4</c:v>
                </c:pt>
                <c:pt idx="8541">
                  <c:v>60.4</c:v>
                </c:pt>
                <c:pt idx="8542">
                  <c:v>60.4</c:v>
                </c:pt>
                <c:pt idx="8543">
                  <c:v>60.4</c:v>
                </c:pt>
                <c:pt idx="8544">
                  <c:v>60.4</c:v>
                </c:pt>
                <c:pt idx="8545">
                  <c:v>60.4</c:v>
                </c:pt>
                <c:pt idx="8546">
                  <c:v>60.4</c:v>
                </c:pt>
                <c:pt idx="8547">
                  <c:v>60.4</c:v>
                </c:pt>
                <c:pt idx="8548">
                  <c:v>60.4</c:v>
                </c:pt>
                <c:pt idx="8549">
                  <c:v>60.4</c:v>
                </c:pt>
                <c:pt idx="8550">
                  <c:v>60.4</c:v>
                </c:pt>
                <c:pt idx="8551">
                  <c:v>60.4</c:v>
                </c:pt>
                <c:pt idx="8552">
                  <c:v>60.4</c:v>
                </c:pt>
                <c:pt idx="8553">
                  <c:v>60.4</c:v>
                </c:pt>
                <c:pt idx="8554">
                  <c:v>60.4</c:v>
                </c:pt>
                <c:pt idx="8555">
                  <c:v>60.4</c:v>
                </c:pt>
                <c:pt idx="8556">
                  <c:v>60.4</c:v>
                </c:pt>
                <c:pt idx="8557">
                  <c:v>60.4</c:v>
                </c:pt>
                <c:pt idx="8558">
                  <c:v>60.4</c:v>
                </c:pt>
                <c:pt idx="8559">
                  <c:v>60.4</c:v>
                </c:pt>
                <c:pt idx="8560">
                  <c:v>60.4</c:v>
                </c:pt>
                <c:pt idx="8561">
                  <c:v>60.4</c:v>
                </c:pt>
                <c:pt idx="8562">
                  <c:v>60.4</c:v>
                </c:pt>
                <c:pt idx="8563">
                  <c:v>60.4</c:v>
                </c:pt>
                <c:pt idx="8564">
                  <c:v>60.4</c:v>
                </c:pt>
                <c:pt idx="8565">
                  <c:v>60.4</c:v>
                </c:pt>
                <c:pt idx="8566">
                  <c:v>60.4</c:v>
                </c:pt>
                <c:pt idx="8567">
                  <c:v>60.4</c:v>
                </c:pt>
                <c:pt idx="8568">
                  <c:v>60.5</c:v>
                </c:pt>
                <c:pt idx="8569">
                  <c:v>60.5</c:v>
                </c:pt>
                <c:pt idx="8570">
                  <c:v>60.5</c:v>
                </c:pt>
                <c:pt idx="8571">
                  <c:v>60.4</c:v>
                </c:pt>
                <c:pt idx="8572">
                  <c:v>60.4</c:v>
                </c:pt>
                <c:pt idx="8573">
                  <c:v>60.4</c:v>
                </c:pt>
                <c:pt idx="8574">
                  <c:v>60.4</c:v>
                </c:pt>
                <c:pt idx="8575">
                  <c:v>60.4</c:v>
                </c:pt>
                <c:pt idx="8576">
                  <c:v>60.4</c:v>
                </c:pt>
                <c:pt idx="8577">
                  <c:v>60.4</c:v>
                </c:pt>
                <c:pt idx="8578">
                  <c:v>60.4</c:v>
                </c:pt>
                <c:pt idx="8579">
                  <c:v>60.4</c:v>
                </c:pt>
                <c:pt idx="8580">
                  <c:v>60.4</c:v>
                </c:pt>
                <c:pt idx="8581">
                  <c:v>60.4</c:v>
                </c:pt>
                <c:pt idx="8582">
                  <c:v>60.4</c:v>
                </c:pt>
                <c:pt idx="8583">
                  <c:v>60.4</c:v>
                </c:pt>
                <c:pt idx="8584">
                  <c:v>60.4</c:v>
                </c:pt>
                <c:pt idx="8585">
                  <c:v>60.4</c:v>
                </c:pt>
                <c:pt idx="8586">
                  <c:v>60.4</c:v>
                </c:pt>
                <c:pt idx="8587">
                  <c:v>60.4</c:v>
                </c:pt>
                <c:pt idx="8588">
                  <c:v>60.4</c:v>
                </c:pt>
                <c:pt idx="8589">
                  <c:v>60.4</c:v>
                </c:pt>
                <c:pt idx="8590">
                  <c:v>60.4</c:v>
                </c:pt>
                <c:pt idx="8591">
                  <c:v>60.4</c:v>
                </c:pt>
                <c:pt idx="8592">
                  <c:v>60.4</c:v>
                </c:pt>
                <c:pt idx="8593">
                  <c:v>60.4</c:v>
                </c:pt>
                <c:pt idx="8594">
                  <c:v>60.4</c:v>
                </c:pt>
                <c:pt idx="8595">
                  <c:v>60.4</c:v>
                </c:pt>
                <c:pt idx="8596">
                  <c:v>60.4</c:v>
                </c:pt>
                <c:pt idx="8597">
                  <c:v>60.4</c:v>
                </c:pt>
                <c:pt idx="8598">
                  <c:v>60.4</c:v>
                </c:pt>
                <c:pt idx="8599">
                  <c:v>60.4</c:v>
                </c:pt>
                <c:pt idx="8600">
                  <c:v>60.4</c:v>
                </c:pt>
                <c:pt idx="8601">
                  <c:v>60.4</c:v>
                </c:pt>
                <c:pt idx="8602">
                  <c:v>60.4</c:v>
                </c:pt>
                <c:pt idx="8603">
                  <c:v>60.4</c:v>
                </c:pt>
                <c:pt idx="8604">
                  <c:v>60.4</c:v>
                </c:pt>
                <c:pt idx="8605">
                  <c:v>60.4</c:v>
                </c:pt>
                <c:pt idx="8606">
                  <c:v>60.4</c:v>
                </c:pt>
                <c:pt idx="8607">
                  <c:v>60.4</c:v>
                </c:pt>
                <c:pt idx="8608">
                  <c:v>60.4</c:v>
                </c:pt>
                <c:pt idx="8609">
                  <c:v>60.4</c:v>
                </c:pt>
                <c:pt idx="8610">
                  <c:v>60.4</c:v>
                </c:pt>
                <c:pt idx="8611">
                  <c:v>60.4</c:v>
                </c:pt>
                <c:pt idx="8612">
                  <c:v>60.4</c:v>
                </c:pt>
                <c:pt idx="8613">
                  <c:v>60.4</c:v>
                </c:pt>
                <c:pt idx="8614">
                  <c:v>60.4</c:v>
                </c:pt>
                <c:pt idx="8615">
                  <c:v>60.4</c:v>
                </c:pt>
                <c:pt idx="8616">
                  <c:v>60.4</c:v>
                </c:pt>
                <c:pt idx="8617">
                  <c:v>60.4</c:v>
                </c:pt>
                <c:pt idx="8618">
                  <c:v>60.4</c:v>
                </c:pt>
                <c:pt idx="8619">
                  <c:v>60.4</c:v>
                </c:pt>
                <c:pt idx="8620">
                  <c:v>60.4</c:v>
                </c:pt>
                <c:pt idx="8621">
                  <c:v>60.4</c:v>
                </c:pt>
                <c:pt idx="8622">
                  <c:v>60.4</c:v>
                </c:pt>
                <c:pt idx="8623">
                  <c:v>60.4</c:v>
                </c:pt>
                <c:pt idx="8624">
                  <c:v>60.4</c:v>
                </c:pt>
                <c:pt idx="8625">
                  <c:v>60.4</c:v>
                </c:pt>
                <c:pt idx="8626">
                  <c:v>60.4</c:v>
                </c:pt>
                <c:pt idx="8627">
                  <c:v>60.4</c:v>
                </c:pt>
                <c:pt idx="8628">
                  <c:v>60.4</c:v>
                </c:pt>
                <c:pt idx="8629">
                  <c:v>60.4</c:v>
                </c:pt>
                <c:pt idx="8630">
                  <c:v>60.4</c:v>
                </c:pt>
                <c:pt idx="8631">
                  <c:v>60.4</c:v>
                </c:pt>
                <c:pt idx="8632">
                  <c:v>60.4</c:v>
                </c:pt>
                <c:pt idx="8633">
                  <c:v>60.4</c:v>
                </c:pt>
                <c:pt idx="8634">
                  <c:v>60.4</c:v>
                </c:pt>
                <c:pt idx="8635">
                  <c:v>60.4</c:v>
                </c:pt>
                <c:pt idx="8636">
                  <c:v>60.4</c:v>
                </c:pt>
                <c:pt idx="8637">
                  <c:v>60.4</c:v>
                </c:pt>
                <c:pt idx="8638">
                  <c:v>60.4</c:v>
                </c:pt>
                <c:pt idx="8639">
                  <c:v>60.4</c:v>
                </c:pt>
                <c:pt idx="8640">
                  <c:v>60.4</c:v>
                </c:pt>
                <c:pt idx="8641">
                  <c:v>60.4</c:v>
                </c:pt>
                <c:pt idx="8642">
                  <c:v>60.4</c:v>
                </c:pt>
                <c:pt idx="8643">
                  <c:v>60.4</c:v>
                </c:pt>
                <c:pt idx="8644">
                  <c:v>60.4</c:v>
                </c:pt>
                <c:pt idx="8645">
                  <c:v>60.4</c:v>
                </c:pt>
                <c:pt idx="8646">
                  <c:v>60.4</c:v>
                </c:pt>
                <c:pt idx="8647">
                  <c:v>60.4</c:v>
                </c:pt>
                <c:pt idx="8648">
                  <c:v>60.4</c:v>
                </c:pt>
                <c:pt idx="8649">
                  <c:v>60.4</c:v>
                </c:pt>
                <c:pt idx="8650">
                  <c:v>60.4</c:v>
                </c:pt>
                <c:pt idx="8651">
                  <c:v>60.4</c:v>
                </c:pt>
                <c:pt idx="8652">
                  <c:v>60.4</c:v>
                </c:pt>
                <c:pt idx="8653">
                  <c:v>60.4</c:v>
                </c:pt>
                <c:pt idx="8654">
                  <c:v>60.4</c:v>
                </c:pt>
                <c:pt idx="8655">
                  <c:v>60.4</c:v>
                </c:pt>
                <c:pt idx="8656">
                  <c:v>60.4</c:v>
                </c:pt>
                <c:pt idx="8657">
                  <c:v>60.4</c:v>
                </c:pt>
                <c:pt idx="8658">
                  <c:v>60.4</c:v>
                </c:pt>
                <c:pt idx="8659">
                  <c:v>60.4</c:v>
                </c:pt>
                <c:pt idx="8660">
                  <c:v>60.4</c:v>
                </c:pt>
                <c:pt idx="8661">
                  <c:v>60.4</c:v>
                </c:pt>
                <c:pt idx="8662">
                  <c:v>60.4</c:v>
                </c:pt>
                <c:pt idx="8663">
                  <c:v>60.4</c:v>
                </c:pt>
                <c:pt idx="8664">
                  <c:v>60.4</c:v>
                </c:pt>
                <c:pt idx="8665">
                  <c:v>60.4</c:v>
                </c:pt>
                <c:pt idx="8666">
                  <c:v>60.4</c:v>
                </c:pt>
                <c:pt idx="8667">
                  <c:v>60.4</c:v>
                </c:pt>
                <c:pt idx="8668">
                  <c:v>60.4</c:v>
                </c:pt>
                <c:pt idx="8669">
                  <c:v>60.4</c:v>
                </c:pt>
                <c:pt idx="8670">
                  <c:v>60.4</c:v>
                </c:pt>
                <c:pt idx="8671">
                  <c:v>60.4</c:v>
                </c:pt>
                <c:pt idx="8672">
                  <c:v>60.4</c:v>
                </c:pt>
                <c:pt idx="8673">
                  <c:v>60.4</c:v>
                </c:pt>
                <c:pt idx="8674">
                  <c:v>60.4</c:v>
                </c:pt>
                <c:pt idx="8675">
                  <c:v>60.4</c:v>
                </c:pt>
                <c:pt idx="8676">
                  <c:v>60.4</c:v>
                </c:pt>
                <c:pt idx="8677">
                  <c:v>60.4</c:v>
                </c:pt>
                <c:pt idx="8678">
                  <c:v>60.4</c:v>
                </c:pt>
                <c:pt idx="8679">
                  <c:v>60.4</c:v>
                </c:pt>
                <c:pt idx="8680">
                  <c:v>60.4</c:v>
                </c:pt>
                <c:pt idx="8681">
                  <c:v>60.4</c:v>
                </c:pt>
                <c:pt idx="8682">
                  <c:v>60.4</c:v>
                </c:pt>
                <c:pt idx="8683">
                  <c:v>60.4</c:v>
                </c:pt>
                <c:pt idx="8684">
                  <c:v>60.4</c:v>
                </c:pt>
                <c:pt idx="8685">
                  <c:v>60.4</c:v>
                </c:pt>
                <c:pt idx="8686">
                  <c:v>60.4</c:v>
                </c:pt>
                <c:pt idx="8687">
                  <c:v>60.4</c:v>
                </c:pt>
                <c:pt idx="8688">
                  <c:v>60.4</c:v>
                </c:pt>
                <c:pt idx="8689">
                  <c:v>60.4</c:v>
                </c:pt>
                <c:pt idx="8690">
                  <c:v>60.4</c:v>
                </c:pt>
                <c:pt idx="8691">
                  <c:v>60.4</c:v>
                </c:pt>
                <c:pt idx="8692">
                  <c:v>60.4</c:v>
                </c:pt>
                <c:pt idx="8693">
                  <c:v>60.4</c:v>
                </c:pt>
                <c:pt idx="8694">
                  <c:v>60.4</c:v>
                </c:pt>
                <c:pt idx="8695">
                  <c:v>60.4</c:v>
                </c:pt>
                <c:pt idx="8696">
                  <c:v>60.4</c:v>
                </c:pt>
                <c:pt idx="8697">
                  <c:v>60.4</c:v>
                </c:pt>
                <c:pt idx="8698">
                  <c:v>60.4</c:v>
                </c:pt>
                <c:pt idx="8699">
                  <c:v>60.4</c:v>
                </c:pt>
                <c:pt idx="8700">
                  <c:v>60.4</c:v>
                </c:pt>
                <c:pt idx="8701">
                  <c:v>60.4</c:v>
                </c:pt>
                <c:pt idx="8702">
                  <c:v>60.4</c:v>
                </c:pt>
                <c:pt idx="8703">
                  <c:v>60.4</c:v>
                </c:pt>
                <c:pt idx="8704">
                  <c:v>60.4</c:v>
                </c:pt>
                <c:pt idx="8705">
                  <c:v>60.4</c:v>
                </c:pt>
                <c:pt idx="8706">
                  <c:v>60.4</c:v>
                </c:pt>
                <c:pt idx="8707">
                  <c:v>60.4</c:v>
                </c:pt>
                <c:pt idx="8708">
                  <c:v>60.4</c:v>
                </c:pt>
                <c:pt idx="8709">
                  <c:v>60.4</c:v>
                </c:pt>
                <c:pt idx="8710">
                  <c:v>60.4</c:v>
                </c:pt>
                <c:pt idx="8711">
                  <c:v>60.4</c:v>
                </c:pt>
                <c:pt idx="8712">
                  <c:v>60.4</c:v>
                </c:pt>
                <c:pt idx="8713">
                  <c:v>60.4</c:v>
                </c:pt>
                <c:pt idx="8714">
                  <c:v>60.4</c:v>
                </c:pt>
                <c:pt idx="8715">
                  <c:v>60.4</c:v>
                </c:pt>
                <c:pt idx="8716">
                  <c:v>60.4</c:v>
                </c:pt>
                <c:pt idx="8717">
                  <c:v>60.4</c:v>
                </c:pt>
                <c:pt idx="8718">
                  <c:v>60.4</c:v>
                </c:pt>
                <c:pt idx="8719">
                  <c:v>60.4</c:v>
                </c:pt>
                <c:pt idx="8720">
                  <c:v>60.4</c:v>
                </c:pt>
                <c:pt idx="8721">
                  <c:v>60.4</c:v>
                </c:pt>
                <c:pt idx="8722">
                  <c:v>60.4</c:v>
                </c:pt>
                <c:pt idx="8723">
                  <c:v>60.4</c:v>
                </c:pt>
                <c:pt idx="8724">
                  <c:v>60.4</c:v>
                </c:pt>
                <c:pt idx="8725">
                  <c:v>60.4</c:v>
                </c:pt>
                <c:pt idx="8726">
                  <c:v>60.4</c:v>
                </c:pt>
                <c:pt idx="8727">
                  <c:v>60.4</c:v>
                </c:pt>
                <c:pt idx="8728">
                  <c:v>60.4</c:v>
                </c:pt>
                <c:pt idx="8729">
                  <c:v>60.4</c:v>
                </c:pt>
                <c:pt idx="8730">
                  <c:v>60.4</c:v>
                </c:pt>
                <c:pt idx="8731">
                  <c:v>60.4</c:v>
                </c:pt>
                <c:pt idx="8732">
                  <c:v>60.4</c:v>
                </c:pt>
                <c:pt idx="8733">
                  <c:v>60.4</c:v>
                </c:pt>
                <c:pt idx="8734">
                  <c:v>60.4</c:v>
                </c:pt>
                <c:pt idx="8735">
                  <c:v>60.4</c:v>
                </c:pt>
                <c:pt idx="8736">
                  <c:v>60.4</c:v>
                </c:pt>
                <c:pt idx="8737">
                  <c:v>60.4</c:v>
                </c:pt>
                <c:pt idx="8738">
                  <c:v>60.4</c:v>
                </c:pt>
                <c:pt idx="8739">
                  <c:v>60.4</c:v>
                </c:pt>
                <c:pt idx="8740">
                  <c:v>60.4</c:v>
                </c:pt>
                <c:pt idx="8741">
                  <c:v>60.4</c:v>
                </c:pt>
                <c:pt idx="8742">
                  <c:v>60.4</c:v>
                </c:pt>
                <c:pt idx="8743">
                  <c:v>60.4</c:v>
                </c:pt>
                <c:pt idx="8744">
                  <c:v>60.4</c:v>
                </c:pt>
                <c:pt idx="8745">
                  <c:v>60.4</c:v>
                </c:pt>
                <c:pt idx="8746">
                  <c:v>60.4</c:v>
                </c:pt>
                <c:pt idx="8747">
                  <c:v>60.4</c:v>
                </c:pt>
                <c:pt idx="8748">
                  <c:v>60.4</c:v>
                </c:pt>
                <c:pt idx="8749">
                  <c:v>60.4</c:v>
                </c:pt>
                <c:pt idx="8750">
                  <c:v>60.4</c:v>
                </c:pt>
                <c:pt idx="8751">
                  <c:v>60.4</c:v>
                </c:pt>
                <c:pt idx="8752">
                  <c:v>60.4</c:v>
                </c:pt>
                <c:pt idx="8753">
                  <c:v>60.4</c:v>
                </c:pt>
                <c:pt idx="8754">
                  <c:v>60.4</c:v>
                </c:pt>
                <c:pt idx="8755">
                  <c:v>60.4</c:v>
                </c:pt>
                <c:pt idx="8756">
                  <c:v>60.4</c:v>
                </c:pt>
                <c:pt idx="8757">
                  <c:v>60.4</c:v>
                </c:pt>
                <c:pt idx="8758">
                  <c:v>60.4</c:v>
                </c:pt>
                <c:pt idx="8759">
                  <c:v>60.4</c:v>
                </c:pt>
                <c:pt idx="8760">
                  <c:v>60.4</c:v>
                </c:pt>
                <c:pt idx="8761">
                  <c:v>60.4</c:v>
                </c:pt>
                <c:pt idx="8762">
                  <c:v>60.4</c:v>
                </c:pt>
                <c:pt idx="8763">
                  <c:v>60.4</c:v>
                </c:pt>
                <c:pt idx="8764">
                  <c:v>60.4</c:v>
                </c:pt>
                <c:pt idx="8765">
                  <c:v>60.4</c:v>
                </c:pt>
                <c:pt idx="8766">
                  <c:v>60.4</c:v>
                </c:pt>
                <c:pt idx="8767">
                  <c:v>60.4</c:v>
                </c:pt>
                <c:pt idx="8768">
                  <c:v>60.4</c:v>
                </c:pt>
                <c:pt idx="8769">
                  <c:v>60.4</c:v>
                </c:pt>
                <c:pt idx="8770">
                  <c:v>60.4</c:v>
                </c:pt>
                <c:pt idx="8771">
                  <c:v>60.4</c:v>
                </c:pt>
                <c:pt idx="8772">
                  <c:v>60.4</c:v>
                </c:pt>
                <c:pt idx="8773">
                  <c:v>60.4</c:v>
                </c:pt>
                <c:pt idx="8774">
                  <c:v>60.4</c:v>
                </c:pt>
                <c:pt idx="8775">
                  <c:v>60.4</c:v>
                </c:pt>
                <c:pt idx="8776">
                  <c:v>60.4</c:v>
                </c:pt>
                <c:pt idx="8777">
                  <c:v>60.4</c:v>
                </c:pt>
                <c:pt idx="8778">
                  <c:v>60.4</c:v>
                </c:pt>
                <c:pt idx="8779">
                  <c:v>60.4</c:v>
                </c:pt>
                <c:pt idx="8780">
                  <c:v>60.4</c:v>
                </c:pt>
                <c:pt idx="8781">
                  <c:v>60.4</c:v>
                </c:pt>
                <c:pt idx="8782">
                  <c:v>60.4</c:v>
                </c:pt>
                <c:pt idx="8783">
                  <c:v>60.4</c:v>
                </c:pt>
                <c:pt idx="8784">
                  <c:v>60.4</c:v>
                </c:pt>
                <c:pt idx="8785">
                  <c:v>60.4</c:v>
                </c:pt>
                <c:pt idx="8786">
                  <c:v>60.4</c:v>
                </c:pt>
                <c:pt idx="8787">
                  <c:v>60.4</c:v>
                </c:pt>
                <c:pt idx="8788">
                  <c:v>60.4</c:v>
                </c:pt>
                <c:pt idx="8789">
                  <c:v>60.4</c:v>
                </c:pt>
                <c:pt idx="8790">
                  <c:v>60.4</c:v>
                </c:pt>
                <c:pt idx="8791">
                  <c:v>60.4</c:v>
                </c:pt>
                <c:pt idx="8792">
                  <c:v>60.4</c:v>
                </c:pt>
                <c:pt idx="8793">
                  <c:v>60.4</c:v>
                </c:pt>
                <c:pt idx="8794">
                  <c:v>60.4</c:v>
                </c:pt>
                <c:pt idx="8795">
                  <c:v>60.4</c:v>
                </c:pt>
                <c:pt idx="8796">
                  <c:v>60.4</c:v>
                </c:pt>
                <c:pt idx="8797">
                  <c:v>60.4</c:v>
                </c:pt>
                <c:pt idx="8798">
                  <c:v>60.4</c:v>
                </c:pt>
                <c:pt idx="8799">
                  <c:v>60.4</c:v>
                </c:pt>
                <c:pt idx="8800">
                  <c:v>60.4</c:v>
                </c:pt>
                <c:pt idx="8801">
                  <c:v>60.4</c:v>
                </c:pt>
                <c:pt idx="8802">
                  <c:v>60.4</c:v>
                </c:pt>
                <c:pt idx="8803">
                  <c:v>60.4</c:v>
                </c:pt>
                <c:pt idx="8804">
                  <c:v>60.4</c:v>
                </c:pt>
                <c:pt idx="8805">
                  <c:v>60.4</c:v>
                </c:pt>
                <c:pt idx="8806">
                  <c:v>60.4</c:v>
                </c:pt>
                <c:pt idx="8807">
                  <c:v>60.4</c:v>
                </c:pt>
                <c:pt idx="8808">
                  <c:v>60.4</c:v>
                </c:pt>
                <c:pt idx="8809">
                  <c:v>60.4</c:v>
                </c:pt>
                <c:pt idx="8810">
                  <c:v>60.4</c:v>
                </c:pt>
                <c:pt idx="8811">
                  <c:v>60.4</c:v>
                </c:pt>
                <c:pt idx="8812">
                  <c:v>60.4</c:v>
                </c:pt>
                <c:pt idx="8813">
                  <c:v>60.4</c:v>
                </c:pt>
                <c:pt idx="8814">
                  <c:v>60.4</c:v>
                </c:pt>
                <c:pt idx="8815">
                  <c:v>60.4</c:v>
                </c:pt>
                <c:pt idx="8816">
                  <c:v>60.4</c:v>
                </c:pt>
                <c:pt idx="8817">
                  <c:v>60.4</c:v>
                </c:pt>
                <c:pt idx="8818">
                  <c:v>60.4</c:v>
                </c:pt>
                <c:pt idx="8819">
                  <c:v>60.4</c:v>
                </c:pt>
                <c:pt idx="8820">
                  <c:v>60.4</c:v>
                </c:pt>
                <c:pt idx="8821">
                  <c:v>60.4</c:v>
                </c:pt>
                <c:pt idx="8822">
                  <c:v>60.4</c:v>
                </c:pt>
                <c:pt idx="8823">
                  <c:v>60.4</c:v>
                </c:pt>
                <c:pt idx="8824">
                  <c:v>60.4</c:v>
                </c:pt>
                <c:pt idx="8825">
                  <c:v>60.4</c:v>
                </c:pt>
                <c:pt idx="8826">
                  <c:v>60.4</c:v>
                </c:pt>
                <c:pt idx="8827">
                  <c:v>60.4</c:v>
                </c:pt>
                <c:pt idx="8828">
                  <c:v>60.4</c:v>
                </c:pt>
                <c:pt idx="8829">
                  <c:v>60.4</c:v>
                </c:pt>
                <c:pt idx="8830">
                  <c:v>60.4</c:v>
                </c:pt>
                <c:pt idx="8831">
                  <c:v>60.4</c:v>
                </c:pt>
                <c:pt idx="8832">
                  <c:v>60.4</c:v>
                </c:pt>
                <c:pt idx="8833">
                  <c:v>60.4</c:v>
                </c:pt>
                <c:pt idx="8834">
                  <c:v>60.4</c:v>
                </c:pt>
                <c:pt idx="8835">
                  <c:v>60.4</c:v>
                </c:pt>
                <c:pt idx="8836">
                  <c:v>60.4</c:v>
                </c:pt>
                <c:pt idx="8837">
                  <c:v>60.4</c:v>
                </c:pt>
                <c:pt idx="8838">
                  <c:v>60.4</c:v>
                </c:pt>
                <c:pt idx="8839">
                  <c:v>60.4</c:v>
                </c:pt>
                <c:pt idx="8840">
                  <c:v>60.4</c:v>
                </c:pt>
                <c:pt idx="8841">
                  <c:v>60.4</c:v>
                </c:pt>
                <c:pt idx="8842">
                  <c:v>60.4</c:v>
                </c:pt>
                <c:pt idx="8843">
                  <c:v>60.4</c:v>
                </c:pt>
                <c:pt idx="8844">
                  <c:v>60.4</c:v>
                </c:pt>
                <c:pt idx="8845">
                  <c:v>60.4</c:v>
                </c:pt>
                <c:pt idx="8846">
                  <c:v>60.4</c:v>
                </c:pt>
                <c:pt idx="8847">
                  <c:v>60.4</c:v>
                </c:pt>
                <c:pt idx="8848">
                  <c:v>60.4</c:v>
                </c:pt>
                <c:pt idx="8849">
                  <c:v>60.4</c:v>
                </c:pt>
                <c:pt idx="8850">
                  <c:v>60.4</c:v>
                </c:pt>
                <c:pt idx="8851">
                  <c:v>60.4</c:v>
                </c:pt>
                <c:pt idx="8852">
                  <c:v>60.4</c:v>
                </c:pt>
                <c:pt idx="8853">
                  <c:v>60.4</c:v>
                </c:pt>
                <c:pt idx="8854">
                  <c:v>60.4</c:v>
                </c:pt>
                <c:pt idx="8855">
                  <c:v>60.4</c:v>
                </c:pt>
                <c:pt idx="8856">
                  <c:v>60.4</c:v>
                </c:pt>
                <c:pt idx="8857">
                  <c:v>60.4</c:v>
                </c:pt>
                <c:pt idx="8858">
                  <c:v>60.4</c:v>
                </c:pt>
                <c:pt idx="8859">
                  <c:v>60.4</c:v>
                </c:pt>
                <c:pt idx="8860">
                  <c:v>60.4</c:v>
                </c:pt>
                <c:pt idx="8861">
                  <c:v>60.3</c:v>
                </c:pt>
                <c:pt idx="8862">
                  <c:v>60.4</c:v>
                </c:pt>
                <c:pt idx="8863">
                  <c:v>60.4</c:v>
                </c:pt>
                <c:pt idx="8864">
                  <c:v>60.4</c:v>
                </c:pt>
                <c:pt idx="8865">
                  <c:v>60.4</c:v>
                </c:pt>
                <c:pt idx="8866">
                  <c:v>60.3</c:v>
                </c:pt>
                <c:pt idx="8867">
                  <c:v>60.3</c:v>
                </c:pt>
                <c:pt idx="8868">
                  <c:v>60.3</c:v>
                </c:pt>
                <c:pt idx="8869">
                  <c:v>60.3</c:v>
                </c:pt>
                <c:pt idx="8870">
                  <c:v>60.3</c:v>
                </c:pt>
                <c:pt idx="8871">
                  <c:v>60.4</c:v>
                </c:pt>
                <c:pt idx="8872">
                  <c:v>60.4</c:v>
                </c:pt>
                <c:pt idx="8873">
                  <c:v>60.3</c:v>
                </c:pt>
                <c:pt idx="8874">
                  <c:v>60.3</c:v>
                </c:pt>
                <c:pt idx="8875">
                  <c:v>60.4</c:v>
                </c:pt>
                <c:pt idx="8876">
                  <c:v>60.4</c:v>
                </c:pt>
                <c:pt idx="8877">
                  <c:v>60.3</c:v>
                </c:pt>
                <c:pt idx="8878">
                  <c:v>60.3</c:v>
                </c:pt>
                <c:pt idx="8879">
                  <c:v>60.3</c:v>
                </c:pt>
                <c:pt idx="8880">
                  <c:v>60.4</c:v>
                </c:pt>
                <c:pt idx="8881">
                  <c:v>60.4</c:v>
                </c:pt>
                <c:pt idx="8882">
                  <c:v>60.3</c:v>
                </c:pt>
                <c:pt idx="8883">
                  <c:v>60.3</c:v>
                </c:pt>
                <c:pt idx="8884">
                  <c:v>60.4</c:v>
                </c:pt>
                <c:pt idx="8885">
                  <c:v>60.3</c:v>
                </c:pt>
                <c:pt idx="8886">
                  <c:v>60.3</c:v>
                </c:pt>
                <c:pt idx="8887">
                  <c:v>60.3</c:v>
                </c:pt>
                <c:pt idx="8888">
                  <c:v>60.3</c:v>
                </c:pt>
                <c:pt idx="8889">
                  <c:v>60.3</c:v>
                </c:pt>
                <c:pt idx="8890">
                  <c:v>60.3</c:v>
                </c:pt>
                <c:pt idx="8891">
                  <c:v>60.4</c:v>
                </c:pt>
                <c:pt idx="8892">
                  <c:v>60.4</c:v>
                </c:pt>
                <c:pt idx="8893">
                  <c:v>60.4</c:v>
                </c:pt>
                <c:pt idx="8894">
                  <c:v>60.4</c:v>
                </c:pt>
                <c:pt idx="8895">
                  <c:v>60.4</c:v>
                </c:pt>
                <c:pt idx="8896">
                  <c:v>60.4</c:v>
                </c:pt>
                <c:pt idx="8897">
                  <c:v>60.4</c:v>
                </c:pt>
                <c:pt idx="8898">
                  <c:v>60.3</c:v>
                </c:pt>
                <c:pt idx="8899">
                  <c:v>60.3</c:v>
                </c:pt>
                <c:pt idx="8900">
                  <c:v>60.3</c:v>
                </c:pt>
                <c:pt idx="8901">
                  <c:v>60.3</c:v>
                </c:pt>
                <c:pt idx="8902">
                  <c:v>60.3</c:v>
                </c:pt>
                <c:pt idx="8903">
                  <c:v>60.3</c:v>
                </c:pt>
                <c:pt idx="8904">
                  <c:v>60.3</c:v>
                </c:pt>
                <c:pt idx="8905">
                  <c:v>60.4</c:v>
                </c:pt>
                <c:pt idx="8906">
                  <c:v>60.3</c:v>
                </c:pt>
                <c:pt idx="8907">
                  <c:v>60.3</c:v>
                </c:pt>
                <c:pt idx="8908">
                  <c:v>60.3</c:v>
                </c:pt>
                <c:pt idx="8909">
                  <c:v>60.3</c:v>
                </c:pt>
                <c:pt idx="8910">
                  <c:v>60.4</c:v>
                </c:pt>
                <c:pt idx="8911">
                  <c:v>60.3</c:v>
                </c:pt>
                <c:pt idx="8912">
                  <c:v>60.3</c:v>
                </c:pt>
                <c:pt idx="8913">
                  <c:v>60.3</c:v>
                </c:pt>
                <c:pt idx="8914">
                  <c:v>60.3</c:v>
                </c:pt>
                <c:pt idx="8915">
                  <c:v>60.3</c:v>
                </c:pt>
                <c:pt idx="8916">
                  <c:v>60.3</c:v>
                </c:pt>
                <c:pt idx="8917">
                  <c:v>60.3</c:v>
                </c:pt>
                <c:pt idx="8918">
                  <c:v>60.3</c:v>
                </c:pt>
                <c:pt idx="8919">
                  <c:v>60.3</c:v>
                </c:pt>
                <c:pt idx="8920">
                  <c:v>60.3</c:v>
                </c:pt>
                <c:pt idx="8921">
                  <c:v>60.3</c:v>
                </c:pt>
                <c:pt idx="8922">
                  <c:v>60.3</c:v>
                </c:pt>
                <c:pt idx="8923">
                  <c:v>60.3</c:v>
                </c:pt>
                <c:pt idx="8924">
                  <c:v>60.3</c:v>
                </c:pt>
                <c:pt idx="8925">
                  <c:v>60.3</c:v>
                </c:pt>
                <c:pt idx="8926">
                  <c:v>60.3</c:v>
                </c:pt>
                <c:pt idx="8927">
                  <c:v>60.3</c:v>
                </c:pt>
                <c:pt idx="8928">
                  <c:v>60.3</c:v>
                </c:pt>
                <c:pt idx="8929">
                  <c:v>60.3</c:v>
                </c:pt>
                <c:pt idx="8930">
                  <c:v>60.3</c:v>
                </c:pt>
                <c:pt idx="8931">
                  <c:v>60.3</c:v>
                </c:pt>
                <c:pt idx="8932">
                  <c:v>60.3</c:v>
                </c:pt>
                <c:pt idx="8933">
                  <c:v>60.3</c:v>
                </c:pt>
                <c:pt idx="8934">
                  <c:v>60.3</c:v>
                </c:pt>
                <c:pt idx="8935">
                  <c:v>60.3</c:v>
                </c:pt>
                <c:pt idx="8936">
                  <c:v>60.3</c:v>
                </c:pt>
                <c:pt idx="8937">
                  <c:v>60.3</c:v>
                </c:pt>
                <c:pt idx="8938">
                  <c:v>60.3</c:v>
                </c:pt>
                <c:pt idx="8939">
                  <c:v>60.3</c:v>
                </c:pt>
                <c:pt idx="8940">
                  <c:v>60.3</c:v>
                </c:pt>
                <c:pt idx="8941">
                  <c:v>60.3</c:v>
                </c:pt>
                <c:pt idx="8942">
                  <c:v>60.3</c:v>
                </c:pt>
                <c:pt idx="8943">
                  <c:v>60.3</c:v>
                </c:pt>
                <c:pt idx="8944">
                  <c:v>60.3</c:v>
                </c:pt>
                <c:pt idx="8945">
                  <c:v>60.3</c:v>
                </c:pt>
                <c:pt idx="8946">
                  <c:v>60.3</c:v>
                </c:pt>
                <c:pt idx="8947">
                  <c:v>60.3</c:v>
                </c:pt>
                <c:pt idx="8948">
                  <c:v>60.3</c:v>
                </c:pt>
                <c:pt idx="8949">
                  <c:v>60.3</c:v>
                </c:pt>
                <c:pt idx="8950">
                  <c:v>60.3</c:v>
                </c:pt>
                <c:pt idx="8951">
                  <c:v>60.3</c:v>
                </c:pt>
                <c:pt idx="8952">
                  <c:v>60.3</c:v>
                </c:pt>
                <c:pt idx="8953">
                  <c:v>60.3</c:v>
                </c:pt>
                <c:pt idx="8954">
                  <c:v>60.3</c:v>
                </c:pt>
                <c:pt idx="8955">
                  <c:v>60.3</c:v>
                </c:pt>
                <c:pt idx="8956">
                  <c:v>60.3</c:v>
                </c:pt>
                <c:pt idx="8957">
                  <c:v>60.3</c:v>
                </c:pt>
                <c:pt idx="8958">
                  <c:v>60.3</c:v>
                </c:pt>
                <c:pt idx="8959">
                  <c:v>60.3</c:v>
                </c:pt>
                <c:pt idx="8960">
                  <c:v>60.3</c:v>
                </c:pt>
                <c:pt idx="8961">
                  <c:v>60.3</c:v>
                </c:pt>
                <c:pt idx="8962">
                  <c:v>60.3</c:v>
                </c:pt>
                <c:pt idx="8963">
                  <c:v>60.3</c:v>
                </c:pt>
                <c:pt idx="8964">
                  <c:v>60.3</c:v>
                </c:pt>
                <c:pt idx="8965">
                  <c:v>60.3</c:v>
                </c:pt>
                <c:pt idx="8966">
                  <c:v>60.3</c:v>
                </c:pt>
                <c:pt idx="8967">
                  <c:v>60.3</c:v>
                </c:pt>
                <c:pt idx="8968">
                  <c:v>60.3</c:v>
                </c:pt>
                <c:pt idx="8969">
                  <c:v>60.3</c:v>
                </c:pt>
                <c:pt idx="8970">
                  <c:v>60.3</c:v>
                </c:pt>
                <c:pt idx="8971">
                  <c:v>60.3</c:v>
                </c:pt>
                <c:pt idx="8972">
                  <c:v>60.3</c:v>
                </c:pt>
                <c:pt idx="8973">
                  <c:v>60.3</c:v>
                </c:pt>
                <c:pt idx="8974">
                  <c:v>60.3</c:v>
                </c:pt>
                <c:pt idx="8975">
                  <c:v>60.3</c:v>
                </c:pt>
                <c:pt idx="8976">
                  <c:v>60.3</c:v>
                </c:pt>
                <c:pt idx="8977">
                  <c:v>60.3</c:v>
                </c:pt>
                <c:pt idx="8978">
                  <c:v>60.3</c:v>
                </c:pt>
                <c:pt idx="8979">
                  <c:v>60.3</c:v>
                </c:pt>
                <c:pt idx="8980">
                  <c:v>60.3</c:v>
                </c:pt>
                <c:pt idx="8981">
                  <c:v>60.3</c:v>
                </c:pt>
                <c:pt idx="8982">
                  <c:v>60.3</c:v>
                </c:pt>
                <c:pt idx="8983">
                  <c:v>60.3</c:v>
                </c:pt>
                <c:pt idx="8984">
                  <c:v>60.3</c:v>
                </c:pt>
                <c:pt idx="8985">
                  <c:v>60.3</c:v>
                </c:pt>
                <c:pt idx="8986">
                  <c:v>60.3</c:v>
                </c:pt>
                <c:pt idx="8987">
                  <c:v>60.3</c:v>
                </c:pt>
                <c:pt idx="8988">
                  <c:v>60.3</c:v>
                </c:pt>
                <c:pt idx="8989">
                  <c:v>60.3</c:v>
                </c:pt>
                <c:pt idx="8990">
                  <c:v>60.3</c:v>
                </c:pt>
                <c:pt idx="8991">
                  <c:v>60.3</c:v>
                </c:pt>
                <c:pt idx="8992">
                  <c:v>60.3</c:v>
                </c:pt>
                <c:pt idx="8993">
                  <c:v>60.3</c:v>
                </c:pt>
                <c:pt idx="8994">
                  <c:v>60.3</c:v>
                </c:pt>
                <c:pt idx="8995">
                  <c:v>60.3</c:v>
                </c:pt>
                <c:pt idx="8996">
                  <c:v>60.3</c:v>
                </c:pt>
                <c:pt idx="8997">
                  <c:v>60.3</c:v>
                </c:pt>
                <c:pt idx="8998">
                  <c:v>60.3</c:v>
                </c:pt>
                <c:pt idx="8999">
                  <c:v>60.3</c:v>
                </c:pt>
                <c:pt idx="9000">
                  <c:v>60.3</c:v>
                </c:pt>
                <c:pt idx="9001">
                  <c:v>60.3</c:v>
                </c:pt>
                <c:pt idx="9002">
                  <c:v>60.3</c:v>
                </c:pt>
                <c:pt idx="9003">
                  <c:v>60.3</c:v>
                </c:pt>
                <c:pt idx="9004">
                  <c:v>60.3</c:v>
                </c:pt>
                <c:pt idx="9005">
                  <c:v>60.3</c:v>
                </c:pt>
                <c:pt idx="9006">
                  <c:v>60.3</c:v>
                </c:pt>
                <c:pt idx="9007">
                  <c:v>60.3</c:v>
                </c:pt>
                <c:pt idx="9008">
                  <c:v>60.3</c:v>
                </c:pt>
                <c:pt idx="9009">
                  <c:v>60.3</c:v>
                </c:pt>
                <c:pt idx="9010">
                  <c:v>60.3</c:v>
                </c:pt>
                <c:pt idx="9011">
                  <c:v>60.3</c:v>
                </c:pt>
                <c:pt idx="9012">
                  <c:v>60.3</c:v>
                </c:pt>
                <c:pt idx="9013">
                  <c:v>59.8</c:v>
                </c:pt>
                <c:pt idx="9014">
                  <c:v>57.7</c:v>
                </c:pt>
                <c:pt idx="9015">
                  <c:v>53.7</c:v>
                </c:pt>
                <c:pt idx="9016">
                  <c:v>49.8</c:v>
                </c:pt>
                <c:pt idx="9017">
                  <c:v>46.2</c:v>
                </c:pt>
                <c:pt idx="9018">
                  <c:v>42.7</c:v>
                </c:pt>
                <c:pt idx="9019">
                  <c:v>39.3</c:v>
                </c:pt>
                <c:pt idx="9020">
                  <c:v>37.7</c:v>
                </c:pt>
                <c:pt idx="9021">
                  <c:v>34.6</c:v>
                </c:pt>
                <c:pt idx="9022">
                  <c:v>31.6</c:v>
                </c:pt>
                <c:pt idx="9023">
                  <c:v>28.8</c:v>
                </c:pt>
                <c:pt idx="9024">
                  <c:v>26.1</c:v>
                </c:pt>
                <c:pt idx="9025">
                  <c:v>23.7</c:v>
                </c:pt>
                <c:pt idx="9026">
                  <c:v>22.5</c:v>
                </c:pt>
                <c:pt idx="9027">
                  <c:v>19.1</c:v>
                </c:pt>
                <c:pt idx="9028">
                  <c:v>17</c:v>
                </c:pt>
                <c:pt idx="9029">
                  <c:v>15</c:v>
                </c:pt>
                <c:pt idx="9030">
                  <c:v>13.2</c:v>
                </c:pt>
                <c:pt idx="9031">
                  <c:v>12.3</c:v>
                </c:pt>
                <c:pt idx="9032">
                  <c:v>10.6</c:v>
                </c:pt>
                <c:pt idx="9033">
                  <c:v>9.1</c:v>
                </c:pt>
                <c:pt idx="9034">
                  <c:v>7.6</c:v>
                </c:pt>
                <c:pt idx="9035">
                  <c:v>6.3</c:v>
                </c:pt>
                <c:pt idx="9036">
                  <c:v>5.1</c:v>
                </c:pt>
                <c:pt idx="9037">
                  <c:v>4.6</c:v>
                </c:pt>
                <c:pt idx="9038">
                  <c:v>3.7</c:v>
                </c:pt>
                <c:pt idx="9039">
                  <c:v>2.8</c:v>
                </c:pt>
                <c:pt idx="9040">
                  <c:v>2.1</c:v>
                </c:pt>
                <c:pt idx="9041">
                  <c:v>1.6</c:v>
                </c:pt>
                <c:pt idx="9042">
                  <c:v>1.1</c:v>
                </c:pt>
                <c:pt idx="9043">
                  <c:v>0.9</c:v>
                </c:pt>
                <c:pt idx="9044">
                  <c:v>0.6</c:v>
                </c:pt>
                <c:pt idx="9045">
                  <c:v>0.3</c:v>
                </c:pt>
                <c:pt idx="9046">
                  <c:v>0.1</c:v>
                </c:pt>
                <c:pt idx="9047">
                  <c:v>0</c:v>
                </c:pt>
                <c:pt idx="9048">
                  <c:v>0</c:v>
                </c:pt>
              </c:numCache>
            </c:numRef>
          </c:val>
          <c:smooth val="0"/>
        </c:ser>
        <c:ser>
          <c:idx val="2"/>
          <c:order val="1"/>
          <c:tx>
            <c:strRef>
              <c:f>施工排量</c:f>
              <c:strCache>
                <c:ptCount val="1"/>
                <c:pt idx="0">
                  <c:v>施工排量</c:v>
                </c:pt>
              </c:strCache>
            </c:strRef>
          </c:tx>
          <c:spPr>
            <a:ln w="28575" cap="rnd">
              <a:solidFill>
                <a:srgbClr val="2209DB"/>
              </a:solidFill>
              <a:round/>
            </a:ln>
            <a:effectLst/>
          </c:spPr>
          <c:marker>
            <c:symbol val="none"/>
          </c:marker>
          <c:dLbls>
            <c:delete val="1"/>
          </c:dLbls>
          <c:cat>
            <c:numRef>
              <c:f>'10'!$A$3:$A$9051</c:f>
              <c:numCache>
                <c:formatCode>General</c:formatCode>
                <c:ptCount val="90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pt idx="1854">
                  <c:v>1855</c:v>
                </c:pt>
                <c:pt idx="1855">
                  <c:v>1856</c:v>
                </c:pt>
                <c:pt idx="1856">
                  <c:v>1857</c:v>
                </c:pt>
                <c:pt idx="1857">
                  <c:v>1858</c:v>
                </c:pt>
                <c:pt idx="1858">
                  <c:v>1859</c:v>
                </c:pt>
                <c:pt idx="1859">
                  <c:v>1860</c:v>
                </c:pt>
                <c:pt idx="1860">
                  <c:v>1861</c:v>
                </c:pt>
                <c:pt idx="1861">
                  <c:v>1862</c:v>
                </c:pt>
                <c:pt idx="1862">
                  <c:v>1863</c:v>
                </c:pt>
                <c:pt idx="1863">
                  <c:v>1864</c:v>
                </c:pt>
                <c:pt idx="1864">
                  <c:v>1865</c:v>
                </c:pt>
                <c:pt idx="1865">
                  <c:v>1866</c:v>
                </c:pt>
                <c:pt idx="1866">
                  <c:v>1867</c:v>
                </c:pt>
                <c:pt idx="1867">
                  <c:v>1868</c:v>
                </c:pt>
                <c:pt idx="1868">
                  <c:v>1869</c:v>
                </c:pt>
                <c:pt idx="1869">
                  <c:v>1870</c:v>
                </c:pt>
                <c:pt idx="1870">
                  <c:v>1871</c:v>
                </c:pt>
                <c:pt idx="1871">
                  <c:v>1872</c:v>
                </c:pt>
                <c:pt idx="1872">
                  <c:v>1873</c:v>
                </c:pt>
                <c:pt idx="1873">
                  <c:v>1874</c:v>
                </c:pt>
                <c:pt idx="1874">
                  <c:v>1875</c:v>
                </c:pt>
                <c:pt idx="1875">
                  <c:v>1876</c:v>
                </c:pt>
                <c:pt idx="1876">
                  <c:v>1877</c:v>
                </c:pt>
                <c:pt idx="1877">
                  <c:v>1878</c:v>
                </c:pt>
                <c:pt idx="1878">
                  <c:v>1879</c:v>
                </c:pt>
                <c:pt idx="1879">
                  <c:v>1880</c:v>
                </c:pt>
                <c:pt idx="1880">
                  <c:v>1881</c:v>
                </c:pt>
                <c:pt idx="1881">
                  <c:v>1882</c:v>
                </c:pt>
                <c:pt idx="1882">
                  <c:v>1883</c:v>
                </c:pt>
                <c:pt idx="1883">
                  <c:v>1884</c:v>
                </c:pt>
                <c:pt idx="1884">
                  <c:v>1885</c:v>
                </c:pt>
                <c:pt idx="1885">
                  <c:v>1886</c:v>
                </c:pt>
                <c:pt idx="1886">
                  <c:v>1887</c:v>
                </c:pt>
                <c:pt idx="1887">
                  <c:v>1888</c:v>
                </c:pt>
                <c:pt idx="1888">
                  <c:v>1889</c:v>
                </c:pt>
                <c:pt idx="1889">
                  <c:v>1890</c:v>
                </c:pt>
                <c:pt idx="1890">
                  <c:v>1891</c:v>
                </c:pt>
                <c:pt idx="1891">
                  <c:v>1892</c:v>
                </c:pt>
                <c:pt idx="1892">
                  <c:v>1893</c:v>
                </c:pt>
                <c:pt idx="1893">
                  <c:v>1894</c:v>
                </c:pt>
                <c:pt idx="1894">
                  <c:v>1895</c:v>
                </c:pt>
                <c:pt idx="1895">
                  <c:v>1896</c:v>
                </c:pt>
                <c:pt idx="1896">
                  <c:v>1897</c:v>
                </c:pt>
                <c:pt idx="1897">
                  <c:v>1898</c:v>
                </c:pt>
                <c:pt idx="1898">
                  <c:v>1899</c:v>
                </c:pt>
                <c:pt idx="1899">
                  <c:v>1900</c:v>
                </c:pt>
                <c:pt idx="1900">
                  <c:v>1901</c:v>
                </c:pt>
                <c:pt idx="1901">
                  <c:v>1902</c:v>
                </c:pt>
                <c:pt idx="1902">
                  <c:v>1903</c:v>
                </c:pt>
                <c:pt idx="1903">
                  <c:v>1904</c:v>
                </c:pt>
                <c:pt idx="1904">
                  <c:v>1905</c:v>
                </c:pt>
                <c:pt idx="1905">
                  <c:v>1906</c:v>
                </c:pt>
                <c:pt idx="1906">
                  <c:v>1907</c:v>
                </c:pt>
                <c:pt idx="1907">
                  <c:v>1908</c:v>
                </c:pt>
                <c:pt idx="1908">
                  <c:v>1909</c:v>
                </c:pt>
                <c:pt idx="1909">
                  <c:v>1910</c:v>
                </c:pt>
                <c:pt idx="1910">
                  <c:v>1911</c:v>
                </c:pt>
                <c:pt idx="1911">
                  <c:v>1912</c:v>
                </c:pt>
                <c:pt idx="1912">
                  <c:v>1913</c:v>
                </c:pt>
                <c:pt idx="1913">
                  <c:v>1914</c:v>
                </c:pt>
                <c:pt idx="1914">
                  <c:v>1915</c:v>
                </c:pt>
                <c:pt idx="1915">
                  <c:v>1916</c:v>
                </c:pt>
                <c:pt idx="1916">
                  <c:v>1917</c:v>
                </c:pt>
                <c:pt idx="1917">
                  <c:v>1918</c:v>
                </c:pt>
                <c:pt idx="1918">
                  <c:v>1919</c:v>
                </c:pt>
                <c:pt idx="1919">
                  <c:v>1920</c:v>
                </c:pt>
                <c:pt idx="1920">
                  <c:v>1921</c:v>
                </c:pt>
                <c:pt idx="1921">
                  <c:v>1922</c:v>
                </c:pt>
                <c:pt idx="1922">
                  <c:v>1923</c:v>
                </c:pt>
                <c:pt idx="1923">
                  <c:v>1924</c:v>
                </c:pt>
                <c:pt idx="1924">
                  <c:v>1925</c:v>
                </c:pt>
                <c:pt idx="1925">
                  <c:v>1926</c:v>
                </c:pt>
                <c:pt idx="1926">
                  <c:v>1927</c:v>
                </c:pt>
                <c:pt idx="1927">
                  <c:v>1928</c:v>
                </c:pt>
                <c:pt idx="1928">
                  <c:v>1929</c:v>
                </c:pt>
                <c:pt idx="1929">
                  <c:v>1930</c:v>
                </c:pt>
                <c:pt idx="1930">
                  <c:v>1931</c:v>
                </c:pt>
                <c:pt idx="1931">
                  <c:v>1932</c:v>
                </c:pt>
                <c:pt idx="1932">
                  <c:v>1933</c:v>
                </c:pt>
                <c:pt idx="1933">
                  <c:v>1934</c:v>
                </c:pt>
                <c:pt idx="1934">
                  <c:v>1935</c:v>
                </c:pt>
                <c:pt idx="1935">
                  <c:v>1936</c:v>
                </c:pt>
                <c:pt idx="1936">
                  <c:v>1937</c:v>
                </c:pt>
                <c:pt idx="1937">
                  <c:v>1938</c:v>
                </c:pt>
                <c:pt idx="1938">
                  <c:v>1939</c:v>
                </c:pt>
                <c:pt idx="1939">
                  <c:v>1940</c:v>
                </c:pt>
                <c:pt idx="1940">
                  <c:v>1941</c:v>
                </c:pt>
                <c:pt idx="1941">
                  <c:v>1942</c:v>
                </c:pt>
                <c:pt idx="1942">
                  <c:v>1943</c:v>
                </c:pt>
                <c:pt idx="1943">
                  <c:v>1944</c:v>
                </c:pt>
                <c:pt idx="1944">
                  <c:v>1945</c:v>
                </c:pt>
                <c:pt idx="1945">
                  <c:v>1946</c:v>
                </c:pt>
                <c:pt idx="1946">
                  <c:v>1947</c:v>
                </c:pt>
                <c:pt idx="1947">
                  <c:v>1948</c:v>
                </c:pt>
                <c:pt idx="1948">
                  <c:v>1949</c:v>
                </c:pt>
                <c:pt idx="1949">
                  <c:v>1950</c:v>
                </c:pt>
                <c:pt idx="1950">
                  <c:v>1951</c:v>
                </c:pt>
                <c:pt idx="1951">
                  <c:v>1952</c:v>
                </c:pt>
                <c:pt idx="1952">
                  <c:v>1953</c:v>
                </c:pt>
                <c:pt idx="1953">
                  <c:v>1954</c:v>
                </c:pt>
                <c:pt idx="1954">
                  <c:v>1955</c:v>
                </c:pt>
                <c:pt idx="1955">
                  <c:v>1956</c:v>
                </c:pt>
                <c:pt idx="1956">
                  <c:v>1957</c:v>
                </c:pt>
                <c:pt idx="1957">
                  <c:v>1958</c:v>
                </c:pt>
                <c:pt idx="1958">
                  <c:v>1959</c:v>
                </c:pt>
                <c:pt idx="1959">
                  <c:v>1960</c:v>
                </c:pt>
                <c:pt idx="1960">
                  <c:v>1961</c:v>
                </c:pt>
                <c:pt idx="1961">
                  <c:v>1962</c:v>
                </c:pt>
                <c:pt idx="1962">
                  <c:v>1963</c:v>
                </c:pt>
                <c:pt idx="1963">
                  <c:v>1964</c:v>
                </c:pt>
                <c:pt idx="1964">
                  <c:v>1965</c:v>
                </c:pt>
                <c:pt idx="1965">
                  <c:v>1966</c:v>
                </c:pt>
                <c:pt idx="1966">
                  <c:v>1967</c:v>
                </c:pt>
                <c:pt idx="1967">
                  <c:v>1968</c:v>
                </c:pt>
                <c:pt idx="1968">
                  <c:v>1969</c:v>
                </c:pt>
                <c:pt idx="1969">
                  <c:v>1970</c:v>
                </c:pt>
                <c:pt idx="1970">
                  <c:v>1971</c:v>
                </c:pt>
                <c:pt idx="1971">
                  <c:v>1972</c:v>
                </c:pt>
                <c:pt idx="1972">
                  <c:v>1973</c:v>
                </c:pt>
                <c:pt idx="1973">
                  <c:v>1974</c:v>
                </c:pt>
                <c:pt idx="1974">
                  <c:v>1975</c:v>
                </c:pt>
                <c:pt idx="1975">
                  <c:v>1976</c:v>
                </c:pt>
                <c:pt idx="1976">
                  <c:v>1977</c:v>
                </c:pt>
                <c:pt idx="1977">
                  <c:v>1978</c:v>
                </c:pt>
                <c:pt idx="1978">
                  <c:v>1979</c:v>
                </c:pt>
                <c:pt idx="1979">
                  <c:v>1980</c:v>
                </c:pt>
                <c:pt idx="1980">
                  <c:v>1981</c:v>
                </c:pt>
                <c:pt idx="1981">
                  <c:v>1982</c:v>
                </c:pt>
                <c:pt idx="1982">
                  <c:v>1983</c:v>
                </c:pt>
                <c:pt idx="1983">
                  <c:v>1984</c:v>
                </c:pt>
                <c:pt idx="1984">
                  <c:v>1985</c:v>
                </c:pt>
                <c:pt idx="1985">
                  <c:v>1986</c:v>
                </c:pt>
                <c:pt idx="1986">
                  <c:v>1987</c:v>
                </c:pt>
                <c:pt idx="1987">
                  <c:v>1988</c:v>
                </c:pt>
                <c:pt idx="1988">
                  <c:v>1989</c:v>
                </c:pt>
                <c:pt idx="1989">
                  <c:v>1990</c:v>
                </c:pt>
                <c:pt idx="1990">
                  <c:v>1991</c:v>
                </c:pt>
                <c:pt idx="1991">
                  <c:v>1992</c:v>
                </c:pt>
                <c:pt idx="1992">
                  <c:v>1993</c:v>
                </c:pt>
                <c:pt idx="1993">
                  <c:v>1994</c:v>
                </c:pt>
                <c:pt idx="1994">
                  <c:v>1995</c:v>
                </c:pt>
                <c:pt idx="1995">
                  <c:v>1996</c:v>
                </c:pt>
                <c:pt idx="1996">
                  <c:v>1997</c:v>
                </c:pt>
                <c:pt idx="1997">
                  <c:v>1998</c:v>
                </c:pt>
                <c:pt idx="1998">
                  <c:v>1999</c:v>
                </c:pt>
                <c:pt idx="1999">
                  <c:v>2000</c:v>
                </c:pt>
                <c:pt idx="2000">
                  <c:v>2001</c:v>
                </c:pt>
                <c:pt idx="2001">
                  <c:v>2002</c:v>
                </c:pt>
                <c:pt idx="2002">
                  <c:v>2003</c:v>
                </c:pt>
                <c:pt idx="2003">
                  <c:v>2004</c:v>
                </c:pt>
                <c:pt idx="2004">
                  <c:v>2005</c:v>
                </c:pt>
                <c:pt idx="2005">
                  <c:v>2006</c:v>
                </c:pt>
                <c:pt idx="2006">
                  <c:v>2007</c:v>
                </c:pt>
                <c:pt idx="2007">
                  <c:v>2008</c:v>
                </c:pt>
                <c:pt idx="2008">
                  <c:v>2009</c:v>
                </c:pt>
                <c:pt idx="2009">
                  <c:v>2010</c:v>
                </c:pt>
                <c:pt idx="2010">
                  <c:v>2011</c:v>
                </c:pt>
                <c:pt idx="2011">
                  <c:v>2012</c:v>
                </c:pt>
                <c:pt idx="2012">
                  <c:v>2013</c:v>
                </c:pt>
                <c:pt idx="2013">
                  <c:v>2014</c:v>
                </c:pt>
                <c:pt idx="2014">
                  <c:v>2015</c:v>
                </c:pt>
                <c:pt idx="2015">
                  <c:v>2016</c:v>
                </c:pt>
                <c:pt idx="2016">
                  <c:v>2017</c:v>
                </c:pt>
                <c:pt idx="2017">
                  <c:v>2018</c:v>
                </c:pt>
                <c:pt idx="2018">
                  <c:v>2019</c:v>
                </c:pt>
                <c:pt idx="2019">
                  <c:v>2020</c:v>
                </c:pt>
                <c:pt idx="2020">
                  <c:v>2021</c:v>
                </c:pt>
                <c:pt idx="2021">
                  <c:v>2022</c:v>
                </c:pt>
                <c:pt idx="2022">
                  <c:v>2023</c:v>
                </c:pt>
                <c:pt idx="2023">
                  <c:v>2024</c:v>
                </c:pt>
                <c:pt idx="2024">
                  <c:v>2025</c:v>
                </c:pt>
                <c:pt idx="2025">
                  <c:v>2026</c:v>
                </c:pt>
                <c:pt idx="2026">
                  <c:v>2027</c:v>
                </c:pt>
                <c:pt idx="2027">
                  <c:v>2028</c:v>
                </c:pt>
                <c:pt idx="2028">
                  <c:v>2029</c:v>
                </c:pt>
                <c:pt idx="2029">
                  <c:v>2030</c:v>
                </c:pt>
                <c:pt idx="2030">
                  <c:v>2031</c:v>
                </c:pt>
                <c:pt idx="2031">
                  <c:v>2032</c:v>
                </c:pt>
                <c:pt idx="2032">
                  <c:v>2033</c:v>
                </c:pt>
                <c:pt idx="2033">
                  <c:v>2034</c:v>
                </c:pt>
                <c:pt idx="2034">
                  <c:v>2035</c:v>
                </c:pt>
                <c:pt idx="2035">
                  <c:v>2036</c:v>
                </c:pt>
                <c:pt idx="2036">
                  <c:v>2037</c:v>
                </c:pt>
                <c:pt idx="2037">
                  <c:v>2038</c:v>
                </c:pt>
                <c:pt idx="2038">
                  <c:v>2039</c:v>
                </c:pt>
                <c:pt idx="2039">
                  <c:v>2040</c:v>
                </c:pt>
                <c:pt idx="2040">
                  <c:v>2041</c:v>
                </c:pt>
                <c:pt idx="2041">
                  <c:v>2042</c:v>
                </c:pt>
                <c:pt idx="2042">
                  <c:v>2043</c:v>
                </c:pt>
                <c:pt idx="2043">
                  <c:v>2044</c:v>
                </c:pt>
                <c:pt idx="2044">
                  <c:v>2045</c:v>
                </c:pt>
                <c:pt idx="2045">
                  <c:v>2046</c:v>
                </c:pt>
                <c:pt idx="2046">
                  <c:v>2047</c:v>
                </c:pt>
                <c:pt idx="2047">
                  <c:v>2048</c:v>
                </c:pt>
                <c:pt idx="2048">
                  <c:v>2049</c:v>
                </c:pt>
                <c:pt idx="2049">
                  <c:v>2050</c:v>
                </c:pt>
                <c:pt idx="2050">
                  <c:v>2051</c:v>
                </c:pt>
                <c:pt idx="2051">
                  <c:v>2052</c:v>
                </c:pt>
                <c:pt idx="2052">
                  <c:v>2053</c:v>
                </c:pt>
                <c:pt idx="2053">
                  <c:v>2054</c:v>
                </c:pt>
                <c:pt idx="2054">
                  <c:v>2055</c:v>
                </c:pt>
                <c:pt idx="2055">
                  <c:v>2056</c:v>
                </c:pt>
                <c:pt idx="2056">
                  <c:v>2057</c:v>
                </c:pt>
                <c:pt idx="2057">
                  <c:v>2058</c:v>
                </c:pt>
                <c:pt idx="2058">
                  <c:v>2059</c:v>
                </c:pt>
                <c:pt idx="2059">
                  <c:v>2060</c:v>
                </c:pt>
                <c:pt idx="2060">
                  <c:v>2061</c:v>
                </c:pt>
                <c:pt idx="2061">
                  <c:v>2062</c:v>
                </c:pt>
                <c:pt idx="2062">
                  <c:v>2063</c:v>
                </c:pt>
                <c:pt idx="2063">
                  <c:v>2064</c:v>
                </c:pt>
                <c:pt idx="2064">
                  <c:v>2065</c:v>
                </c:pt>
                <c:pt idx="2065">
                  <c:v>2066</c:v>
                </c:pt>
                <c:pt idx="2066">
                  <c:v>2067</c:v>
                </c:pt>
                <c:pt idx="2067">
                  <c:v>2068</c:v>
                </c:pt>
                <c:pt idx="2068">
                  <c:v>2069</c:v>
                </c:pt>
                <c:pt idx="2069">
                  <c:v>2070</c:v>
                </c:pt>
                <c:pt idx="2070">
                  <c:v>2071</c:v>
                </c:pt>
                <c:pt idx="2071">
                  <c:v>2072</c:v>
                </c:pt>
                <c:pt idx="2072">
                  <c:v>2073</c:v>
                </c:pt>
                <c:pt idx="2073">
                  <c:v>2074</c:v>
                </c:pt>
                <c:pt idx="2074">
                  <c:v>2075</c:v>
                </c:pt>
                <c:pt idx="2075">
                  <c:v>2076</c:v>
                </c:pt>
                <c:pt idx="2076">
                  <c:v>2077</c:v>
                </c:pt>
                <c:pt idx="2077">
                  <c:v>2078</c:v>
                </c:pt>
                <c:pt idx="2078">
                  <c:v>2079</c:v>
                </c:pt>
                <c:pt idx="2079">
                  <c:v>2080</c:v>
                </c:pt>
                <c:pt idx="2080">
                  <c:v>2081</c:v>
                </c:pt>
                <c:pt idx="2081">
                  <c:v>2082</c:v>
                </c:pt>
                <c:pt idx="2082">
                  <c:v>2083</c:v>
                </c:pt>
                <c:pt idx="2083">
                  <c:v>2084</c:v>
                </c:pt>
                <c:pt idx="2084">
                  <c:v>2085</c:v>
                </c:pt>
                <c:pt idx="2085">
                  <c:v>2086</c:v>
                </c:pt>
                <c:pt idx="2086">
                  <c:v>2087</c:v>
                </c:pt>
                <c:pt idx="2087">
                  <c:v>2088</c:v>
                </c:pt>
                <c:pt idx="2088">
                  <c:v>2089</c:v>
                </c:pt>
                <c:pt idx="2089">
                  <c:v>2090</c:v>
                </c:pt>
                <c:pt idx="2090">
                  <c:v>2091</c:v>
                </c:pt>
                <c:pt idx="2091">
                  <c:v>2092</c:v>
                </c:pt>
                <c:pt idx="2092">
                  <c:v>2093</c:v>
                </c:pt>
                <c:pt idx="2093">
                  <c:v>2094</c:v>
                </c:pt>
                <c:pt idx="2094">
                  <c:v>2095</c:v>
                </c:pt>
                <c:pt idx="2095">
                  <c:v>2096</c:v>
                </c:pt>
                <c:pt idx="2096">
                  <c:v>2097</c:v>
                </c:pt>
                <c:pt idx="2097">
                  <c:v>2098</c:v>
                </c:pt>
                <c:pt idx="2098">
                  <c:v>2099</c:v>
                </c:pt>
                <c:pt idx="2099">
                  <c:v>2100</c:v>
                </c:pt>
                <c:pt idx="2100">
                  <c:v>2101</c:v>
                </c:pt>
                <c:pt idx="2101">
                  <c:v>2102</c:v>
                </c:pt>
                <c:pt idx="2102">
                  <c:v>2103</c:v>
                </c:pt>
                <c:pt idx="2103">
                  <c:v>2104</c:v>
                </c:pt>
                <c:pt idx="2104">
                  <c:v>2105</c:v>
                </c:pt>
                <c:pt idx="2105">
                  <c:v>2106</c:v>
                </c:pt>
                <c:pt idx="2106">
                  <c:v>2107</c:v>
                </c:pt>
                <c:pt idx="2107">
                  <c:v>2108</c:v>
                </c:pt>
                <c:pt idx="2108">
                  <c:v>2109</c:v>
                </c:pt>
                <c:pt idx="2109">
                  <c:v>2110</c:v>
                </c:pt>
                <c:pt idx="2110">
                  <c:v>2111</c:v>
                </c:pt>
                <c:pt idx="2111">
                  <c:v>2112</c:v>
                </c:pt>
                <c:pt idx="2112">
                  <c:v>2113</c:v>
                </c:pt>
                <c:pt idx="2113">
                  <c:v>2114</c:v>
                </c:pt>
                <c:pt idx="2114">
                  <c:v>2115</c:v>
                </c:pt>
                <c:pt idx="2115">
                  <c:v>2116</c:v>
                </c:pt>
                <c:pt idx="2116">
                  <c:v>2117</c:v>
                </c:pt>
                <c:pt idx="2117">
                  <c:v>2118</c:v>
                </c:pt>
                <c:pt idx="2118">
                  <c:v>2119</c:v>
                </c:pt>
                <c:pt idx="2119">
                  <c:v>2120</c:v>
                </c:pt>
                <c:pt idx="2120">
                  <c:v>2121</c:v>
                </c:pt>
                <c:pt idx="2121">
                  <c:v>2122</c:v>
                </c:pt>
                <c:pt idx="2122">
                  <c:v>2123</c:v>
                </c:pt>
                <c:pt idx="2123">
                  <c:v>2124</c:v>
                </c:pt>
                <c:pt idx="2124">
                  <c:v>2125</c:v>
                </c:pt>
                <c:pt idx="2125">
                  <c:v>2126</c:v>
                </c:pt>
                <c:pt idx="2126">
                  <c:v>2127</c:v>
                </c:pt>
                <c:pt idx="2127">
                  <c:v>2128</c:v>
                </c:pt>
                <c:pt idx="2128">
                  <c:v>2129</c:v>
                </c:pt>
                <c:pt idx="2129">
                  <c:v>2130</c:v>
                </c:pt>
                <c:pt idx="2130">
                  <c:v>2131</c:v>
                </c:pt>
                <c:pt idx="2131">
                  <c:v>2132</c:v>
                </c:pt>
                <c:pt idx="2132">
                  <c:v>2133</c:v>
                </c:pt>
                <c:pt idx="2133">
                  <c:v>2134</c:v>
                </c:pt>
                <c:pt idx="2134">
                  <c:v>2135</c:v>
                </c:pt>
                <c:pt idx="2135">
                  <c:v>2136</c:v>
                </c:pt>
                <c:pt idx="2136">
                  <c:v>2137</c:v>
                </c:pt>
                <c:pt idx="2137">
                  <c:v>2138</c:v>
                </c:pt>
                <c:pt idx="2138">
                  <c:v>2139</c:v>
                </c:pt>
                <c:pt idx="2139">
                  <c:v>2140</c:v>
                </c:pt>
                <c:pt idx="2140">
                  <c:v>2141</c:v>
                </c:pt>
                <c:pt idx="2141">
                  <c:v>2142</c:v>
                </c:pt>
                <c:pt idx="2142">
                  <c:v>2143</c:v>
                </c:pt>
                <c:pt idx="2143">
                  <c:v>2144</c:v>
                </c:pt>
                <c:pt idx="2144">
                  <c:v>2145</c:v>
                </c:pt>
                <c:pt idx="2145">
                  <c:v>2146</c:v>
                </c:pt>
                <c:pt idx="2146">
                  <c:v>2147</c:v>
                </c:pt>
                <c:pt idx="2147">
                  <c:v>2148</c:v>
                </c:pt>
                <c:pt idx="2148">
                  <c:v>2149</c:v>
                </c:pt>
                <c:pt idx="2149">
                  <c:v>2150</c:v>
                </c:pt>
                <c:pt idx="2150">
                  <c:v>2151</c:v>
                </c:pt>
                <c:pt idx="2151">
                  <c:v>2152</c:v>
                </c:pt>
                <c:pt idx="2152">
                  <c:v>2153</c:v>
                </c:pt>
                <c:pt idx="2153">
                  <c:v>2154</c:v>
                </c:pt>
                <c:pt idx="2154">
                  <c:v>2155</c:v>
                </c:pt>
                <c:pt idx="2155">
                  <c:v>2156</c:v>
                </c:pt>
                <c:pt idx="2156">
                  <c:v>2157</c:v>
                </c:pt>
                <c:pt idx="2157">
                  <c:v>2158</c:v>
                </c:pt>
                <c:pt idx="2158">
                  <c:v>2159</c:v>
                </c:pt>
                <c:pt idx="2159">
                  <c:v>2160</c:v>
                </c:pt>
                <c:pt idx="2160">
                  <c:v>2161</c:v>
                </c:pt>
                <c:pt idx="2161">
                  <c:v>2162</c:v>
                </c:pt>
                <c:pt idx="2162">
                  <c:v>2163</c:v>
                </c:pt>
                <c:pt idx="2163">
                  <c:v>2164</c:v>
                </c:pt>
                <c:pt idx="2164">
                  <c:v>2165</c:v>
                </c:pt>
                <c:pt idx="2165">
                  <c:v>2166</c:v>
                </c:pt>
                <c:pt idx="2166">
                  <c:v>2167</c:v>
                </c:pt>
                <c:pt idx="2167">
                  <c:v>2168</c:v>
                </c:pt>
                <c:pt idx="2168">
                  <c:v>2169</c:v>
                </c:pt>
                <c:pt idx="2169">
                  <c:v>2170</c:v>
                </c:pt>
                <c:pt idx="2170">
                  <c:v>2171</c:v>
                </c:pt>
                <c:pt idx="2171">
                  <c:v>2172</c:v>
                </c:pt>
                <c:pt idx="2172">
                  <c:v>2173</c:v>
                </c:pt>
                <c:pt idx="2173">
                  <c:v>2174</c:v>
                </c:pt>
                <c:pt idx="2174">
                  <c:v>2175</c:v>
                </c:pt>
                <c:pt idx="2175">
                  <c:v>2176</c:v>
                </c:pt>
                <c:pt idx="2176">
                  <c:v>2177</c:v>
                </c:pt>
                <c:pt idx="2177">
                  <c:v>2178</c:v>
                </c:pt>
                <c:pt idx="2178">
                  <c:v>2179</c:v>
                </c:pt>
                <c:pt idx="2179">
                  <c:v>2180</c:v>
                </c:pt>
                <c:pt idx="2180">
                  <c:v>2181</c:v>
                </c:pt>
                <c:pt idx="2181">
                  <c:v>2182</c:v>
                </c:pt>
                <c:pt idx="2182">
                  <c:v>2183</c:v>
                </c:pt>
                <c:pt idx="2183">
                  <c:v>2184</c:v>
                </c:pt>
                <c:pt idx="2184">
                  <c:v>2185</c:v>
                </c:pt>
                <c:pt idx="2185">
                  <c:v>2186</c:v>
                </c:pt>
                <c:pt idx="2186">
                  <c:v>2187</c:v>
                </c:pt>
                <c:pt idx="2187">
                  <c:v>2188</c:v>
                </c:pt>
                <c:pt idx="2188">
                  <c:v>2189</c:v>
                </c:pt>
                <c:pt idx="2189">
                  <c:v>2190</c:v>
                </c:pt>
                <c:pt idx="2190">
                  <c:v>2191</c:v>
                </c:pt>
                <c:pt idx="2191">
                  <c:v>2192</c:v>
                </c:pt>
                <c:pt idx="2192">
                  <c:v>2193</c:v>
                </c:pt>
                <c:pt idx="2193">
                  <c:v>2194</c:v>
                </c:pt>
                <c:pt idx="2194">
                  <c:v>2195</c:v>
                </c:pt>
                <c:pt idx="2195">
                  <c:v>2196</c:v>
                </c:pt>
                <c:pt idx="2196">
                  <c:v>2197</c:v>
                </c:pt>
                <c:pt idx="2197">
                  <c:v>2198</c:v>
                </c:pt>
                <c:pt idx="2198">
                  <c:v>2199</c:v>
                </c:pt>
                <c:pt idx="2199">
                  <c:v>2200</c:v>
                </c:pt>
                <c:pt idx="2200">
                  <c:v>2201</c:v>
                </c:pt>
                <c:pt idx="2201">
                  <c:v>2202</c:v>
                </c:pt>
                <c:pt idx="2202">
                  <c:v>2203</c:v>
                </c:pt>
                <c:pt idx="2203">
                  <c:v>2204</c:v>
                </c:pt>
                <c:pt idx="2204">
                  <c:v>2205</c:v>
                </c:pt>
                <c:pt idx="2205">
                  <c:v>2206</c:v>
                </c:pt>
                <c:pt idx="2206">
                  <c:v>2207</c:v>
                </c:pt>
                <c:pt idx="2207">
                  <c:v>2208</c:v>
                </c:pt>
                <c:pt idx="2208">
                  <c:v>2209</c:v>
                </c:pt>
                <c:pt idx="2209">
                  <c:v>2210</c:v>
                </c:pt>
                <c:pt idx="2210">
                  <c:v>2211</c:v>
                </c:pt>
                <c:pt idx="2211">
                  <c:v>2212</c:v>
                </c:pt>
                <c:pt idx="2212">
                  <c:v>2213</c:v>
                </c:pt>
                <c:pt idx="2213">
                  <c:v>2214</c:v>
                </c:pt>
                <c:pt idx="2214">
                  <c:v>2215</c:v>
                </c:pt>
                <c:pt idx="2215">
                  <c:v>2216</c:v>
                </c:pt>
                <c:pt idx="2216">
                  <c:v>2217</c:v>
                </c:pt>
                <c:pt idx="2217">
                  <c:v>2218</c:v>
                </c:pt>
                <c:pt idx="2218">
                  <c:v>2219</c:v>
                </c:pt>
                <c:pt idx="2219">
                  <c:v>2220</c:v>
                </c:pt>
                <c:pt idx="2220">
                  <c:v>2221</c:v>
                </c:pt>
                <c:pt idx="2221">
                  <c:v>2222</c:v>
                </c:pt>
                <c:pt idx="2222">
                  <c:v>2223</c:v>
                </c:pt>
                <c:pt idx="2223">
                  <c:v>2224</c:v>
                </c:pt>
                <c:pt idx="2224">
                  <c:v>2225</c:v>
                </c:pt>
                <c:pt idx="2225">
                  <c:v>2226</c:v>
                </c:pt>
                <c:pt idx="2226">
                  <c:v>2227</c:v>
                </c:pt>
                <c:pt idx="2227">
                  <c:v>2228</c:v>
                </c:pt>
                <c:pt idx="2228">
                  <c:v>2229</c:v>
                </c:pt>
                <c:pt idx="2229">
                  <c:v>2230</c:v>
                </c:pt>
                <c:pt idx="2230">
                  <c:v>2231</c:v>
                </c:pt>
                <c:pt idx="2231">
                  <c:v>2232</c:v>
                </c:pt>
                <c:pt idx="2232">
                  <c:v>2233</c:v>
                </c:pt>
                <c:pt idx="2233">
                  <c:v>2234</c:v>
                </c:pt>
                <c:pt idx="2234">
                  <c:v>2235</c:v>
                </c:pt>
                <c:pt idx="2235">
                  <c:v>2236</c:v>
                </c:pt>
                <c:pt idx="2236">
                  <c:v>2237</c:v>
                </c:pt>
                <c:pt idx="2237">
                  <c:v>2238</c:v>
                </c:pt>
                <c:pt idx="2238">
                  <c:v>2239</c:v>
                </c:pt>
                <c:pt idx="2239">
                  <c:v>2240</c:v>
                </c:pt>
                <c:pt idx="2240">
                  <c:v>2241</c:v>
                </c:pt>
                <c:pt idx="2241">
                  <c:v>2242</c:v>
                </c:pt>
                <c:pt idx="2242">
                  <c:v>2243</c:v>
                </c:pt>
                <c:pt idx="2243">
                  <c:v>2244</c:v>
                </c:pt>
                <c:pt idx="2244">
                  <c:v>2245</c:v>
                </c:pt>
                <c:pt idx="2245">
                  <c:v>2246</c:v>
                </c:pt>
                <c:pt idx="2246">
                  <c:v>2247</c:v>
                </c:pt>
                <c:pt idx="2247">
                  <c:v>2248</c:v>
                </c:pt>
                <c:pt idx="2248">
                  <c:v>2249</c:v>
                </c:pt>
                <c:pt idx="2249">
                  <c:v>2250</c:v>
                </c:pt>
                <c:pt idx="2250">
                  <c:v>2251</c:v>
                </c:pt>
                <c:pt idx="2251">
                  <c:v>2252</c:v>
                </c:pt>
                <c:pt idx="2252">
                  <c:v>2253</c:v>
                </c:pt>
                <c:pt idx="2253">
                  <c:v>2254</c:v>
                </c:pt>
                <c:pt idx="2254">
                  <c:v>2255</c:v>
                </c:pt>
                <c:pt idx="2255">
                  <c:v>2256</c:v>
                </c:pt>
                <c:pt idx="2256">
                  <c:v>2257</c:v>
                </c:pt>
                <c:pt idx="2257">
                  <c:v>2258</c:v>
                </c:pt>
                <c:pt idx="2258">
                  <c:v>2259</c:v>
                </c:pt>
                <c:pt idx="2259">
                  <c:v>2260</c:v>
                </c:pt>
                <c:pt idx="2260">
                  <c:v>2261</c:v>
                </c:pt>
                <c:pt idx="2261">
                  <c:v>2262</c:v>
                </c:pt>
                <c:pt idx="2262">
                  <c:v>2263</c:v>
                </c:pt>
                <c:pt idx="2263">
                  <c:v>2264</c:v>
                </c:pt>
                <c:pt idx="2264">
                  <c:v>2265</c:v>
                </c:pt>
                <c:pt idx="2265">
                  <c:v>2266</c:v>
                </c:pt>
                <c:pt idx="2266">
                  <c:v>2267</c:v>
                </c:pt>
                <c:pt idx="2267">
                  <c:v>2268</c:v>
                </c:pt>
                <c:pt idx="2268">
                  <c:v>2269</c:v>
                </c:pt>
                <c:pt idx="2269">
                  <c:v>2270</c:v>
                </c:pt>
                <c:pt idx="2270">
                  <c:v>2271</c:v>
                </c:pt>
                <c:pt idx="2271">
                  <c:v>2272</c:v>
                </c:pt>
                <c:pt idx="2272">
                  <c:v>2273</c:v>
                </c:pt>
                <c:pt idx="2273">
                  <c:v>2274</c:v>
                </c:pt>
                <c:pt idx="2274">
                  <c:v>2275</c:v>
                </c:pt>
                <c:pt idx="2275">
                  <c:v>2276</c:v>
                </c:pt>
                <c:pt idx="2276">
                  <c:v>2277</c:v>
                </c:pt>
                <c:pt idx="2277">
                  <c:v>2278</c:v>
                </c:pt>
                <c:pt idx="2278">
                  <c:v>2279</c:v>
                </c:pt>
                <c:pt idx="2279">
                  <c:v>2280</c:v>
                </c:pt>
                <c:pt idx="2280">
                  <c:v>2281</c:v>
                </c:pt>
                <c:pt idx="2281">
                  <c:v>2282</c:v>
                </c:pt>
                <c:pt idx="2282">
                  <c:v>2283</c:v>
                </c:pt>
                <c:pt idx="2283">
                  <c:v>2284</c:v>
                </c:pt>
                <c:pt idx="2284">
                  <c:v>2285</c:v>
                </c:pt>
                <c:pt idx="2285">
                  <c:v>2286</c:v>
                </c:pt>
                <c:pt idx="2286">
                  <c:v>2287</c:v>
                </c:pt>
                <c:pt idx="2287">
                  <c:v>2288</c:v>
                </c:pt>
                <c:pt idx="2288">
                  <c:v>2289</c:v>
                </c:pt>
                <c:pt idx="2289">
                  <c:v>2290</c:v>
                </c:pt>
                <c:pt idx="2290">
                  <c:v>2291</c:v>
                </c:pt>
                <c:pt idx="2291">
                  <c:v>2292</c:v>
                </c:pt>
                <c:pt idx="2292">
                  <c:v>2293</c:v>
                </c:pt>
                <c:pt idx="2293">
                  <c:v>2294</c:v>
                </c:pt>
                <c:pt idx="2294">
                  <c:v>2295</c:v>
                </c:pt>
                <c:pt idx="2295">
                  <c:v>2296</c:v>
                </c:pt>
                <c:pt idx="2296">
                  <c:v>2297</c:v>
                </c:pt>
                <c:pt idx="2297">
                  <c:v>2298</c:v>
                </c:pt>
                <c:pt idx="2298">
                  <c:v>2299</c:v>
                </c:pt>
                <c:pt idx="2299">
                  <c:v>2300</c:v>
                </c:pt>
                <c:pt idx="2300">
                  <c:v>2301</c:v>
                </c:pt>
                <c:pt idx="2301">
                  <c:v>2302</c:v>
                </c:pt>
                <c:pt idx="2302">
                  <c:v>2303</c:v>
                </c:pt>
                <c:pt idx="2303">
                  <c:v>2304</c:v>
                </c:pt>
                <c:pt idx="2304">
                  <c:v>2305</c:v>
                </c:pt>
                <c:pt idx="2305">
                  <c:v>2306</c:v>
                </c:pt>
                <c:pt idx="2306">
                  <c:v>2307</c:v>
                </c:pt>
                <c:pt idx="2307">
                  <c:v>2308</c:v>
                </c:pt>
                <c:pt idx="2308">
                  <c:v>2309</c:v>
                </c:pt>
                <c:pt idx="2309">
                  <c:v>2310</c:v>
                </c:pt>
                <c:pt idx="2310">
                  <c:v>2311</c:v>
                </c:pt>
                <c:pt idx="2311">
                  <c:v>2312</c:v>
                </c:pt>
                <c:pt idx="2312">
                  <c:v>2313</c:v>
                </c:pt>
                <c:pt idx="2313">
                  <c:v>2314</c:v>
                </c:pt>
                <c:pt idx="2314">
                  <c:v>2315</c:v>
                </c:pt>
                <c:pt idx="2315">
                  <c:v>2316</c:v>
                </c:pt>
                <c:pt idx="2316">
                  <c:v>2317</c:v>
                </c:pt>
                <c:pt idx="2317">
                  <c:v>2318</c:v>
                </c:pt>
                <c:pt idx="2318">
                  <c:v>2319</c:v>
                </c:pt>
                <c:pt idx="2319">
                  <c:v>2320</c:v>
                </c:pt>
                <c:pt idx="2320">
                  <c:v>2321</c:v>
                </c:pt>
                <c:pt idx="2321">
                  <c:v>2322</c:v>
                </c:pt>
                <c:pt idx="2322">
                  <c:v>2323</c:v>
                </c:pt>
                <c:pt idx="2323">
                  <c:v>2324</c:v>
                </c:pt>
                <c:pt idx="2324">
                  <c:v>2325</c:v>
                </c:pt>
                <c:pt idx="2325">
                  <c:v>2326</c:v>
                </c:pt>
                <c:pt idx="2326">
                  <c:v>2327</c:v>
                </c:pt>
                <c:pt idx="2327">
                  <c:v>2328</c:v>
                </c:pt>
                <c:pt idx="2328">
                  <c:v>2329</c:v>
                </c:pt>
                <c:pt idx="2329">
                  <c:v>2330</c:v>
                </c:pt>
                <c:pt idx="2330">
                  <c:v>2331</c:v>
                </c:pt>
                <c:pt idx="2331">
                  <c:v>2332</c:v>
                </c:pt>
                <c:pt idx="2332">
                  <c:v>2333</c:v>
                </c:pt>
                <c:pt idx="2333">
                  <c:v>2334</c:v>
                </c:pt>
                <c:pt idx="2334">
                  <c:v>2335</c:v>
                </c:pt>
                <c:pt idx="2335">
                  <c:v>2336</c:v>
                </c:pt>
                <c:pt idx="2336">
                  <c:v>2337</c:v>
                </c:pt>
                <c:pt idx="2337">
                  <c:v>2338</c:v>
                </c:pt>
                <c:pt idx="2338">
                  <c:v>2339</c:v>
                </c:pt>
                <c:pt idx="2339">
                  <c:v>2340</c:v>
                </c:pt>
                <c:pt idx="2340">
                  <c:v>2341</c:v>
                </c:pt>
                <c:pt idx="2341">
                  <c:v>2342</c:v>
                </c:pt>
                <c:pt idx="2342">
                  <c:v>2343</c:v>
                </c:pt>
                <c:pt idx="2343">
                  <c:v>2344</c:v>
                </c:pt>
                <c:pt idx="2344">
                  <c:v>2345</c:v>
                </c:pt>
                <c:pt idx="2345">
                  <c:v>2346</c:v>
                </c:pt>
                <c:pt idx="2346">
                  <c:v>2347</c:v>
                </c:pt>
                <c:pt idx="2347">
                  <c:v>2348</c:v>
                </c:pt>
                <c:pt idx="2348">
                  <c:v>2349</c:v>
                </c:pt>
                <c:pt idx="2349">
                  <c:v>2350</c:v>
                </c:pt>
                <c:pt idx="2350">
                  <c:v>2351</c:v>
                </c:pt>
                <c:pt idx="2351">
                  <c:v>2352</c:v>
                </c:pt>
                <c:pt idx="2352">
                  <c:v>2353</c:v>
                </c:pt>
                <c:pt idx="2353">
                  <c:v>2354</c:v>
                </c:pt>
                <c:pt idx="2354">
                  <c:v>2355</c:v>
                </c:pt>
                <c:pt idx="2355">
                  <c:v>2356</c:v>
                </c:pt>
                <c:pt idx="2356">
                  <c:v>2357</c:v>
                </c:pt>
                <c:pt idx="2357">
                  <c:v>2358</c:v>
                </c:pt>
                <c:pt idx="2358">
                  <c:v>2359</c:v>
                </c:pt>
                <c:pt idx="2359">
                  <c:v>2360</c:v>
                </c:pt>
                <c:pt idx="2360">
                  <c:v>2361</c:v>
                </c:pt>
                <c:pt idx="2361">
                  <c:v>2362</c:v>
                </c:pt>
                <c:pt idx="2362">
                  <c:v>2363</c:v>
                </c:pt>
                <c:pt idx="2363">
                  <c:v>2364</c:v>
                </c:pt>
                <c:pt idx="2364">
                  <c:v>2365</c:v>
                </c:pt>
                <c:pt idx="2365">
                  <c:v>2366</c:v>
                </c:pt>
                <c:pt idx="2366">
                  <c:v>2367</c:v>
                </c:pt>
                <c:pt idx="2367">
                  <c:v>2368</c:v>
                </c:pt>
                <c:pt idx="2368">
                  <c:v>2369</c:v>
                </c:pt>
                <c:pt idx="2369">
                  <c:v>2370</c:v>
                </c:pt>
                <c:pt idx="2370">
                  <c:v>2371</c:v>
                </c:pt>
                <c:pt idx="2371">
                  <c:v>2372</c:v>
                </c:pt>
                <c:pt idx="2372">
                  <c:v>2373</c:v>
                </c:pt>
                <c:pt idx="2373">
                  <c:v>2374</c:v>
                </c:pt>
                <c:pt idx="2374">
                  <c:v>2375</c:v>
                </c:pt>
                <c:pt idx="2375">
                  <c:v>2376</c:v>
                </c:pt>
                <c:pt idx="2376">
                  <c:v>2377</c:v>
                </c:pt>
                <c:pt idx="2377">
                  <c:v>2378</c:v>
                </c:pt>
                <c:pt idx="2378">
                  <c:v>2379</c:v>
                </c:pt>
                <c:pt idx="2379">
                  <c:v>2380</c:v>
                </c:pt>
                <c:pt idx="2380">
                  <c:v>2381</c:v>
                </c:pt>
                <c:pt idx="2381">
                  <c:v>2382</c:v>
                </c:pt>
                <c:pt idx="2382">
                  <c:v>2383</c:v>
                </c:pt>
                <c:pt idx="2383">
                  <c:v>2384</c:v>
                </c:pt>
                <c:pt idx="2384">
                  <c:v>2385</c:v>
                </c:pt>
                <c:pt idx="2385">
                  <c:v>2386</c:v>
                </c:pt>
                <c:pt idx="2386">
                  <c:v>2387</c:v>
                </c:pt>
                <c:pt idx="2387">
                  <c:v>2388</c:v>
                </c:pt>
                <c:pt idx="2388">
                  <c:v>2389</c:v>
                </c:pt>
                <c:pt idx="2389">
                  <c:v>2390</c:v>
                </c:pt>
                <c:pt idx="2390">
                  <c:v>2391</c:v>
                </c:pt>
                <c:pt idx="2391">
                  <c:v>2392</c:v>
                </c:pt>
                <c:pt idx="2392">
                  <c:v>2393</c:v>
                </c:pt>
                <c:pt idx="2393">
                  <c:v>2394</c:v>
                </c:pt>
                <c:pt idx="2394">
                  <c:v>2395</c:v>
                </c:pt>
                <c:pt idx="2395">
                  <c:v>2396</c:v>
                </c:pt>
                <c:pt idx="2396">
                  <c:v>2397</c:v>
                </c:pt>
                <c:pt idx="2397">
                  <c:v>2398</c:v>
                </c:pt>
                <c:pt idx="2398">
                  <c:v>2399</c:v>
                </c:pt>
                <c:pt idx="2399">
                  <c:v>2400</c:v>
                </c:pt>
                <c:pt idx="2400">
                  <c:v>2401</c:v>
                </c:pt>
                <c:pt idx="2401">
                  <c:v>2402</c:v>
                </c:pt>
                <c:pt idx="2402">
                  <c:v>2403</c:v>
                </c:pt>
                <c:pt idx="2403">
                  <c:v>2404</c:v>
                </c:pt>
                <c:pt idx="2404">
                  <c:v>2405</c:v>
                </c:pt>
                <c:pt idx="2405">
                  <c:v>2406</c:v>
                </c:pt>
                <c:pt idx="2406">
                  <c:v>2407</c:v>
                </c:pt>
                <c:pt idx="2407">
                  <c:v>2408</c:v>
                </c:pt>
                <c:pt idx="2408">
                  <c:v>2409</c:v>
                </c:pt>
                <c:pt idx="2409">
                  <c:v>2410</c:v>
                </c:pt>
                <c:pt idx="2410">
                  <c:v>2411</c:v>
                </c:pt>
                <c:pt idx="2411">
                  <c:v>2412</c:v>
                </c:pt>
                <c:pt idx="2412">
                  <c:v>2413</c:v>
                </c:pt>
                <c:pt idx="2413">
                  <c:v>2414</c:v>
                </c:pt>
                <c:pt idx="2414">
                  <c:v>2415</c:v>
                </c:pt>
                <c:pt idx="2415">
                  <c:v>2416</c:v>
                </c:pt>
                <c:pt idx="2416">
                  <c:v>2417</c:v>
                </c:pt>
                <c:pt idx="2417">
                  <c:v>2418</c:v>
                </c:pt>
                <c:pt idx="2418">
                  <c:v>2419</c:v>
                </c:pt>
                <c:pt idx="2419">
                  <c:v>2420</c:v>
                </c:pt>
                <c:pt idx="2420">
                  <c:v>2421</c:v>
                </c:pt>
                <c:pt idx="2421">
                  <c:v>2422</c:v>
                </c:pt>
                <c:pt idx="2422">
                  <c:v>2423</c:v>
                </c:pt>
                <c:pt idx="2423">
                  <c:v>2424</c:v>
                </c:pt>
                <c:pt idx="2424">
                  <c:v>2425</c:v>
                </c:pt>
                <c:pt idx="2425">
                  <c:v>2426</c:v>
                </c:pt>
                <c:pt idx="2426">
                  <c:v>2427</c:v>
                </c:pt>
                <c:pt idx="2427">
                  <c:v>2428</c:v>
                </c:pt>
                <c:pt idx="2428">
                  <c:v>2429</c:v>
                </c:pt>
                <c:pt idx="2429">
                  <c:v>2430</c:v>
                </c:pt>
                <c:pt idx="2430">
                  <c:v>2431</c:v>
                </c:pt>
                <c:pt idx="2431">
                  <c:v>2432</c:v>
                </c:pt>
                <c:pt idx="2432">
                  <c:v>2433</c:v>
                </c:pt>
                <c:pt idx="2433">
                  <c:v>2434</c:v>
                </c:pt>
                <c:pt idx="2434">
                  <c:v>2435</c:v>
                </c:pt>
                <c:pt idx="2435">
                  <c:v>2436</c:v>
                </c:pt>
                <c:pt idx="2436">
                  <c:v>2437</c:v>
                </c:pt>
                <c:pt idx="2437">
                  <c:v>2438</c:v>
                </c:pt>
                <c:pt idx="2438">
                  <c:v>2439</c:v>
                </c:pt>
                <c:pt idx="2439">
                  <c:v>2440</c:v>
                </c:pt>
                <c:pt idx="2440">
                  <c:v>2441</c:v>
                </c:pt>
                <c:pt idx="2441">
                  <c:v>2442</c:v>
                </c:pt>
                <c:pt idx="2442">
                  <c:v>2443</c:v>
                </c:pt>
                <c:pt idx="2443">
                  <c:v>2444</c:v>
                </c:pt>
                <c:pt idx="2444">
                  <c:v>2445</c:v>
                </c:pt>
                <c:pt idx="2445">
                  <c:v>2446</c:v>
                </c:pt>
                <c:pt idx="2446">
                  <c:v>2447</c:v>
                </c:pt>
                <c:pt idx="2447">
                  <c:v>2448</c:v>
                </c:pt>
                <c:pt idx="2448">
                  <c:v>2449</c:v>
                </c:pt>
                <c:pt idx="2449">
                  <c:v>2450</c:v>
                </c:pt>
                <c:pt idx="2450">
                  <c:v>2451</c:v>
                </c:pt>
                <c:pt idx="2451">
                  <c:v>2452</c:v>
                </c:pt>
                <c:pt idx="2452">
                  <c:v>2453</c:v>
                </c:pt>
                <c:pt idx="2453">
                  <c:v>2454</c:v>
                </c:pt>
                <c:pt idx="2454">
                  <c:v>2455</c:v>
                </c:pt>
                <c:pt idx="2455">
                  <c:v>2456</c:v>
                </c:pt>
                <c:pt idx="2456">
                  <c:v>2457</c:v>
                </c:pt>
                <c:pt idx="2457">
                  <c:v>2458</c:v>
                </c:pt>
                <c:pt idx="2458">
                  <c:v>2459</c:v>
                </c:pt>
                <c:pt idx="2459">
                  <c:v>2460</c:v>
                </c:pt>
                <c:pt idx="2460">
                  <c:v>2461</c:v>
                </c:pt>
                <c:pt idx="2461">
                  <c:v>2462</c:v>
                </c:pt>
                <c:pt idx="2462">
                  <c:v>2463</c:v>
                </c:pt>
                <c:pt idx="2463">
                  <c:v>2464</c:v>
                </c:pt>
                <c:pt idx="2464">
                  <c:v>2465</c:v>
                </c:pt>
                <c:pt idx="2465">
                  <c:v>2466</c:v>
                </c:pt>
                <c:pt idx="2466">
                  <c:v>2467</c:v>
                </c:pt>
                <c:pt idx="2467">
                  <c:v>2468</c:v>
                </c:pt>
                <c:pt idx="2468">
                  <c:v>2469</c:v>
                </c:pt>
                <c:pt idx="2469">
                  <c:v>2470</c:v>
                </c:pt>
                <c:pt idx="2470">
                  <c:v>2471</c:v>
                </c:pt>
                <c:pt idx="2471">
                  <c:v>2472</c:v>
                </c:pt>
                <c:pt idx="2472">
                  <c:v>2473</c:v>
                </c:pt>
                <c:pt idx="2473">
                  <c:v>2474</c:v>
                </c:pt>
                <c:pt idx="2474">
                  <c:v>2475</c:v>
                </c:pt>
                <c:pt idx="2475">
                  <c:v>2476</c:v>
                </c:pt>
                <c:pt idx="2476">
                  <c:v>2477</c:v>
                </c:pt>
                <c:pt idx="2477">
                  <c:v>2478</c:v>
                </c:pt>
                <c:pt idx="2478">
                  <c:v>2479</c:v>
                </c:pt>
                <c:pt idx="2479">
                  <c:v>2480</c:v>
                </c:pt>
                <c:pt idx="2480">
                  <c:v>2481</c:v>
                </c:pt>
                <c:pt idx="2481">
                  <c:v>2482</c:v>
                </c:pt>
                <c:pt idx="2482">
                  <c:v>2483</c:v>
                </c:pt>
                <c:pt idx="2483">
                  <c:v>2484</c:v>
                </c:pt>
                <c:pt idx="2484">
                  <c:v>2485</c:v>
                </c:pt>
                <c:pt idx="2485">
                  <c:v>2486</c:v>
                </c:pt>
                <c:pt idx="2486">
                  <c:v>2487</c:v>
                </c:pt>
                <c:pt idx="2487">
                  <c:v>2488</c:v>
                </c:pt>
                <c:pt idx="2488">
                  <c:v>2489</c:v>
                </c:pt>
                <c:pt idx="2489">
                  <c:v>2490</c:v>
                </c:pt>
                <c:pt idx="2490">
                  <c:v>2491</c:v>
                </c:pt>
                <c:pt idx="2491">
                  <c:v>2492</c:v>
                </c:pt>
                <c:pt idx="2492">
                  <c:v>2493</c:v>
                </c:pt>
                <c:pt idx="2493">
                  <c:v>2494</c:v>
                </c:pt>
                <c:pt idx="2494">
                  <c:v>2495</c:v>
                </c:pt>
                <c:pt idx="2495">
                  <c:v>2496</c:v>
                </c:pt>
                <c:pt idx="2496">
                  <c:v>2497</c:v>
                </c:pt>
                <c:pt idx="2497">
                  <c:v>2498</c:v>
                </c:pt>
                <c:pt idx="2498">
                  <c:v>2499</c:v>
                </c:pt>
                <c:pt idx="2499">
                  <c:v>2500</c:v>
                </c:pt>
                <c:pt idx="2500">
                  <c:v>2501</c:v>
                </c:pt>
                <c:pt idx="2501">
                  <c:v>2502</c:v>
                </c:pt>
                <c:pt idx="2502">
                  <c:v>2503</c:v>
                </c:pt>
                <c:pt idx="2503">
                  <c:v>2504</c:v>
                </c:pt>
                <c:pt idx="2504">
                  <c:v>2505</c:v>
                </c:pt>
                <c:pt idx="2505">
                  <c:v>2506</c:v>
                </c:pt>
                <c:pt idx="2506">
                  <c:v>2507</c:v>
                </c:pt>
                <c:pt idx="2507">
                  <c:v>2508</c:v>
                </c:pt>
                <c:pt idx="2508">
                  <c:v>2509</c:v>
                </c:pt>
                <c:pt idx="2509">
                  <c:v>2510</c:v>
                </c:pt>
                <c:pt idx="2510">
                  <c:v>2511</c:v>
                </c:pt>
                <c:pt idx="2511">
                  <c:v>2512</c:v>
                </c:pt>
                <c:pt idx="2512">
                  <c:v>2513</c:v>
                </c:pt>
                <c:pt idx="2513">
                  <c:v>2514</c:v>
                </c:pt>
                <c:pt idx="2514">
                  <c:v>2515</c:v>
                </c:pt>
                <c:pt idx="2515">
                  <c:v>2516</c:v>
                </c:pt>
                <c:pt idx="2516">
                  <c:v>2517</c:v>
                </c:pt>
                <c:pt idx="2517">
                  <c:v>2518</c:v>
                </c:pt>
                <c:pt idx="2518">
                  <c:v>2519</c:v>
                </c:pt>
                <c:pt idx="2519">
                  <c:v>2520</c:v>
                </c:pt>
                <c:pt idx="2520">
                  <c:v>2521</c:v>
                </c:pt>
                <c:pt idx="2521">
                  <c:v>2522</c:v>
                </c:pt>
                <c:pt idx="2522">
                  <c:v>2523</c:v>
                </c:pt>
                <c:pt idx="2523">
                  <c:v>2524</c:v>
                </c:pt>
                <c:pt idx="2524">
                  <c:v>2525</c:v>
                </c:pt>
                <c:pt idx="2525">
                  <c:v>2526</c:v>
                </c:pt>
                <c:pt idx="2526">
                  <c:v>2527</c:v>
                </c:pt>
                <c:pt idx="2527">
                  <c:v>2528</c:v>
                </c:pt>
                <c:pt idx="2528">
                  <c:v>2529</c:v>
                </c:pt>
                <c:pt idx="2529">
                  <c:v>2530</c:v>
                </c:pt>
                <c:pt idx="2530">
                  <c:v>2531</c:v>
                </c:pt>
                <c:pt idx="2531">
                  <c:v>2532</c:v>
                </c:pt>
                <c:pt idx="2532">
                  <c:v>2533</c:v>
                </c:pt>
                <c:pt idx="2533">
                  <c:v>2534</c:v>
                </c:pt>
                <c:pt idx="2534">
                  <c:v>2535</c:v>
                </c:pt>
                <c:pt idx="2535">
                  <c:v>2536</c:v>
                </c:pt>
                <c:pt idx="2536">
                  <c:v>2537</c:v>
                </c:pt>
                <c:pt idx="2537">
                  <c:v>2538</c:v>
                </c:pt>
                <c:pt idx="2538">
                  <c:v>2539</c:v>
                </c:pt>
                <c:pt idx="2539">
                  <c:v>2540</c:v>
                </c:pt>
                <c:pt idx="2540">
                  <c:v>2541</c:v>
                </c:pt>
                <c:pt idx="2541">
                  <c:v>2542</c:v>
                </c:pt>
                <c:pt idx="2542">
                  <c:v>2543</c:v>
                </c:pt>
                <c:pt idx="2543">
                  <c:v>2544</c:v>
                </c:pt>
                <c:pt idx="2544">
                  <c:v>2545</c:v>
                </c:pt>
                <c:pt idx="2545">
                  <c:v>2546</c:v>
                </c:pt>
                <c:pt idx="2546">
                  <c:v>2547</c:v>
                </c:pt>
                <c:pt idx="2547">
                  <c:v>2548</c:v>
                </c:pt>
                <c:pt idx="2548">
                  <c:v>2549</c:v>
                </c:pt>
                <c:pt idx="2549">
                  <c:v>2550</c:v>
                </c:pt>
                <c:pt idx="2550">
                  <c:v>2551</c:v>
                </c:pt>
                <c:pt idx="2551">
                  <c:v>2552</c:v>
                </c:pt>
                <c:pt idx="2552">
                  <c:v>2553</c:v>
                </c:pt>
                <c:pt idx="2553">
                  <c:v>2554</c:v>
                </c:pt>
                <c:pt idx="2554">
                  <c:v>2555</c:v>
                </c:pt>
                <c:pt idx="2555">
                  <c:v>2556</c:v>
                </c:pt>
                <c:pt idx="2556">
                  <c:v>2557</c:v>
                </c:pt>
                <c:pt idx="2557">
                  <c:v>2558</c:v>
                </c:pt>
                <c:pt idx="2558">
                  <c:v>2559</c:v>
                </c:pt>
                <c:pt idx="2559">
                  <c:v>2560</c:v>
                </c:pt>
                <c:pt idx="2560">
                  <c:v>2561</c:v>
                </c:pt>
                <c:pt idx="2561">
                  <c:v>2562</c:v>
                </c:pt>
                <c:pt idx="2562">
                  <c:v>2563</c:v>
                </c:pt>
                <c:pt idx="2563">
                  <c:v>2564</c:v>
                </c:pt>
                <c:pt idx="2564">
                  <c:v>2565</c:v>
                </c:pt>
                <c:pt idx="2565">
                  <c:v>2566</c:v>
                </c:pt>
                <c:pt idx="2566">
                  <c:v>2567</c:v>
                </c:pt>
                <c:pt idx="2567">
                  <c:v>2568</c:v>
                </c:pt>
                <c:pt idx="2568">
                  <c:v>2569</c:v>
                </c:pt>
                <c:pt idx="2569">
                  <c:v>2570</c:v>
                </c:pt>
                <c:pt idx="2570">
                  <c:v>2571</c:v>
                </c:pt>
                <c:pt idx="2571">
                  <c:v>2572</c:v>
                </c:pt>
                <c:pt idx="2572">
                  <c:v>2573</c:v>
                </c:pt>
                <c:pt idx="2573">
                  <c:v>2574</c:v>
                </c:pt>
                <c:pt idx="2574">
                  <c:v>2575</c:v>
                </c:pt>
                <c:pt idx="2575">
                  <c:v>2576</c:v>
                </c:pt>
                <c:pt idx="2576">
                  <c:v>2577</c:v>
                </c:pt>
                <c:pt idx="2577">
                  <c:v>2578</c:v>
                </c:pt>
                <c:pt idx="2578">
                  <c:v>2579</c:v>
                </c:pt>
                <c:pt idx="2579">
                  <c:v>2580</c:v>
                </c:pt>
                <c:pt idx="2580">
                  <c:v>2581</c:v>
                </c:pt>
                <c:pt idx="2581">
                  <c:v>2582</c:v>
                </c:pt>
                <c:pt idx="2582">
                  <c:v>2583</c:v>
                </c:pt>
                <c:pt idx="2583">
                  <c:v>2584</c:v>
                </c:pt>
                <c:pt idx="2584">
                  <c:v>2585</c:v>
                </c:pt>
                <c:pt idx="2585">
                  <c:v>2586</c:v>
                </c:pt>
                <c:pt idx="2586">
                  <c:v>2587</c:v>
                </c:pt>
                <c:pt idx="2587">
                  <c:v>2588</c:v>
                </c:pt>
                <c:pt idx="2588">
                  <c:v>2589</c:v>
                </c:pt>
                <c:pt idx="2589">
                  <c:v>2590</c:v>
                </c:pt>
                <c:pt idx="2590">
                  <c:v>2591</c:v>
                </c:pt>
                <c:pt idx="2591">
                  <c:v>2592</c:v>
                </c:pt>
                <c:pt idx="2592">
                  <c:v>2593</c:v>
                </c:pt>
                <c:pt idx="2593">
                  <c:v>2594</c:v>
                </c:pt>
                <c:pt idx="2594">
                  <c:v>2595</c:v>
                </c:pt>
                <c:pt idx="2595">
                  <c:v>2596</c:v>
                </c:pt>
                <c:pt idx="2596">
                  <c:v>2597</c:v>
                </c:pt>
                <c:pt idx="2597">
                  <c:v>2598</c:v>
                </c:pt>
                <c:pt idx="2598">
                  <c:v>2599</c:v>
                </c:pt>
                <c:pt idx="2599">
                  <c:v>2600</c:v>
                </c:pt>
                <c:pt idx="2600">
                  <c:v>2601</c:v>
                </c:pt>
                <c:pt idx="2601">
                  <c:v>2602</c:v>
                </c:pt>
                <c:pt idx="2602">
                  <c:v>2603</c:v>
                </c:pt>
                <c:pt idx="2603">
                  <c:v>2604</c:v>
                </c:pt>
                <c:pt idx="2604">
                  <c:v>2605</c:v>
                </c:pt>
                <c:pt idx="2605">
                  <c:v>2606</c:v>
                </c:pt>
                <c:pt idx="2606">
                  <c:v>2607</c:v>
                </c:pt>
                <c:pt idx="2607">
                  <c:v>2608</c:v>
                </c:pt>
                <c:pt idx="2608">
                  <c:v>2609</c:v>
                </c:pt>
                <c:pt idx="2609">
                  <c:v>2610</c:v>
                </c:pt>
                <c:pt idx="2610">
                  <c:v>2611</c:v>
                </c:pt>
                <c:pt idx="2611">
                  <c:v>2612</c:v>
                </c:pt>
                <c:pt idx="2612">
                  <c:v>2613</c:v>
                </c:pt>
                <c:pt idx="2613">
                  <c:v>2614</c:v>
                </c:pt>
                <c:pt idx="2614">
                  <c:v>2615</c:v>
                </c:pt>
                <c:pt idx="2615">
                  <c:v>2616</c:v>
                </c:pt>
                <c:pt idx="2616">
                  <c:v>2617</c:v>
                </c:pt>
                <c:pt idx="2617">
                  <c:v>2618</c:v>
                </c:pt>
                <c:pt idx="2618">
                  <c:v>2619</c:v>
                </c:pt>
                <c:pt idx="2619">
                  <c:v>2620</c:v>
                </c:pt>
                <c:pt idx="2620">
                  <c:v>2621</c:v>
                </c:pt>
                <c:pt idx="2621">
                  <c:v>2622</c:v>
                </c:pt>
                <c:pt idx="2622">
                  <c:v>2623</c:v>
                </c:pt>
                <c:pt idx="2623">
                  <c:v>2624</c:v>
                </c:pt>
                <c:pt idx="2624">
                  <c:v>2625</c:v>
                </c:pt>
                <c:pt idx="2625">
                  <c:v>2626</c:v>
                </c:pt>
                <c:pt idx="2626">
                  <c:v>2627</c:v>
                </c:pt>
                <c:pt idx="2627">
                  <c:v>2628</c:v>
                </c:pt>
                <c:pt idx="2628">
                  <c:v>2629</c:v>
                </c:pt>
                <c:pt idx="2629">
                  <c:v>2630</c:v>
                </c:pt>
                <c:pt idx="2630">
                  <c:v>2631</c:v>
                </c:pt>
                <c:pt idx="2631">
                  <c:v>2632</c:v>
                </c:pt>
                <c:pt idx="2632">
                  <c:v>2633</c:v>
                </c:pt>
                <c:pt idx="2633">
                  <c:v>2634</c:v>
                </c:pt>
                <c:pt idx="2634">
                  <c:v>2635</c:v>
                </c:pt>
                <c:pt idx="2635">
                  <c:v>2636</c:v>
                </c:pt>
                <c:pt idx="2636">
                  <c:v>2637</c:v>
                </c:pt>
                <c:pt idx="2637">
                  <c:v>2638</c:v>
                </c:pt>
                <c:pt idx="2638">
                  <c:v>2639</c:v>
                </c:pt>
                <c:pt idx="2639">
                  <c:v>2640</c:v>
                </c:pt>
                <c:pt idx="2640">
                  <c:v>2641</c:v>
                </c:pt>
                <c:pt idx="2641">
                  <c:v>2642</c:v>
                </c:pt>
                <c:pt idx="2642">
                  <c:v>2643</c:v>
                </c:pt>
                <c:pt idx="2643">
                  <c:v>2644</c:v>
                </c:pt>
                <c:pt idx="2644">
                  <c:v>2645</c:v>
                </c:pt>
                <c:pt idx="2645">
                  <c:v>2646</c:v>
                </c:pt>
                <c:pt idx="2646">
                  <c:v>2647</c:v>
                </c:pt>
                <c:pt idx="2647">
                  <c:v>2648</c:v>
                </c:pt>
                <c:pt idx="2648">
                  <c:v>2649</c:v>
                </c:pt>
                <c:pt idx="2649">
                  <c:v>2650</c:v>
                </c:pt>
                <c:pt idx="2650">
                  <c:v>2651</c:v>
                </c:pt>
                <c:pt idx="2651">
                  <c:v>2652</c:v>
                </c:pt>
                <c:pt idx="2652">
                  <c:v>2653</c:v>
                </c:pt>
                <c:pt idx="2653">
                  <c:v>2654</c:v>
                </c:pt>
                <c:pt idx="2654">
                  <c:v>2655</c:v>
                </c:pt>
                <c:pt idx="2655">
                  <c:v>2656</c:v>
                </c:pt>
                <c:pt idx="2656">
                  <c:v>2657</c:v>
                </c:pt>
                <c:pt idx="2657">
                  <c:v>2658</c:v>
                </c:pt>
                <c:pt idx="2658">
                  <c:v>2659</c:v>
                </c:pt>
                <c:pt idx="2659">
                  <c:v>2660</c:v>
                </c:pt>
                <c:pt idx="2660">
                  <c:v>2661</c:v>
                </c:pt>
                <c:pt idx="2661">
                  <c:v>2662</c:v>
                </c:pt>
                <c:pt idx="2662">
                  <c:v>2663</c:v>
                </c:pt>
                <c:pt idx="2663">
                  <c:v>2664</c:v>
                </c:pt>
                <c:pt idx="2664">
                  <c:v>2665</c:v>
                </c:pt>
                <c:pt idx="2665">
                  <c:v>2666</c:v>
                </c:pt>
                <c:pt idx="2666">
                  <c:v>2667</c:v>
                </c:pt>
                <c:pt idx="2667">
                  <c:v>2668</c:v>
                </c:pt>
                <c:pt idx="2668">
                  <c:v>2669</c:v>
                </c:pt>
                <c:pt idx="2669">
                  <c:v>2670</c:v>
                </c:pt>
                <c:pt idx="2670">
                  <c:v>2671</c:v>
                </c:pt>
                <c:pt idx="2671">
                  <c:v>2672</c:v>
                </c:pt>
                <c:pt idx="2672">
                  <c:v>2673</c:v>
                </c:pt>
                <c:pt idx="2673">
                  <c:v>2674</c:v>
                </c:pt>
                <c:pt idx="2674">
                  <c:v>2675</c:v>
                </c:pt>
                <c:pt idx="2675">
                  <c:v>2676</c:v>
                </c:pt>
                <c:pt idx="2676">
                  <c:v>2677</c:v>
                </c:pt>
                <c:pt idx="2677">
                  <c:v>2678</c:v>
                </c:pt>
                <c:pt idx="2678">
                  <c:v>2679</c:v>
                </c:pt>
                <c:pt idx="2679">
                  <c:v>2680</c:v>
                </c:pt>
                <c:pt idx="2680">
                  <c:v>2681</c:v>
                </c:pt>
                <c:pt idx="2681">
                  <c:v>2682</c:v>
                </c:pt>
                <c:pt idx="2682">
                  <c:v>2683</c:v>
                </c:pt>
                <c:pt idx="2683">
                  <c:v>2684</c:v>
                </c:pt>
                <c:pt idx="2684">
                  <c:v>2685</c:v>
                </c:pt>
                <c:pt idx="2685">
                  <c:v>2686</c:v>
                </c:pt>
                <c:pt idx="2686">
                  <c:v>2687</c:v>
                </c:pt>
                <c:pt idx="2687">
                  <c:v>2688</c:v>
                </c:pt>
                <c:pt idx="2688">
                  <c:v>2689</c:v>
                </c:pt>
                <c:pt idx="2689">
                  <c:v>2690</c:v>
                </c:pt>
                <c:pt idx="2690">
                  <c:v>2691</c:v>
                </c:pt>
                <c:pt idx="2691">
                  <c:v>2692</c:v>
                </c:pt>
                <c:pt idx="2692">
                  <c:v>2693</c:v>
                </c:pt>
                <c:pt idx="2693">
                  <c:v>2694</c:v>
                </c:pt>
                <c:pt idx="2694">
                  <c:v>2695</c:v>
                </c:pt>
                <c:pt idx="2695">
                  <c:v>2696</c:v>
                </c:pt>
                <c:pt idx="2696">
                  <c:v>2697</c:v>
                </c:pt>
                <c:pt idx="2697">
                  <c:v>2698</c:v>
                </c:pt>
                <c:pt idx="2698">
                  <c:v>2699</c:v>
                </c:pt>
                <c:pt idx="2699">
                  <c:v>2700</c:v>
                </c:pt>
                <c:pt idx="2700">
                  <c:v>2701</c:v>
                </c:pt>
                <c:pt idx="2701">
                  <c:v>2702</c:v>
                </c:pt>
                <c:pt idx="2702">
                  <c:v>2703</c:v>
                </c:pt>
                <c:pt idx="2703">
                  <c:v>2704</c:v>
                </c:pt>
                <c:pt idx="2704">
                  <c:v>2705</c:v>
                </c:pt>
                <c:pt idx="2705">
                  <c:v>2706</c:v>
                </c:pt>
                <c:pt idx="2706">
                  <c:v>2707</c:v>
                </c:pt>
                <c:pt idx="2707">
                  <c:v>2708</c:v>
                </c:pt>
                <c:pt idx="2708">
                  <c:v>2709</c:v>
                </c:pt>
                <c:pt idx="2709">
                  <c:v>2710</c:v>
                </c:pt>
                <c:pt idx="2710">
                  <c:v>2711</c:v>
                </c:pt>
                <c:pt idx="2711">
                  <c:v>2712</c:v>
                </c:pt>
                <c:pt idx="2712">
                  <c:v>2713</c:v>
                </c:pt>
                <c:pt idx="2713">
                  <c:v>2714</c:v>
                </c:pt>
                <c:pt idx="2714">
                  <c:v>2715</c:v>
                </c:pt>
                <c:pt idx="2715">
                  <c:v>2716</c:v>
                </c:pt>
                <c:pt idx="2716">
                  <c:v>2717</c:v>
                </c:pt>
                <c:pt idx="2717">
                  <c:v>2718</c:v>
                </c:pt>
                <c:pt idx="2718">
                  <c:v>2719</c:v>
                </c:pt>
                <c:pt idx="2719">
                  <c:v>2720</c:v>
                </c:pt>
                <c:pt idx="2720">
                  <c:v>2721</c:v>
                </c:pt>
                <c:pt idx="2721">
                  <c:v>2722</c:v>
                </c:pt>
                <c:pt idx="2722">
                  <c:v>2723</c:v>
                </c:pt>
                <c:pt idx="2723">
                  <c:v>2724</c:v>
                </c:pt>
                <c:pt idx="2724">
                  <c:v>2725</c:v>
                </c:pt>
                <c:pt idx="2725">
                  <c:v>2726</c:v>
                </c:pt>
                <c:pt idx="2726">
                  <c:v>2727</c:v>
                </c:pt>
                <c:pt idx="2727">
                  <c:v>2728</c:v>
                </c:pt>
                <c:pt idx="2728">
                  <c:v>2729</c:v>
                </c:pt>
                <c:pt idx="2729">
                  <c:v>2730</c:v>
                </c:pt>
                <c:pt idx="2730">
                  <c:v>2731</c:v>
                </c:pt>
                <c:pt idx="2731">
                  <c:v>2732</c:v>
                </c:pt>
                <c:pt idx="2732">
                  <c:v>2733</c:v>
                </c:pt>
                <c:pt idx="2733">
                  <c:v>2734</c:v>
                </c:pt>
                <c:pt idx="2734">
                  <c:v>2735</c:v>
                </c:pt>
                <c:pt idx="2735">
                  <c:v>2736</c:v>
                </c:pt>
                <c:pt idx="2736">
                  <c:v>2737</c:v>
                </c:pt>
                <c:pt idx="2737">
                  <c:v>2738</c:v>
                </c:pt>
                <c:pt idx="2738">
                  <c:v>2739</c:v>
                </c:pt>
                <c:pt idx="2739">
                  <c:v>2740</c:v>
                </c:pt>
                <c:pt idx="2740">
                  <c:v>2741</c:v>
                </c:pt>
                <c:pt idx="2741">
                  <c:v>2742</c:v>
                </c:pt>
                <c:pt idx="2742">
                  <c:v>2743</c:v>
                </c:pt>
                <c:pt idx="2743">
                  <c:v>2744</c:v>
                </c:pt>
                <c:pt idx="2744">
                  <c:v>2745</c:v>
                </c:pt>
                <c:pt idx="2745">
                  <c:v>2746</c:v>
                </c:pt>
                <c:pt idx="2746">
                  <c:v>2747</c:v>
                </c:pt>
                <c:pt idx="2747">
                  <c:v>2748</c:v>
                </c:pt>
                <c:pt idx="2748">
                  <c:v>2749</c:v>
                </c:pt>
                <c:pt idx="2749">
                  <c:v>2750</c:v>
                </c:pt>
                <c:pt idx="2750">
                  <c:v>2751</c:v>
                </c:pt>
                <c:pt idx="2751">
                  <c:v>2752</c:v>
                </c:pt>
                <c:pt idx="2752">
                  <c:v>2753</c:v>
                </c:pt>
                <c:pt idx="2753">
                  <c:v>2754</c:v>
                </c:pt>
                <c:pt idx="2754">
                  <c:v>2755</c:v>
                </c:pt>
                <c:pt idx="2755">
                  <c:v>2756</c:v>
                </c:pt>
                <c:pt idx="2756">
                  <c:v>2757</c:v>
                </c:pt>
                <c:pt idx="2757">
                  <c:v>2758</c:v>
                </c:pt>
                <c:pt idx="2758">
                  <c:v>2759</c:v>
                </c:pt>
                <c:pt idx="2759">
                  <c:v>2760</c:v>
                </c:pt>
                <c:pt idx="2760">
                  <c:v>2761</c:v>
                </c:pt>
                <c:pt idx="2761">
                  <c:v>2762</c:v>
                </c:pt>
                <c:pt idx="2762">
                  <c:v>2763</c:v>
                </c:pt>
                <c:pt idx="2763">
                  <c:v>2764</c:v>
                </c:pt>
                <c:pt idx="2764">
                  <c:v>2765</c:v>
                </c:pt>
                <c:pt idx="2765">
                  <c:v>2766</c:v>
                </c:pt>
                <c:pt idx="2766">
                  <c:v>2767</c:v>
                </c:pt>
                <c:pt idx="2767">
                  <c:v>2768</c:v>
                </c:pt>
                <c:pt idx="2768">
                  <c:v>2769</c:v>
                </c:pt>
                <c:pt idx="2769">
                  <c:v>2770</c:v>
                </c:pt>
                <c:pt idx="2770">
                  <c:v>2771</c:v>
                </c:pt>
                <c:pt idx="2771">
                  <c:v>2772</c:v>
                </c:pt>
                <c:pt idx="2772">
                  <c:v>2773</c:v>
                </c:pt>
                <c:pt idx="2773">
                  <c:v>2774</c:v>
                </c:pt>
                <c:pt idx="2774">
                  <c:v>2775</c:v>
                </c:pt>
                <c:pt idx="2775">
                  <c:v>2776</c:v>
                </c:pt>
                <c:pt idx="2776">
                  <c:v>2777</c:v>
                </c:pt>
                <c:pt idx="2777">
                  <c:v>2778</c:v>
                </c:pt>
                <c:pt idx="2778">
                  <c:v>2779</c:v>
                </c:pt>
                <c:pt idx="2779">
                  <c:v>2780</c:v>
                </c:pt>
                <c:pt idx="2780">
                  <c:v>2781</c:v>
                </c:pt>
                <c:pt idx="2781">
                  <c:v>2782</c:v>
                </c:pt>
                <c:pt idx="2782">
                  <c:v>2783</c:v>
                </c:pt>
                <c:pt idx="2783">
                  <c:v>2784</c:v>
                </c:pt>
                <c:pt idx="2784">
                  <c:v>2785</c:v>
                </c:pt>
                <c:pt idx="2785">
                  <c:v>2786</c:v>
                </c:pt>
                <c:pt idx="2786">
                  <c:v>2787</c:v>
                </c:pt>
                <c:pt idx="2787">
                  <c:v>2788</c:v>
                </c:pt>
                <c:pt idx="2788">
                  <c:v>2789</c:v>
                </c:pt>
                <c:pt idx="2789">
                  <c:v>2790</c:v>
                </c:pt>
                <c:pt idx="2790">
                  <c:v>2791</c:v>
                </c:pt>
                <c:pt idx="2791">
                  <c:v>2792</c:v>
                </c:pt>
                <c:pt idx="2792">
                  <c:v>2793</c:v>
                </c:pt>
                <c:pt idx="2793">
                  <c:v>2794</c:v>
                </c:pt>
                <c:pt idx="2794">
                  <c:v>2795</c:v>
                </c:pt>
                <c:pt idx="2795">
                  <c:v>2796</c:v>
                </c:pt>
                <c:pt idx="2796">
                  <c:v>2797</c:v>
                </c:pt>
                <c:pt idx="2797">
                  <c:v>2798</c:v>
                </c:pt>
                <c:pt idx="2798">
                  <c:v>2799</c:v>
                </c:pt>
                <c:pt idx="2799">
                  <c:v>2800</c:v>
                </c:pt>
                <c:pt idx="2800">
                  <c:v>2801</c:v>
                </c:pt>
                <c:pt idx="2801">
                  <c:v>2802</c:v>
                </c:pt>
                <c:pt idx="2802">
                  <c:v>2803</c:v>
                </c:pt>
                <c:pt idx="2803">
                  <c:v>2804</c:v>
                </c:pt>
                <c:pt idx="2804">
                  <c:v>2805</c:v>
                </c:pt>
                <c:pt idx="2805">
                  <c:v>2806</c:v>
                </c:pt>
                <c:pt idx="2806">
                  <c:v>2807</c:v>
                </c:pt>
                <c:pt idx="2807">
                  <c:v>2808</c:v>
                </c:pt>
                <c:pt idx="2808">
                  <c:v>2809</c:v>
                </c:pt>
                <c:pt idx="2809">
                  <c:v>2810</c:v>
                </c:pt>
                <c:pt idx="2810">
                  <c:v>2811</c:v>
                </c:pt>
                <c:pt idx="2811">
                  <c:v>2812</c:v>
                </c:pt>
                <c:pt idx="2812">
                  <c:v>2813</c:v>
                </c:pt>
                <c:pt idx="2813">
                  <c:v>2814</c:v>
                </c:pt>
                <c:pt idx="2814">
                  <c:v>2815</c:v>
                </c:pt>
                <c:pt idx="2815">
                  <c:v>2816</c:v>
                </c:pt>
                <c:pt idx="2816">
                  <c:v>2817</c:v>
                </c:pt>
                <c:pt idx="2817">
                  <c:v>2818</c:v>
                </c:pt>
                <c:pt idx="2818">
                  <c:v>2819</c:v>
                </c:pt>
                <c:pt idx="2819">
                  <c:v>2820</c:v>
                </c:pt>
                <c:pt idx="2820">
                  <c:v>2821</c:v>
                </c:pt>
                <c:pt idx="2821">
                  <c:v>2822</c:v>
                </c:pt>
                <c:pt idx="2822">
                  <c:v>2823</c:v>
                </c:pt>
                <c:pt idx="2823">
                  <c:v>2824</c:v>
                </c:pt>
                <c:pt idx="2824">
                  <c:v>2825</c:v>
                </c:pt>
                <c:pt idx="2825">
                  <c:v>2826</c:v>
                </c:pt>
                <c:pt idx="2826">
                  <c:v>2827</c:v>
                </c:pt>
                <c:pt idx="2827">
                  <c:v>2828</c:v>
                </c:pt>
                <c:pt idx="2828">
                  <c:v>2829</c:v>
                </c:pt>
                <c:pt idx="2829">
                  <c:v>2830</c:v>
                </c:pt>
                <c:pt idx="2830">
                  <c:v>2831</c:v>
                </c:pt>
                <c:pt idx="2831">
                  <c:v>2832</c:v>
                </c:pt>
                <c:pt idx="2832">
                  <c:v>2833</c:v>
                </c:pt>
                <c:pt idx="2833">
                  <c:v>2834</c:v>
                </c:pt>
                <c:pt idx="2834">
                  <c:v>2835</c:v>
                </c:pt>
                <c:pt idx="2835">
                  <c:v>2836</c:v>
                </c:pt>
                <c:pt idx="2836">
                  <c:v>2837</c:v>
                </c:pt>
                <c:pt idx="2837">
                  <c:v>2838</c:v>
                </c:pt>
                <c:pt idx="2838">
                  <c:v>2839</c:v>
                </c:pt>
                <c:pt idx="2839">
                  <c:v>2840</c:v>
                </c:pt>
                <c:pt idx="2840">
                  <c:v>2841</c:v>
                </c:pt>
                <c:pt idx="2841">
                  <c:v>2842</c:v>
                </c:pt>
                <c:pt idx="2842">
                  <c:v>2843</c:v>
                </c:pt>
                <c:pt idx="2843">
                  <c:v>2844</c:v>
                </c:pt>
                <c:pt idx="2844">
                  <c:v>2845</c:v>
                </c:pt>
                <c:pt idx="2845">
                  <c:v>2846</c:v>
                </c:pt>
                <c:pt idx="2846">
                  <c:v>2847</c:v>
                </c:pt>
                <c:pt idx="2847">
                  <c:v>2848</c:v>
                </c:pt>
                <c:pt idx="2848">
                  <c:v>2849</c:v>
                </c:pt>
                <c:pt idx="2849">
                  <c:v>2850</c:v>
                </c:pt>
                <c:pt idx="2850">
                  <c:v>2851</c:v>
                </c:pt>
                <c:pt idx="2851">
                  <c:v>2852</c:v>
                </c:pt>
                <c:pt idx="2852">
                  <c:v>2853</c:v>
                </c:pt>
                <c:pt idx="2853">
                  <c:v>2854</c:v>
                </c:pt>
                <c:pt idx="2854">
                  <c:v>2855</c:v>
                </c:pt>
                <c:pt idx="2855">
                  <c:v>2856</c:v>
                </c:pt>
                <c:pt idx="2856">
                  <c:v>2857</c:v>
                </c:pt>
                <c:pt idx="2857">
                  <c:v>2858</c:v>
                </c:pt>
                <c:pt idx="2858">
                  <c:v>2859</c:v>
                </c:pt>
                <c:pt idx="2859">
                  <c:v>2860</c:v>
                </c:pt>
                <c:pt idx="2860">
                  <c:v>2861</c:v>
                </c:pt>
                <c:pt idx="2861">
                  <c:v>2862</c:v>
                </c:pt>
                <c:pt idx="2862">
                  <c:v>2863</c:v>
                </c:pt>
                <c:pt idx="2863">
                  <c:v>2864</c:v>
                </c:pt>
                <c:pt idx="2864">
                  <c:v>2865</c:v>
                </c:pt>
                <c:pt idx="2865">
                  <c:v>2866</c:v>
                </c:pt>
                <c:pt idx="2866">
                  <c:v>2867</c:v>
                </c:pt>
                <c:pt idx="2867">
                  <c:v>2868</c:v>
                </c:pt>
                <c:pt idx="2868">
                  <c:v>2869</c:v>
                </c:pt>
                <c:pt idx="2869">
                  <c:v>2870</c:v>
                </c:pt>
                <c:pt idx="2870">
                  <c:v>2871</c:v>
                </c:pt>
                <c:pt idx="2871">
                  <c:v>2872</c:v>
                </c:pt>
                <c:pt idx="2872">
                  <c:v>2873</c:v>
                </c:pt>
                <c:pt idx="2873">
                  <c:v>2874</c:v>
                </c:pt>
                <c:pt idx="2874">
                  <c:v>2875</c:v>
                </c:pt>
                <c:pt idx="2875">
                  <c:v>2876</c:v>
                </c:pt>
                <c:pt idx="2876">
                  <c:v>2877</c:v>
                </c:pt>
                <c:pt idx="2877">
                  <c:v>2878</c:v>
                </c:pt>
                <c:pt idx="2878">
                  <c:v>2879</c:v>
                </c:pt>
                <c:pt idx="2879">
                  <c:v>2880</c:v>
                </c:pt>
                <c:pt idx="2880">
                  <c:v>2881</c:v>
                </c:pt>
                <c:pt idx="2881">
                  <c:v>2882</c:v>
                </c:pt>
                <c:pt idx="2882">
                  <c:v>2883</c:v>
                </c:pt>
                <c:pt idx="2883">
                  <c:v>2884</c:v>
                </c:pt>
                <c:pt idx="2884">
                  <c:v>2885</c:v>
                </c:pt>
                <c:pt idx="2885">
                  <c:v>2886</c:v>
                </c:pt>
                <c:pt idx="2886">
                  <c:v>2887</c:v>
                </c:pt>
                <c:pt idx="2887">
                  <c:v>2888</c:v>
                </c:pt>
                <c:pt idx="2888">
                  <c:v>2889</c:v>
                </c:pt>
                <c:pt idx="2889">
                  <c:v>2890</c:v>
                </c:pt>
                <c:pt idx="2890">
                  <c:v>2891</c:v>
                </c:pt>
                <c:pt idx="2891">
                  <c:v>2892</c:v>
                </c:pt>
                <c:pt idx="2892">
                  <c:v>2893</c:v>
                </c:pt>
                <c:pt idx="2893">
                  <c:v>2894</c:v>
                </c:pt>
                <c:pt idx="2894">
                  <c:v>2895</c:v>
                </c:pt>
                <c:pt idx="2895">
                  <c:v>2896</c:v>
                </c:pt>
                <c:pt idx="2896">
                  <c:v>2897</c:v>
                </c:pt>
                <c:pt idx="2897">
                  <c:v>2898</c:v>
                </c:pt>
                <c:pt idx="2898">
                  <c:v>2899</c:v>
                </c:pt>
                <c:pt idx="2899">
                  <c:v>2900</c:v>
                </c:pt>
                <c:pt idx="2900">
                  <c:v>2901</c:v>
                </c:pt>
                <c:pt idx="2901">
                  <c:v>2902</c:v>
                </c:pt>
                <c:pt idx="2902">
                  <c:v>2903</c:v>
                </c:pt>
                <c:pt idx="2903">
                  <c:v>2904</c:v>
                </c:pt>
                <c:pt idx="2904">
                  <c:v>2905</c:v>
                </c:pt>
                <c:pt idx="2905">
                  <c:v>2906</c:v>
                </c:pt>
                <c:pt idx="2906">
                  <c:v>2907</c:v>
                </c:pt>
                <c:pt idx="2907">
                  <c:v>2908</c:v>
                </c:pt>
                <c:pt idx="2908">
                  <c:v>2909</c:v>
                </c:pt>
                <c:pt idx="2909">
                  <c:v>2910</c:v>
                </c:pt>
                <c:pt idx="2910">
                  <c:v>2911</c:v>
                </c:pt>
                <c:pt idx="2911">
                  <c:v>2912</c:v>
                </c:pt>
                <c:pt idx="2912">
                  <c:v>2913</c:v>
                </c:pt>
                <c:pt idx="2913">
                  <c:v>2914</c:v>
                </c:pt>
                <c:pt idx="2914">
                  <c:v>2915</c:v>
                </c:pt>
                <c:pt idx="2915">
                  <c:v>2916</c:v>
                </c:pt>
                <c:pt idx="2916">
                  <c:v>2917</c:v>
                </c:pt>
                <c:pt idx="2917">
                  <c:v>2918</c:v>
                </c:pt>
                <c:pt idx="2918">
                  <c:v>2919</c:v>
                </c:pt>
                <c:pt idx="2919">
                  <c:v>2920</c:v>
                </c:pt>
                <c:pt idx="2920">
                  <c:v>2921</c:v>
                </c:pt>
                <c:pt idx="2921">
                  <c:v>2922</c:v>
                </c:pt>
                <c:pt idx="2922">
                  <c:v>2923</c:v>
                </c:pt>
                <c:pt idx="2923">
                  <c:v>2924</c:v>
                </c:pt>
                <c:pt idx="2924">
                  <c:v>2925</c:v>
                </c:pt>
                <c:pt idx="2925">
                  <c:v>2926</c:v>
                </c:pt>
                <c:pt idx="2926">
                  <c:v>2927</c:v>
                </c:pt>
                <c:pt idx="2927">
                  <c:v>2928</c:v>
                </c:pt>
                <c:pt idx="2928">
                  <c:v>2929</c:v>
                </c:pt>
                <c:pt idx="2929">
                  <c:v>2930</c:v>
                </c:pt>
                <c:pt idx="2930">
                  <c:v>2931</c:v>
                </c:pt>
                <c:pt idx="2931">
                  <c:v>2932</c:v>
                </c:pt>
                <c:pt idx="2932">
                  <c:v>2933</c:v>
                </c:pt>
                <c:pt idx="2933">
                  <c:v>2934</c:v>
                </c:pt>
                <c:pt idx="2934">
                  <c:v>2935</c:v>
                </c:pt>
                <c:pt idx="2935">
                  <c:v>2936</c:v>
                </c:pt>
                <c:pt idx="2936">
                  <c:v>2937</c:v>
                </c:pt>
                <c:pt idx="2937">
                  <c:v>2938</c:v>
                </c:pt>
                <c:pt idx="2938">
                  <c:v>2939</c:v>
                </c:pt>
                <c:pt idx="2939">
                  <c:v>2940</c:v>
                </c:pt>
                <c:pt idx="2940">
                  <c:v>2941</c:v>
                </c:pt>
                <c:pt idx="2941">
                  <c:v>2942</c:v>
                </c:pt>
                <c:pt idx="2942">
                  <c:v>2943</c:v>
                </c:pt>
                <c:pt idx="2943">
                  <c:v>2944</c:v>
                </c:pt>
                <c:pt idx="2944">
                  <c:v>2945</c:v>
                </c:pt>
                <c:pt idx="2945">
                  <c:v>2946</c:v>
                </c:pt>
                <c:pt idx="2946">
                  <c:v>2947</c:v>
                </c:pt>
                <c:pt idx="2947">
                  <c:v>2948</c:v>
                </c:pt>
                <c:pt idx="2948">
                  <c:v>2949</c:v>
                </c:pt>
                <c:pt idx="2949">
                  <c:v>2950</c:v>
                </c:pt>
                <c:pt idx="2950">
                  <c:v>2951</c:v>
                </c:pt>
                <c:pt idx="2951">
                  <c:v>2952</c:v>
                </c:pt>
                <c:pt idx="2952">
                  <c:v>2953</c:v>
                </c:pt>
                <c:pt idx="2953">
                  <c:v>2954</c:v>
                </c:pt>
                <c:pt idx="2954">
                  <c:v>2955</c:v>
                </c:pt>
                <c:pt idx="2955">
                  <c:v>2956</c:v>
                </c:pt>
                <c:pt idx="2956">
                  <c:v>2957</c:v>
                </c:pt>
                <c:pt idx="2957">
                  <c:v>2958</c:v>
                </c:pt>
                <c:pt idx="2958">
                  <c:v>2959</c:v>
                </c:pt>
                <c:pt idx="2959">
                  <c:v>2960</c:v>
                </c:pt>
                <c:pt idx="2960">
                  <c:v>2961</c:v>
                </c:pt>
                <c:pt idx="2961">
                  <c:v>2962</c:v>
                </c:pt>
                <c:pt idx="2962">
                  <c:v>2963</c:v>
                </c:pt>
                <c:pt idx="2963">
                  <c:v>2964</c:v>
                </c:pt>
                <c:pt idx="2964">
                  <c:v>2965</c:v>
                </c:pt>
                <c:pt idx="2965">
                  <c:v>2966</c:v>
                </c:pt>
                <c:pt idx="2966">
                  <c:v>2967</c:v>
                </c:pt>
                <c:pt idx="2967">
                  <c:v>2968</c:v>
                </c:pt>
                <c:pt idx="2968">
                  <c:v>2969</c:v>
                </c:pt>
                <c:pt idx="2969">
                  <c:v>2970</c:v>
                </c:pt>
                <c:pt idx="2970">
                  <c:v>2971</c:v>
                </c:pt>
                <c:pt idx="2971">
                  <c:v>2972</c:v>
                </c:pt>
                <c:pt idx="2972">
                  <c:v>2973</c:v>
                </c:pt>
                <c:pt idx="2973">
                  <c:v>2974</c:v>
                </c:pt>
                <c:pt idx="2974">
                  <c:v>2975</c:v>
                </c:pt>
                <c:pt idx="2975">
                  <c:v>2976</c:v>
                </c:pt>
                <c:pt idx="2976">
                  <c:v>2977</c:v>
                </c:pt>
                <c:pt idx="2977">
                  <c:v>2978</c:v>
                </c:pt>
                <c:pt idx="2978">
                  <c:v>2979</c:v>
                </c:pt>
                <c:pt idx="2979">
                  <c:v>2980</c:v>
                </c:pt>
                <c:pt idx="2980">
                  <c:v>2981</c:v>
                </c:pt>
                <c:pt idx="2981">
                  <c:v>2982</c:v>
                </c:pt>
                <c:pt idx="2982">
                  <c:v>2983</c:v>
                </c:pt>
                <c:pt idx="2983">
                  <c:v>2984</c:v>
                </c:pt>
                <c:pt idx="2984">
                  <c:v>2985</c:v>
                </c:pt>
                <c:pt idx="2985">
                  <c:v>2986</c:v>
                </c:pt>
                <c:pt idx="2986">
                  <c:v>2987</c:v>
                </c:pt>
                <c:pt idx="2987">
                  <c:v>2988</c:v>
                </c:pt>
                <c:pt idx="2988">
                  <c:v>2989</c:v>
                </c:pt>
                <c:pt idx="2989">
                  <c:v>2990</c:v>
                </c:pt>
                <c:pt idx="2990">
                  <c:v>2991</c:v>
                </c:pt>
                <c:pt idx="2991">
                  <c:v>2992</c:v>
                </c:pt>
                <c:pt idx="2992">
                  <c:v>2993</c:v>
                </c:pt>
                <c:pt idx="2993">
                  <c:v>2994</c:v>
                </c:pt>
                <c:pt idx="2994">
                  <c:v>2995</c:v>
                </c:pt>
                <c:pt idx="2995">
                  <c:v>2996</c:v>
                </c:pt>
                <c:pt idx="2996">
                  <c:v>2997</c:v>
                </c:pt>
                <c:pt idx="2997">
                  <c:v>2998</c:v>
                </c:pt>
                <c:pt idx="2998">
                  <c:v>2999</c:v>
                </c:pt>
                <c:pt idx="2999">
                  <c:v>3000</c:v>
                </c:pt>
                <c:pt idx="3000">
                  <c:v>3001</c:v>
                </c:pt>
                <c:pt idx="3001">
                  <c:v>3002</c:v>
                </c:pt>
                <c:pt idx="3002">
                  <c:v>3003</c:v>
                </c:pt>
                <c:pt idx="3003">
                  <c:v>3004</c:v>
                </c:pt>
                <c:pt idx="3004">
                  <c:v>3005</c:v>
                </c:pt>
                <c:pt idx="3005">
                  <c:v>3006</c:v>
                </c:pt>
                <c:pt idx="3006">
                  <c:v>3007</c:v>
                </c:pt>
                <c:pt idx="3007">
                  <c:v>3008</c:v>
                </c:pt>
                <c:pt idx="3008">
                  <c:v>3009</c:v>
                </c:pt>
                <c:pt idx="3009">
                  <c:v>3010</c:v>
                </c:pt>
                <c:pt idx="3010">
                  <c:v>3011</c:v>
                </c:pt>
                <c:pt idx="3011">
                  <c:v>3012</c:v>
                </c:pt>
                <c:pt idx="3012">
                  <c:v>3013</c:v>
                </c:pt>
                <c:pt idx="3013">
                  <c:v>3014</c:v>
                </c:pt>
                <c:pt idx="3014">
                  <c:v>3015</c:v>
                </c:pt>
                <c:pt idx="3015">
                  <c:v>3016</c:v>
                </c:pt>
                <c:pt idx="3016">
                  <c:v>3017</c:v>
                </c:pt>
                <c:pt idx="3017">
                  <c:v>3018</c:v>
                </c:pt>
                <c:pt idx="3018">
                  <c:v>3019</c:v>
                </c:pt>
                <c:pt idx="3019">
                  <c:v>3020</c:v>
                </c:pt>
                <c:pt idx="3020">
                  <c:v>3021</c:v>
                </c:pt>
                <c:pt idx="3021">
                  <c:v>3022</c:v>
                </c:pt>
                <c:pt idx="3022">
                  <c:v>3023</c:v>
                </c:pt>
                <c:pt idx="3023">
                  <c:v>3024</c:v>
                </c:pt>
                <c:pt idx="3024">
                  <c:v>3025</c:v>
                </c:pt>
                <c:pt idx="3025">
                  <c:v>3026</c:v>
                </c:pt>
                <c:pt idx="3026">
                  <c:v>3027</c:v>
                </c:pt>
                <c:pt idx="3027">
                  <c:v>3028</c:v>
                </c:pt>
                <c:pt idx="3028">
                  <c:v>3029</c:v>
                </c:pt>
                <c:pt idx="3029">
                  <c:v>3030</c:v>
                </c:pt>
                <c:pt idx="3030">
                  <c:v>3031</c:v>
                </c:pt>
                <c:pt idx="3031">
                  <c:v>3032</c:v>
                </c:pt>
                <c:pt idx="3032">
                  <c:v>3033</c:v>
                </c:pt>
                <c:pt idx="3033">
                  <c:v>3034</c:v>
                </c:pt>
                <c:pt idx="3034">
                  <c:v>3035</c:v>
                </c:pt>
                <c:pt idx="3035">
                  <c:v>3036</c:v>
                </c:pt>
                <c:pt idx="3036">
                  <c:v>3037</c:v>
                </c:pt>
                <c:pt idx="3037">
                  <c:v>3038</c:v>
                </c:pt>
                <c:pt idx="3038">
                  <c:v>3039</c:v>
                </c:pt>
                <c:pt idx="3039">
                  <c:v>3040</c:v>
                </c:pt>
                <c:pt idx="3040">
                  <c:v>3041</c:v>
                </c:pt>
                <c:pt idx="3041">
                  <c:v>3042</c:v>
                </c:pt>
                <c:pt idx="3042">
                  <c:v>3043</c:v>
                </c:pt>
                <c:pt idx="3043">
                  <c:v>3044</c:v>
                </c:pt>
                <c:pt idx="3044">
                  <c:v>3045</c:v>
                </c:pt>
                <c:pt idx="3045">
                  <c:v>3046</c:v>
                </c:pt>
                <c:pt idx="3046">
                  <c:v>3047</c:v>
                </c:pt>
                <c:pt idx="3047">
                  <c:v>3048</c:v>
                </c:pt>
                <c:pt idx="3048">
                  <c:v>3049</c:v>
                </c:pt>
                <c:pt idx="3049">
                  <c:v>3050</c:v>
                </c:pt>
                <c:pt idx="3050">
                  <c:v>3051</c:v>
                </c:pt>
                <c:pt idx="3051">
                  <c:v>3052</c:v>
                </c:pt>
                <c:pt idx="3052">
                  <c:v>3053</c:v>
                </c:pt>
                <c:pt idx="3053">
                  <c:v>3054</c:v>
                </c:pt>
                <c:pt idx="3054">
                  <c:v>3055</c:v>
                </c:pt>
                <c:pt idx="3055">
                  <c:v>3056</c:v>
                </c:pt>
                <c:pt idx="3056">
                  <c:v>3057</c:v>
                </c:pt>
                <c:pt idx="3057">
                  <c:v>3058</c:v>
                </c:pt>
                <c:pt idx="3058">
                  <c:v>3059</c:v>
                </c:pt>
                <c:pt idx="3059">
                  <c:v>3060</c:v>
                </c:pt>
                <c:pt idx="3060">
                  <c:v>3061</c:v>
                </c:pt>
                <c:pt idx="3061">
                  <c:v>3062</c:v>
                </c:pt>
                <c:pt idx="3062">
                  <c:v>3063</c:v>
                </c:pt>
                <c:pt idx="3063">
                  <c:v>3064</c:v>
                </c:pt>
                <c:pt idx="3064">
                  <c:v>3065</c:v>
                </c:pt>
                <c:pt idx="3065">
                  <c:v>3066</c:v>
                </c:pt>
                <c:pt idx="3066">
                  <c:v>3067</c:v>
                </c:pt>
                <c:pt idx="3067">
                  <c:v>3068</c:v>
                </c:pt>
                <c:pt idx="3068">
                  <c:v>3069</c:v>
                </c:pt>
                <c:pt idx="3069">
                  <c:v>3070</c:v>
                </c:pt>
                <c:pt idx="3070">
                  <c:v>3071</c:v>
                </c:pt>
                <c:pt idx="3071">
                  <c:v>3072</c:v>
                </c:pt>
                <c:pt idx="3072">
                  <c:v>3073</c:v>
                </c:pt>
                <c:pt idx="3073">
                  <c:v>3074</c:v>
                </c:pt>
                <c:pt idx="3074">
                  <c:v>3075</c:v>
                </c:pt>
                <c:pt idx="3075">
                  <c:v>3076</c:v>
                </c:pt>
                <c:pt idx="3076">
                  <c:v>3077</c:v>
                </c:pt>
                <c:pt idx="3077">
                  <c:v>3078</c:v>
                </c:pt>
                <c:pt idx="3078">
                  <c:v>3079</c:v>
                </c:pt>
                <c:pt idx="3079">
                  <c:v>3080</c:v>
                </c:pt>
                <c:pt idx="3080">
                  <c:v>3081</c:v>
                </c:pt>
                <c:pt idx="3081">
                  <c:v>3082</c:v>
                </c:pt>
                <c:pt idx="3082">
                  <c:v>3083</c:v>
                </c:pt>
                <c:pt idx="3083">
                  <c:v>3084</c:v>
                </c:pt>
                <c:pt idx="3084">
                  <c:v>3085</c:v>
                </c:pt>
                <c:pt idx="3085">
                  <c:v>3086</c:v>
                </c:pt>
                <c:pt idx="3086">
                  <c:v>3087</c:v>
                </c:pt>
                <c:pt idx="3087">
                  <c:v>3088</c:v>
                </c:pt>
                <c:pt idx="3088">
                  <c:v>3089</c:v>
                </c:pt>
                <c:pt idx="3089">
                  <c:v>3090</c:v>
                </c:pt>
                <c:pt idx="3090">
                  <c:v>3091</c:v>
                </c:pt>
                <c:pt idx="3091">
                  <c:v>3092</c:v>
                </c:pt>
                <c:pt idx="3092">
                  <c:v>3093</c:v>
                </c:pt>
                <c:pt idx="3093">
                  <c:v>3094</c:v>
                </c:pt>
                <c:pt idx="3094">
                  <c:v>3095</c:v>
                </c:pt>
                <c:pt idx="3095">
                  <c:v>3096</c:v>
                </c:pt>
                <c:pt idx="3096">
                  <c:v>3097</c:v>
                </c:pt>
                <c:pt idx="3097">
                  <c:v>3098</c:v>
                </c:pt>
                <c:pt idx="3098">
                  <c:v>3099</c:v>
                </c:pt>
                <c:pt idx="3099">
                  <c:v>3100</c:v>
                </c:pt>
                <c:pt idx="3100">
                  <c:v>3101</c:v>
                </c:pt>
                <c:pt idx="3101">
                  <c:v>3102</c:v>
                </c:pt>
                <c:pt idx="3102">
                  <c:v>3103</c:v>
                </c:pt>
                <c:pt idx="3103">
                  <c:v>3104</c:v>
                </c:pt>
                <c:pt idx="3104">
                  <c:v>3105</c:v>
                </c:pt>
                <c:pt idx="3105">
                  <c:v>3106</c:v>
                </c:pt>
                <c:pt idx="3106">
                  <c:v>3107</c:v>
                </c:pt>
                <c:pt idx="3107">
                  <c:v>3108</c:v>
                </c:pt>
                <c:pt idx="3108">
                  <c:v>3109</c:v>
                </c:pt>
                <c:pt idx="3109">
                  <c:v>3110</c:v>
                </c:pt>
                <c:pt idx="3110">
                  <c:v>3111</c:v>
                </c:pt>
                <c:pt idx="3111">
                  <c:v>3112</c:v>
                </c:pt>
                <c:pt idx="3112">
                  <c:v>3113</c:v>
                </c:pt>
                <c:pt idx="3113">
                  <c:v>3114</c:v>
                </c:pt>
                <c:pt idx="3114">
                  <c:v>3115</c:v>
                </c:pt>
                <c:pt idx="3115">
                  <c:v>3116</c:v>
                </c:pt>
                <c:pt idx="3116">
                  <c:v>3117</c:v>
                </c:pt>
                <c:pt idx="3117">
                  <c:v>3118</c:v>
                </c:pt>
                <c:pt idx="3118">
                  <c:v>3119</c:v>
                </c:pt>
                <c:pt idx="3119">
                  <c:v>3120</c:v>
                </c:pt>
                <c:pt idx="3120">
                  <c:v>3121</c:v>
                </c:pt>
                <c:pt idx="3121">
                  <c:v>3122</c:v>
                </c:pt>
                <c:pt idx="3122">
                  <c:v>3123</c:v>
                </c:pt>
                <c:pt idx="3123">
                  <c:v>3124</c:v>
                </c:pt>
                <c:pt idx="3124">
                  <c:v>3125</c:v>
                </c:pt>
                <c:pt idx="3125">
                  <c:v>3126</c:v>
                </c:pt>
                <c:pt idx="3126">
                  <c:v>3127</c:v>
                </c:pt>
                <c:pt idx="3127">
                  <c:v>3128</c:v>
                </c:pt>
                <c:pt idx="3128">
                  <c:v>3129</c:v>
                </c:pt>
                <c:pt idx="3129">
                  <c:v>3130</c:v>
                </c:pt>
                <c:pt idx="3130">
                  <c:v>3131</c:v>
                </c:pt>
                <c:pt idx="3131">
                  <c:v>3132</c:v>
                </c:pt>
                <c:pt idx="3132">
                  <c:v>3133</c:v>
                </c:pt>
                <c:pt idx="3133">
                  <c:v>3134</c:v>
                </c:pt>
                <c:pt idx="3134">
                  <c:v>3135</c:v>
                </c:pt>
                <c:pt idx="3135">
                  <c:v>3136</c:v>
                </c:pt>
                <c:pt idx="3136">
                  <c:v>3137</c:v>
                </c:pt>
                <c:pt idx="3137">
                  <c:v>3138</c:v>
                </c:pt>
                <c:pt idx="3138">
                  <c:v>3139</c:v>
                </c:pt>
                <c:pt idx="3139">
                  <c:v>3140</c:v>
                </c:pt>
                <c:pt idx="3140">
                  <c:v>3141</c:v>
                </c:pt>
                <c:pt idx="3141">
                  <c:v>3142</c:v>
                </c:pt>
                <c:pt idx="3142">
                  <c:v>3143</c:v>
                </c:pt>
                <c:pt idx="3143">
                  <c:v>3144</c:v>
                </c:pt>
                <c:pt idx="3144">
                  <c:v>3145</c:v>
                </c:pt>
                <c:pt idx="3145">
                  <c:v>3146</c:v>
                </c:pt>
                <c:pt idx="3146">
                  <c:v>3147</c:v>
                </c:pt>
                <c:pt idx="3147">
                  <c:v>3148</c:v>
                </c:pt>
                <c:pt idx="3148">
                  <c:v>3149</c:v>
                </c:pt>
                <c:pt idx="3149">
                  <c:v>3150</c:v>
                </c:pt>
                <c:pt idx="3150">
                  <c:v>3151</c:v>
                </c:pt>
                <c:pt idx="3151">
                  <c:v>3152</c:v>
                </c:pt>
                <c:pt idx="3152">
                  <c:v>3153</c:v>
                </c:pt>
                <c:pt idx="3153">
                  <c:v>3154</c:v>
                </c:pt>
                <c:pt idx="3154">
                  <c:v>3155</c:v>
                </c:pt>
                <c:pt idx="3155">
                  <c:v>3156</c:v>
                </c:pt>
                <c:pt idx="3156">
                  <c:v>3157</c:v>
                </c:pt>
                <c:pt idx="3157">
                  <c:v>3158</c:v>
                </c:pt>
                <c:pt idx="3158">
                  <c:v>3159</c:v>
                </c:pt>
                <c:pt idx="3159">
                  <c:v>3160</c:v>
                </c:pt>
                <c:pt idx="3160">
                  <c:v>3161</c:v>
                </c:pt>
                <c:pt idx="3161">
                  <c:v>3162</c:v>
                </c:pt>
                <c:pt idx="3162">
                  <c:v>3163</c:v>
                </c:pt>
                <c:pt idx="3163">
                  <c:v>3164</c:v>
                </c:pt>
                <c:pt idx="3164">
                  <c:v>3165</c:v>
                </c:pt>
                <c:pt idx="3165">
                  <c:v>3166</c:v>
                </c:pt>
                <c:pt idx="3166">
                  <c:v>3167</c:v>
                </c:pt>
                <c:pt idx="3167">
                  <c:v>3168</c:v>
                </c:pt>
                <c:pt idx="3168">
                  <c:v>3169</c:v>
                </c:pt>
                <c:pt idx="3169">
                  <c:v>3170</c:v>
                </c:pt>
                <c:pt idx="3170">
                  <c:v>3171</c:v>
                </c:pt>
                <c:pt idx="3171">
                  <c:v>3172</c:v>
                </c:pt>
                <c:pt idx="3172">
                  <c:v>3173</c:v>
                </c:pt>
                <c:pt idx="3173">
                  <c:v>3174</c:v>
                </c:pt>
                <c:pt idx="3174">
                  <c:v>3175</c:v>
                </c:pt>
                <c:pt idx="3175">
                  <c:v>3176</c:v>
                </c:pt>
                <c:pt idx="3176">
                  <c:v>3177</c:v>
                </c:pt>
                <c:pt idx="3177">
                  <c:v>3178</c:v>
                </c:pt>
                <c:pt idx="3178">
                  <c:v>3179</c:v>
                </c:pt>
                <c:pt idx="3179">
                  <c:v>3180</c:v>
                </c:pt>
                <c:pt idx="3180">
                  <c:v>3181</c:v>
                </c:pt>
                <c:pt idx="3181">
                  <c:v>3182</c:v>
                </c:pt>
                <c:pt idx="3182">
                  <c:v>3183</c:v>
                </c:pt>
                <c:pt idx="3183">
                  <c:v>3184</c:v>
                </c:pt>
                <c:pt idx="3184">
                  <c:v>3185</c:v>
                </c:pt>
                <c:pt idx="3185">
                  <c:v>3186</c:v>
                </c:pt>
                <c:pt idx="3186">
                  <c:v>3187</c:v>
                </c:pt>
                <c:pt idx="3187">
                  <c:v>3188</c:v>
                </c:pt>
                <c:pt idx="3188">
                  <c:v>3189</c:v>
                </c:pt>
                <c:pt idx="3189">
                  <c:v>3190</c:v>
                </c:pt>
                <c:pt idx="3190">
                  <c:v>3191</c:v>
                </c:pt>
                <c:pt idx="3191">
                  <c:v>3192</c:v>
                </c:pt>
                <c:pt idx="3192">
                  <c:v>3193</c:v>
                </c:pt>
                <c:pt idx="3193">
                  <c:v>3194</c:v>
                </c:pt>
                <c:pt idx="3194">
                  <c:v>3195</c:v>
                </c:pt>
                <c:pt idx="3195">
                  <c:v>3196</c:v>
                </c:pt>
                <c:pt idx="3196">
                  <c:v>3197</c:v>
                </c:pt>
                <c:pt idx="3197">
                  <c:v>3198</c:v>
                </c:pt>
                <c:pt idx="3198">
                  <c:v>3199</c:v>
                </c:pt>
                <c:pt idx="3199">
                  <c:v>3200</c:v>
                </c:pt>
                <c:pt idx="3200">
                  <c:v>3201</c:v>
                </c:pt>
                <c:pt idx="3201">
                  <c:v>3202</c:v>
                </c:pt>
                <c:pt idx="3202">
                  <c:v>3203</c:v>
                </c:pt>
                <c:pt idx="3203">
                  <c:v>3204</c:v>
                </c:pt>
                <c:pt idx="3204">
                  <c:v>3205</c:v>
                </c:pt>
                <c:pt idx="3205">
                  <c:v>3206</c:v>
                </c:pt>
                <c:pt idx="3206">
                  <c:v>3207</c:v>
                </c:pt>
                <c:pt idx="3207">
                  <c:v>3208</c:v>
                </c:pt>
                <c:pt idx="3208">
                  <c:v>3209</c:v>
                </c:pt>
                <c:pt idx="3209">
                  <c:v>3210</c:v>
                </c:pt>
                <c:pt idx="3210">
                  <c:v>3211</c:v>
                </c:pt>
                <c:pt idx="3211">
                  <c:v>3212</c:v>
                </c:pt>
                <c:pt idx="3212">
                  <c:v>3213</c:v>
                </c:pt>
                <c:pt idx="3213">
                  <c:v>3214</c:v>
                </c:pt>
                <c:pt idx="3214">
                  <c:v>3215</c:v>
                </c:pt>
                <c:pt idx="3215">
                  <c:v>3216</c:v>
                </c:pt>
                <c:pt idx="3216">
                  <c:v>3217</c:v>
                </c:pt>
                <c:pt idx="3217">
                  <c:v>3218</c:v>
                </c:pt>
                <c:pt idx="3218">
                  <c:v>3219</c:v>
                </c:pt>
                <c:pt idx="3219">
                  <c:v>3220</c:v>
                </c:pt>
                <c:pt idx="3220">
                  <c:v>3221</c:v>
                </c:pt>
                <c:pt idx="3221">
                  <c:v>3222</c:v>
                </c:pt>
                <c:pt idx="3222">
                  <c:v>3223</c:v>
                </c:pt>
                <c:pt idx="3223">
                  <c:v>3224</c:v>
                </c:pt>
                <c:pt idx="3224">
                  <c:v>3225</c:v>
                </c:pt>
                <c:pt idx="3225">
                  <c:v>3226</c:v>
                </c:pt>
                <c:pt idx="3226">
                  <c:v>3227</c:v>
                </c:pt>
                <c:pt idx="3227">
                  <c:v>3228</c:v>
                </c:pt>
                <c:pt idx="3228">
                  <c:v>3229</c:v>
                </c:pt>
                <c:pt idx="3229">
                  <c:v>3230</c:v>
                </c:pt>
                <c:pt idx="3230">
                  <c:v>3231</c:v>
                </c:pt>
                <c:pt idx="3231">
                  <c:v>3232</c:v>
                </c:pt>
                <c:pt idx="3232">
                  <c:v>3233</c:v>
                </c:pt>
                <c:pt idx="3233">
                  <c:v>3234</c:v>
                </c:pt>
                <c:pt idx="3234">
                  <c:v>3235</c:v>
                </c:pt>
                <c:pt idx="3235">
                  <c:v>3236</c:v>
                </c:pt>
                <c:pt idx="3236">
                  <c:v>3237</c:v>
                </c:pt>
                <c:pt idx="3237">
                  <c:v>3238</c:v>
                </c:pt>
                <c:pt idx="3238">
                  <c:v>3239</c:v>
                </c:pt>
                <c:pt idx="3239">
                  <c:v>3240</c:v>
                </c:pt>
                <c:pt idx="3240">
                  <c:v>3241</c:v>
                </c:pt>
                <c:pt idx="3241">
                  <c:v>3242</c:v>
                </c:pt>
                <c:pt idx="3242">
                  <c:v>3243</c:v>
                </c:pt>
                <c:pt idx="3243">
                  <c:v>3244</c:v>
                </c:pt>
                <c:pt idx="3244">
                  <c:v>3245</c:v>
                </c:pt>
                <c:pt idx="3245">
                  <c:v>3246</c:v>
                </c:pt>
                <c:pt idx="3246">
                  <c:v>3247</c:v>
                </c:pt>
                <c:pt idx="3247">
                  <c:v>3248</c:v>
                </c:pt>
                <c:pt idx="3248">
                  <c:v>3249</c:v>
                </c:pt>
                <c:pt idx="3249">
                  <c:v>3250</c:v>
                </c:pt>
                <c:pt idx="3250">
                  <c:v>3251</c:v>
                </c:pt>
                <c:pt idx="3251">
                  <c:v>3252</c:v>
                </c:pt>
                <c:pt idx="3252">
                  <c:v>3253</c:v>
                </c:pt>
                <c:pt idx="3253">
                  <c:v>3254</c:v>
                </c:pt>
                <c:pt idx="3254">
                  <c:v>3255</c:v>
                </c:pt>
                <c:pt idx="3255">
                  <c:v>3256</c:v>
                </c:pt>
                <c:pt idx="3256">
                  <c:v>3257</c:v>
                </c:pt>
                <c:pt idx="3257">
                  <c:v>3258</c:v>
                </c:pt>
                <c:pt idx="3258">
                  <c:v>3259</c:v>
                </c:pt>
                <c:pt idx="3259">
                  <c:v>3260</c:v>
                </c:pt>
                <c:pt idx="3260">
                  <c:v>3261</c:v>
                </c:pt>
                <c:pt idx="3261">
                  <c:v>3262</c:v>
                </c:pt>
                <c:pt idx="3262">
                  <c:v>3263</c:v>
                </c:pt>
                <c:pt idx="3263">
                  <c:v>3264</c:v>
                </c:pt>
                <c:pt idx="3264">
                  <c:v>3265</c:v>
                </c:pt>
                <c:pt idx="3265">
                  <c:v>3266</c:v>
                </c:pt>
                <c:pt idx="3266">
                  <c:v>3267</c:v>
                </c:pt>
                <c:pt idx="3267">
                  <c:v>3268</c:v>
                </c:pt>
                <c:pt idx="3268">
                  <c:v>3269</c:v>
                </c:pt>
                <c:pt idx="3269">
                  <c:v>3270</c:v>
                </c:pt>
                <c:pt idx="3270">
                  <c:v>3271</c:v>
                </c:pt>
                <c:pt idx="3271">
                  <c:v>3272</c:v>
                </c:pt>
                <c:pt idx="3272">
                  <c:v>3273</c:v>
                </c:pt>
                <c:pt idx="3273">
                  <c:v>3274</c:v>
                </c:pt>
                <c:pt idx="3274">
                  <c:v>3275</c:v>
                </c:pt>
                <c:pt idx="3275">
                  <c:v>3276</c:v>
                </c:pt>
                <c:pt idx="3276">
                  <c:v>3277</c:v>
                </c:pt>
                <c:pt idx="3277">
                  <c:v>3278</c:v>
                </c:pt>
                <c:pt idx="3278">
                  <c:v>3279</c:v>
                </c:pt>
                <c:pt idx="3279">
                  <c:v>3280</c:v>
                </c:pt>
                <c:pt idx="3280">
                  <c:v>3281</c:v>
                </c:pt>
                <c:pt idx="3281">
                  <c:v>3282</c:v>
                </c:pt>
                <c:pt idx="3282">
                  <c:v>3283</c:v>
                </c:pt>
                <c:pt idx="3283">
                  <c:v>3284</c:v>
                </c:pt>
                <c:pt idx="3284">
                  <c:v>3285</c:v>
                </c:pt>
                <c:pt idx="3285">
                  <c:v>3286</c:v>
                </c:pt>
                <c:pt idx="3286">
                  <c:v>3287</c:v>
                </c:pt>
                <c:pt idx="3287">
                  <c:v>3288</c:v>
                </c:pt>
                <c:pt idx="3288">
                  <c:v>3289</c:v>
                </c:pt>
                <c:pt idx="3289">
                  <c:v>3290</c:v>
                </c:pt>
                <c:pt idx="3290">
                  <c:v>3291</c:v>
                </c:pt>
                <c:pt idx="3291">
                  <c:v>3292</c:v>
                </c:pt>
                <c:pt idx="3292">
                  <c:v>3293</c:v>
                </c:pt>
                <c:pt idx="3293">
                  <c:v>3294</c:v>
                </c:pt>
                <c:pt idx="3294">
                  <c:v>3295</c:v>
                </c:pt>
                <c:pt idx="3295">
                  <c:v>3296</c:v>
                </c:pt>
                <c:pt idx="3296">
                  <c:v>3297</c:v>
                </c:pt>
                <c:pt idx="3297">
                  <c:v>3298</c:v>
                </c:pt>
                <c:pt idx="3298">
                  <c:v>3299</c:v>
                </c:pt>
                <c:pt idx="3299">
                  <c:v>3300</c:v>
                </c:pt>
                <c:pt idx="3300">
                  <c:v>3301</c:v>
                </c:pt>
                <c:pt idx="3301">
                  <c:v>3302</c:v>
                </c:pt>
                <c:pt idx="3302">
                  <c:v>3303</c:v>
                </c:pt>
                <c:pt idx="3303">
                  <c:v>3304</c:v>
                </c:pt>
                <c:pt idx="3304">
                  <c:v>3305</c:v>
                </c:pt>
                <c:pt idx="3305">
                  <c:v>3306</c:v>
                </c:pt>
                <c:pt idx="3306">
                  <c:v>3307</c:v>
                </c:pt>
                <c:pt idx="3307">
                  <c:v>3308</c:v>
                </c:pt>
                <c:pt idx="3308">
                  <c:v>3309</c:v>
                </c:pt>
                <c:pt idx="3309">
                  <c:v>3310</c:v>
                </c:pt>
                <c:pt idx="3310">
                  <c:v>3311</c:v>
                </c:pt>
                <c:pt idx="3311">
                  <c:v>3312</c:v>
                </c:pt>
                <c:pt idx="3312">
                  <c:v>3313</c:v>
                </c:pt>
                <c:pt idx="3313">
                  <c:v>3314</c:v>
                </c:pt>
                <c:pt idx="3314">
                  <c:v>3315</c:v>
                </c:pt>
                <c:pt idx="3315">
                  <c:v>3316</c:v>
                </c:pt>
                <c:pt idx="3316">
                  <c:v>3317</c:v>
                </c:pt>
                <c:pt idx="3317">
                  <c:v>3318</c:v>
                </c:pt>
                <c:pt idx="3318">
                  <c:v>3319</c:v>
                </c:pt>
                <c:pt idx="3319">
                  <c:v>3320</c:v>
                </c:pt>
                <c:pt idx="3320">
                  <c:v>3321</c:v>
                </c:pt>
                <c:pt idx="3321">
                  <c:v>3322</c:v>
                </c:pt>
                <c:pt idx="3322">
                  <c:v>3323</c:v>
                </c:pt>
                <c:pt idx="3323">
                  <c:v>3324</c:v>
                </c:pt>
                <c:pt idx="3324">
                  <c:v>3325</c:v>
                </c:pt>
                <c:pt idx="3325">
                  <c:v>3326</c:v>
                </c:pt>
                <c:pt idx="3326">
                  <c:v>3327</c:v>
                </c:pt>
                <c:pt idx="3327">
                  <c:v>3328</c:v>
                </c:pt>
                <c:pt idx="3328">
                  <c:v>3329</c:v>
                </c:pt>
                <c:pt idx="3329">
                  <c:v>3330</c:v>
                </c:pt>
                <c:pt idx="3330">
                  <c:v>3331</c:v>
                </c:pt>
                <c:pt idx="3331">
                  <c:v>3332</c:v>
                </c:pt>
                <c:pt idx="3332">
                  <c:v>3333</c:v>
                </c:pt>
                <c:pt idx="3333">
                  <c:v>3334</c:v>
                </c:pt>
                <c:pt idx="3334">
                  <c:v>3335</c:v>
                </c:pt>
                <c:pt idx="3335">
                  <c:v>3336</c:v>
                </c:pt>
                <c:pt idx="3336">
                  <c:v>3337</c:v>
                </c:pt>
                <c:pt idx="3337">
                  <c:v>3338</c:v>
                </c:pt>
                <c:pt idx="3338">
                  <c:v>3339</c:v>
                </c:pt>
                <c:pt idx="3339">
                  <c:v>3340</c:v>
                </c:pt>
                <c:pt idx="3340">
                  <c:v>3341</c:v>
                </c:pt>
                <c:pt idx="3341">
                  <c:v>3342</c:v>
                </c:pt>
                <c:pt idx="3342">
                  <c:v>3343</c:v>
                </c:pt>
                <c:pt idx="3343">
                  <c:v>3344</c:v>
                </c:pt>
                <c:pt idx="3344">
                  <c:v>3345</c:v>
                </c:pt>
                <c:pt idx="3345">
                  <c:v>3346</c:v>
                </c:pt>
                <c:pt idx="3346">
                  <c:v>3347</c:v>
                </c:pt>
                <c:pt idx="3347">
                  <c:v>3348</c:v>
                </c:pt>
                <c:pt idx="3348">
                  <c:v>3349</c:v>
                </c:pt>
                <c:pt idx="3349">
                  <c:v>3350</c:v>
                </c:pt>
                <c:pt idx="3350">
                  <c:v>3351</c:v>
                </c:pt>
                <c:pt idx="3351">
                  <c:v>3352</c:v>
                </c:pt>
                <c:pt idx="3352">
                  <c:v>3353</c:v>
                </c:pt>
                <c:pt idx="3353">
                  <c:v>3354</c:v>
                </c:pt>
                <c:pt idx="3354">
                  <c:v>3355</c:v>
                </c:pt>
                <c:pt idx="3355">
                  <c:v>3356</c:v>
                </c:pt>
                <c:pt idx="3356">
                  <c:v>3357</c:v>
                </c:pt>
                <c:pt idx="3357">
                  <c:v>3358</c:v>
                </c:pt>
                <c:pt idx="3358">
                  <c:v>3359</c:v>
                </c:pt>
                <c:pt idx="3359">
                  <c:v>3360</c:v>
                </c:pt>
                <c:pt idx="3360">
                  <c:v>3361</c:v>
                </c:pt>
                <c:pt idx="3361">
                  <c:v>3362</c:v>
                </c:pt>
                <c:pt idx="3362">
                  <c:v>3363</c:v>
                </c:pt>
                <c:pt idx="3363">
                  <c:v>3364</c:v>
                </c:pt>
                <c:pt idx="3364">
                  <c:v>3365</c:v>
                </c:pt>
                <c:pt idx="3365">
                  <c:v>3366</c:v>
                </c:pt>
                <c:pt idx="3366">
                  <c:v>3367</c:v>
                </c:pt>
                <c:pt idx="3367">
                  <c:v>3368</c:v>
                </c:pt>
                <c:pt idx="3368">
                  <c:v>3369</c:v>
                </c:pt>
                <c:pt idx="3369">
                  <c:v>3370</c:v>
                </c:pt>
                <c:pt idx="3370">
                  <c:v>3371</c:v>
                </c:pt>
                <c:pt idx="3371">
                  <c:v>3372</c:v>
                </c:pt>
                <c:pt idx="3372">
                  <c:v>3373</c:v>
                </c:pt>
                <c:pt idx="3373">
                  <c:v>3374</c:v>
                </c:pt>
                <c:pt idx="3374">
                  <c:v>3375</c:v>
                </c:pt>
                <c:pt idx="3375">
                  <c:v>3376</c:v>
                </c:pt>
                <c:pt idx="3376">
                  <c:v>3377</c:v>
                </c:pt>
                <c:pt idx="3377">
                  <c:v>3378</c:v>
                </c:pt>
                <c:pt idx="3378">
                  <c:v>3379</c:v>
                </c:pt>
                <c:pt idx="3379">
                  <c:v>3380</c:v>
                </c:pt>
                <c:pt idx="3380">
                  <c:v>3381</c:v>
                </c:pt>
                <c:pt idx="3381">
                  <c:v>3382</c:v>
                </c:pt>
                <c:pt idx="3382">
                  <c:v>3383</c:v>
                </c:pt>
                <c:pt idx="3383">
                  <c:v>3384</c:v>
                </c:pt>
                <c:pt idx="3384">
                  <c:v>3385</c:v>
                </c:pt>
                <c:pt idx="3385">
                  <c:v>3386</c:v>
                </c:pt>
                <c:pt idx="3386">
                  <c:v>3387</c:v>
                </c:pt>
                <c:pt idx="3387">
                  <c:v>3388</c:v>
                </c:pt>
                <c:pt idx="3388">
                  <c:v>3389</c:v>
                </c:pt>
                <c:pt idx="3389">
                  <c:v>3390</c:v>
                </c:pt>
                <c:pt idx="3390">
                  <c:v>3391</c:v>
                </c:pt>
                <c:pt idx="3391">
                  <c:v>3392</c:v>
                </c:pt>
                <c:pt idx="3392">
                  <c:v>3393</c:v>
                </c:pt>
                <c:pt idx="3393">
                  <c:v>3394</c:v>
                </c:pt>
                <c:pt idx="3394">
                  <c:v>3395</c:v>
                </c:pt>
                <c:pt idx="3395">
                  <c:v>3396</c:v>
                </c:pt>
                <c:pt idx="3396">
                  <c:v>3397</c:v>
                </c:pt>
                <c:pt idx="3397">
                  <c:v>3398</c:v>
                </c:pt>
                <c:pt idx="3398">
                  <c:v>3399</c:v>
                </c:pt>
                <c:pt idx="3399">
                  <c:v>3400</c:v>
                </c:pt>
                <c:pt idx="3400">
                  <c:v>3401</c:v>
                </c:pt>
                <c:pt idx="3401">
                  <c:v>3402</c:v>
                </c:pt>
                <c:pt idx="3402">
                  <c:v>3403</c:v>
                </c:pt>
                <c:pt idx="3403">
                  <c:v>3404</c:v>
                </c:pt>
                <c:pt idx="3404">
                  <c:v>3405</c:v>
                </c:pt>
                <c:pt idx="3405">
                  <c:v>3406</c:v>
                </c:pt>
                <c:pt idx="3406">
                  <c:v>3407</c:v>
                </c:pt>
                <c:pt idx="3407">
                  <c:v>3408</c:v>
                </c:pt>
                <c:pt idx="3408">
                  <c:v>3409</c:v>
                </c:pt>
                <c:pt idx="3409">
                  <c:v>3410</c:v>
                </c:pt>
                <c:pt idx="3410">
                  <c:v>3411</c:v>
                </c:pt>
                <c:pt idx="3411">
                  <c:v>3412</c:v>
                </c:pt>
                <c:pt idx="3412">
                  <c:v>3413</c:v>
                </c:pt>
                <c:pt idx="3413">
                  <c:v>3414</c:v>
                </c:pt>
                <c:pt idx="3414">
                  <c:v>3415</c:v>
                </c:pt>
                <c:pt idx="3415">
                  <c:v>3416</c:v>
                </c:pt>
                <c:pt idx="3416">
                  <c:v>3417</c:v>
                </c:pt>
                <c:pt idx="3417">
                  <c:v>3418</c:v>
                </c:pt>
                <c:pt idx="3418">
                  <c:v>3419</c:v>
                </c:pt>
                <c:pt idx="3419">
                  <c:v>3420</c:v>
                </c:pt>
                <c:pt idx="3420">
                  <c:v>3421</c:v>
                </c:pt>
                <c:pt idx="3421">
                  <c:v>3422</c:v>
                </c:pt>
                <c:pt idx="3422">
                  <c:v>3423</c:v>
                </c:pt>
                <c:pt idx="3423">
                  <c:v>3424</c:v>
                </c:pt>
                <c:pt idx="3424">
                  <c:v>3425</c:v>
                </c:pt>
                <c:pt idx="3425">
                  <c:v>3426</c:v>
                </c:pt>
                <c:pt idx="3426">
                  <c:v>3427</c:v>
                </c:pt>
                <c:pt idx="3427">
                  <c:v>3428</c:v>
                </c:pt>
                <c:pt idx="3428">
                  <c:v>3429</c:v>
                </c:pt>
                <c:pt idx="3429">
                  <c:v>3430</c:v>
                </c:pt>
                <c:pt idx="3430">
                  <c:v>3431</c:v>
                </c:pt>
                <c:pt idx="3431">
                  <c:v>3432</c:v>
                </c:pt>
                <c:pt idx="3432">
                  <c:v>3433</c:v>
                </c:pt>
                <c:pt idx="3433">
                  <c:v>3434</c:v>
                </c:pt>
                <c:pt idx="3434">
                  <c:v>3435</c:v>
                </c:pt>
                <c:pt idx="3435">
                  <c:v>3436</c:v>
                </c:pt>
                <c:pt idx="3436">
                  <c:v>3437</c:v>
                </c:pt>
                <c:pt idx="3437">
                  <c:v>3438</c:v>
                </c:pt>
                <c:pt idx="3438">
                  <c:v>3439</c:v>
                </c:pt>
                <c:pt idx="3439">
                  <c:v>3440</c:v>
                </c:pt>
                <c:pt idx="3440">
                  <c:v>3441</c:v>
                </c:pt>
                <c:pt idx="3441">
                  <c:v>3442</c:v>
                </c:pt>
                <c:pt idx="3442">
                  <c:v>3443</c:v>
                </c:pt>
                <c:pt idx="3443">
                  <c:v>3444</c:v>
                </c:pt>
                <c:pt idx="3444">
                  <c:v>3445</c:v>
                </c:pt>
                <c:pt idx="3445">
                  <c:v>3446</c:v>
                </c:pt>
                <c:pt idx="3446">
                  <c:v>3447</c:v>
                </c:pt>
                <c:pt idx="3447">
                  <c:v>3448</c:v>
                </c:pt>
                <c:pt idx="3448">
                  <c:v>3449</c:v>
                </c:pt>
                <c:pt idx="3449">
                  <c:v>3450</c:v>
                </c:pt>
                <c:pt idx="3450">
                  <c:v>3451</c:v>
                </c:pt>
                <c:pt idx="3451">
                  <c:v>3452</c:v>
                </c:pt>
                <c:pt idx="3452">
                  <c:v>3453</c:v>
                </c:pt>
                <c:pt idx="3453">
                  <c:v>3454</c:v>
                </c:pt>
                <c:pt idx="3454">
                  <c:v>3455</c:v>
                </c:pt>
                <c:pt idx="3455">
                  <c:v>3456</c:v>
                </c:pt>
                <c:pt idx="3456">
                  <c:v>3457</c:v>
                </c:pt>
                <c:pt idx="3457">
                  <c:v>3458</c:v>
                </c:pt>
                <c:pt idx="3458">
                  <c:v>3459</c:v>
                </c:pt>
                <c:pt idx="3459">
                  <c:v>3460</c:v>
                </c:pt>
                <c:pt idx="3460">
                  <c:v>3461</c:v>
                </c:pt>
                <c:pt idx="3461">
                  <c:v>3462</c:v>
                </c:pt>
                <c:pt idx="3462">
                  <c:v>3463</c:v>
                </c:pt>
                <c:pt idx="3463">
                  <c:v>3464</c:v>
                </c:pt>
                <c:pt idx="3464">
                  <c:v>3465</c:v>
                </c:pt>
                <c:pt idx="3465">
                  <c:v>3466</c:v>
                </c:pt>
                <c:pt idx="3466">
                  <c:v>3467</c:v>
                </c:pt>
                <c:pt idx="3467">
                  <c:v>3468</c:v>
                </c:pt>
                <c:pt idx="3468">
                  <c:v>3469</c:v>
                </c:pt>
                <c:pt idx="3469">
                  <c:v>3470</c:v>
                </c:pt>
                <c:pt idx="3470">
                  <c:v>3471</c:v>
                </c:pt>
                <c:pt idx="3471">
                  <c:v>3472</c:v>
                </c:pt>
                <c:pt idx="3472">
                  <c:v>3473</c:v>
                </c:pt>
                <c:pt idx="3473">
                  <c:v>3474</c:v>
                </c:pt>
                <c:pt idx="3474">
                  <c:v>3475</c:v>
                </c:pt>
                <c:pt idx="3475">
                  <c:v>3476</c:v>
                </c:pt>
                <c:pt idx="3476">
                  <c:v>3477</c:v>
                </c:pt>
                <c:pt idx="3477">
                  <c:v>3478</c:v>
                </c:pt>
                <c:pt idx="3478">
                  <c:v>3479</c:v>
                </c:pt>
                <c:pt idx="3479">
                  <c:v>3480</c:v>
                </c:pt>
                <c:pt idx="3480">
                  <c:v>3481</c:v>
                </c:pt>
                <c:pt idx="3481">
                  <c:v>3482</c:v>
                </c:pt>
                <c:pt idx="3482">
                  <c:v>3483</c:v>
                </c:pt>
                <c:pt idx="3483">
                  <c:v>3484</c:v>
                </c:pt>
                <c:pt idx="3484">
                  <c:v>3485</c:v>
                </c:pt>
                <c:pt idx="3485">
                  <c:v>3486</c:v>
                </c:pt>
                <c:pt idx="3486">
                  <c:v>3487</c:v>
                </c:pt>
                <c:pt idx="3487">
                  <c:v>3488</c:v>
                </c:pt>
                <c:pt idx="3488">
                  <c:v>3489</c:v>
                </c:pt>
                <c:pt idx="3489">
                  <c:v>3490</c:v>
                </c:pt>
                <c:pt idx="3490">
                  <c:v>3491</c:v>
                </c:pt>
                <c:pt idx="3491">
                  <c:v>3492</c:v>
                </c:pt>
                <c:pt idx="3492">
                  <c:v>3493</c:v>
                </c:pt>
                <c:pt idx="3493">
                  <c:v>3494</c:v>
                </c:pt>
                <c:pt idx="3494">
                  <c:v>3495</c:v>
                </c:pt>
                <c:pt idx="3495">
                  <c:v>3496</c:v>
                </c:pt>
                <c:pt idx="3496">
                  <c:v>3497</c:v>
                </c:pt>
                <c:pt idx="3497">
                  <c:v>3498</c:v>
                </c:pt>
                <c:pt idx="3498">
                  <c:v>3499</c:v>
                </c:pt>
                <c:pt idx="3499">
                  <c:v>3500</c:v>
                </c:pt>
                <c:pt idx="3500">
                  <c:v>3501</c:v>
                </c:pt>
                <c:pt idx="3501">
                  <c:v>3502</c:v>
                </c:pt>
                <c:pt idx="3502">
                  <c:v>3503</c:v>
                </c:pt>
                <c:pt idx="3503">
                  <c:v>3504</c:v>
                </c:pt>
                <c:pt idx="3504">
                  <c:v>3505</c:v>
                </c:pt>
                <c:pt idx="3505">
                  <c:v>3506</c:v>
                </c:pt>
                <c:pt idx="3506">
                  <c:v>3507</c:v>
                </c:pt>
                <c:pt idx="3507">
                  <c:v>3508</c:v>
                </c:pt>
                <c:pt idx="3508">
                  <c:v>3509</c:v>
                </c:pt>
                <c:pt idx="3509">
                  <c:v>3510</c:v>
                </c:pt>
                <c:pt idx="3510">
                  <c:v>3511</c:v>
                </c:pt>
                <c:pt idx="3511">
                  <c:v>3512</c:v>
                </c:pt>
                <c:pt idx="3512">
                  <c:v>3513</c:v>
                </c:pt>
                <c:pt idx="3513">
                  <c:v>3514</c:v>
                </c:pt>
                <c:pt idx="3514">
                  <c:v>3515</c:v>
                </c:pt>
                <c:pt idx="3515">
                  <c:v>3516</c:v>
                </c:pt>
                <c:pt idx="3516">
                  <c:v>3517</c:v>
                </c:pt>
                <c:pt idx="3517">
                  <c:v>3518</c:v>
                </c:pt>
                <c:pt idx="3518">
                  <c:v>3519</c:v>
                </c:pt>
                <c:pt idx="3519">
                  <c:v>3520</c:v>
                </c:pt>
                <c:pt idx="3520">
                  <c:v>3521</c:v>
                </c:pt>
                <c:pt idx="3521">
                  <c:v>3522</c:v>
                </c:pt>
                <c:pt idx="3522">
                  <c:v>3523</c:v>
                </c:pt>
                <c:pt idx="3523">
                  <c:v>3524</c:v>
                </c:pt>
                <c:pt idx="3524">
                  <c:v>3525</c:v>
                </c:pt>
                <c:pt idx="3525">
                  <c:v>3526</c:v>
                </c:pt>
                <c:pt idx="3526">
                  <c:v>3527</c:v>
                </c:pt>
                <c:pt idx="3527">
                  <c:v>3528</c:v>
                </c:pt>
                <c:pt idx="3528">
                  <c:v>3529</c:v>
                </c:pt>
                <c:pt idx="3529">
                  <c:v>3530</c:v>
                </c:pt>
                <c:pt idx="3530">
                  <c:v>3531</c:v>
                </c:pt>
                <c:pt idx="3531">
                  <c:v>3532</c:v>
                </c:pt>
                <c:pt idx="3532">
                  <c:v>3533</c:v>
                </c:pt>
                <c:pt idx="3533">
                  <c:v>3534</c:v>
                </c:pt>
                <c:pt idx="3534">
                  <c:v>3535</c:v>
                </c:pt>
                <c:pt idx="3535">
                  <c:v>3536</c:v>
                </c:pt>
                <c:pt idx="3536">
                  <c:v>3537</c:v>
                </c:pt>
                <c:pt idx="3537">
                  <c:v>3538</c:v>
                </c:pt>
                <c:pt idx="3538">
                  <c:v>3539</c:v>
                </c:pt>
                <c:pt idx="3539">
                  <c:v>3540</c:v>
                </c:pt>
                <c:pt idx="3540">
                  <c:v>3541</c:v>
                </c:pt>
                <c:pt idx="3541">
                  <c:v>3542</c:v>
                </c:pt>
                <c:pt idx="3542">
                  <c:v>3543</c:v>
                </c:pt>
                <c:pt idx="3543">
                  <c:v>3544</c:v>
                </c:pt>
                <c:pt idx="3544">
                  <c:v>3545</c:v>
                </c:pt>
                <c:pt idx="3545">
                  <c:v>3546</c:v>
                </c:pt>
                <c:pt idx="3546">
                  <c:v>3547</c:v>
                </c:pt>
                <c:pt idx="3547">
                  <c:v>3548</c:v>
                </c:pt>
                <c:pt idx="3548">
                  <c:v>3549</c:v>
                </c:pt>
                <c:pt idx="3549">
                  <c:v>3550</c:v>
                </c:pt>
                <c:pt idx="3550">
                  <c:v>3551</c:v>
                </c:pt>
                <c:pt idx="3551">
                  <c:v>3552</c:v>
                </c:pt>
                <c:pt idx="3552">
                  <c:v>3553</c:v>
                </c:pt>
                <c:pt idx="3553">
                  <c:v>3554</c:v>
                </c:pt>
                <c:pt idx="3554">
                  <c:v>3555</c:v>
                </c:pt>
                <c:pt idx="3555">
                  <c:v>3556</c:v>
                </c:pt>
                <c:pt idx="3556">
                  <c:v>3557</c:v>
                </c:pt>
                <c:pt idx="3557">
                  <c:v>3558</c:v>
                </c:pt>
                <c:pt idx="3558">
                  <c:v>3559</c:v>
                </c:pt>
                <c:pt idx="3559">
                  <c:v>3560</c:v>
                </c:pt>
                <c:pt idx="3560">
                  <c:v>3561</c:v>
                </c:pt>
                <c:pt idx="3561">
                  <c:v>3562</c:v>
                </c:pt>
                <c:pt idx="3562">
                  <c:v>3563</c:v>
                </c:pt>
                <c:pt idx="3563">
                  <c:v>3564</c:v>
                </c:pt>
                <c:pt idx="3564">
                  <c:v>3565</c:v>
                </c:pt>
                <c:pt idx="3565">
                  <c:v>3566</c:v>
                </c:pt>
                <c:pt idx="3566">
                  <c:v>3567</c:v>
                </c:pt>
                <c:pt idx="3567">
                  <c:v>3568</c:v>
                </c:pt>
                <c:pt idx="3568">
                  <c:v>3569</c:v>
                </c:pt>
                <c:pt idx="3569">
                  <c:v>3570</c:v>
                </c:pt>
                <c:pt idx="3570">
                  <c:v>3571</c:v>
                </c:pt>
                <c:pt idx="3571">
                  <c:v>3572</c:v>
                </c:pt>
                <c:pt idx="3572">
                  <c:v>3573</c:v>
                </c:pt>
                <c:pt idx="3573">
                  <c:v>3574</c:v>
                </c:pt>
                <c:pt idx="3574">
                  <c:v>3575</c:v>
                </c:pt>
                <c:pt idx="3575">
                  <c:v>3576</c:v>
                </c:pt>
                <c:pt idx="3576">
                  <c:v>3577</c:v>
                </c:pt>
                <c:pt idx="3577">
                  <c:v>3578</c:v>
                </c:pt>
                <c:pt idx="3578">
                  <c:v>3579</c:v>
                </c:pt>
                <c:pt idx="3579">
                  <c:v>3580</c:v>
                </c:pt>
                <c:pt idx="3580">
                  <c:v>3581</c:v>
                </c:pt>
                <c:pt idx="3581">
                  <c:v>3582</c:v>
                </c:pt>
                <c:pt idx="3582">
                  <c:v>3583</c:v>
                </c:pt>
                <c:pt idx="3583">
                  <c:v>3584</c:v>
                </c:pt>
                <c:pt idx="3584">
                  <c:v>3585</c:v>
                </c:pt>
                <c:pt idx="3585">
                  <c:v>3586</c:v>
                </c:pt>
                <c:pt idx="3586">
                  <c:v>3587</c:v>
                </c:pt>
                <c:pt idx="3587">
                  <c:v>3588</c:v>
                </c:pt>
                <c:pt idx="3588">
                  <c:v>3589</c:v>
                </c:pt>
                <c:pt idx="3589">
                  <c:v>3590</c:v>
                </c:pt>
                <c:pt idx="3590">
                  <c:v>3591</c:v>
                </c:pt>
                <c:pt idx="3591">
                  <c:v>3592</c:v>
                </c:pt>
                <c:pt idx="3592">
                  <c:v>3593</c:v>
                </c:pt>
                <c:pt idx="3593">
                  <c:v>3594</c:v>
                </c:pt>
                <c:pt idx="3594">
                  <c:v>3595</c:v>
                </c:pt>
                <c:pt idx="3595">
                  <c:v>3596</c:v>
                </c:pt>
                <c:pt idx="3596">
                  <c:v>3597</c:v>
                </c:pt>
                <c:pt idx="3597">
                  <c:v>3598</c:v>
                </c:pt>
                <c:pt idx="3598">
                  <c:v>3599</c:v>
                </c:pt>
                <c:pt idx="3599">
                  <c:v>3600</c:v>
                </c:pt>
                <c:pt idx="3600">
                  <c:v>3601</c:v>
                </c:pt>
                <c:pt idx="3601">
                  <c:v>3602</c:v>
                </c:pt>
                <c:pt idx="3602">
                  <c:v>3603</c:v>
                </c:pt>
                <c:pt idx="3603">
                  <c:v>3604</c:v>
                </c:pt>
                <c:pt idx="3604">
                  <c:v>3605</c:v>
                </c:pt>
                <c:pt idx="3605">
                  <c:v>3606</c:v>
                </c:pt>
                <c:pt idx="3606">
                  <c:v>3607</c:v>
                </c:pt>
                <c:pt idx="3607">
                  <c:v>3608</c:v>
                </c:pt>
                <c:pt idx="3608">
                  <c:v>3609</c:v>
                </c:pt>
                <c:pt idx="3609">
                  <c:v>3610</c:v>
                </c:pt>
                <c:pt idx="3610">
                  <c:v>3611</c:v>
                </c:pt>
                <c:pt idx="3611">
                  <c:v>3612</c:v>
                </c:pt>
                <c:pt idx="3612">
                  <c:v>3613</c:v>
                </c:pt>
                <c:pt idx="3613">
                  <c:v>3614</c:v>
                </c:pt>
                <c:pt idx="3614">
                  <c:v>3615</c:v>
                </c:pt>
                <c:pt idx="3615">
                  <c:v>3616</c:v>
                </c:pt>
                <c:pt idx="3616">
                  <c:v>3617</c:v>
                </c:pt>
                <c:pt idx="3617">
                  <c:v>3618</c:v>
                </c:pt>
                <c:pt idx="3618">
                  <c:v>3619</c:v>
                </c:pt>
                <c:pt idx="3619">
                  <c:v>3620</c:v>
                </c:pt>
                <c:pt idx="3620">
                  <c:v>3621</c:v>
                </c:pt>
                <c:pt idx="3621">
                  <c:v>3622</c:v>
                </c:pt>
                <c:pt idx="3622">
                  <c:v>3623</c:v>
                </c:pt>
                <c:pt idx="3623">
                  <c:v>3624</c:v>
                </c:pt>
                <c:pt idx="3624">
                  <c:v>3625</c:v>
                </c:pt>
                <c:pt idx="3625">
                  <c:v>3626</c:v>
                </c:pt>
                <c:pt idx="3626">
                  <c:v>3627</c:v>
                </c:pt>
                <c:pt idx="3627">
                  <c:v>3628</c:v>
                </c:pt>
                <c:pt idx="3628">
                  <c:v>3629</c:v>
                </c:pt>
                <c:pt idx="3629">
                  <c:v>3630</c:v>
                </c:pt>
                <c:pt idx="3630">
                  <c:v>3631</c:v>
                </c:pt>
                <c:pt idx="3631">
                  <c:v>3632</c:v>
                </c:pt>
                <c:pt idx="3632">
                  <c:v>3633</c:v>
                </c:pt>
                <c:pt idx="3633">
                  <c:v>3634</c:v>
                </c:pt>
                <c:pt idx="3634">
                  <c:v>3635</c:v>
                </c:pt>
                <c:pt idx="3635">
                  <c:v>3636</c:v>
                </c:pt>
                <c:pt idx="3636">
                  <c:v>3637</c:v>
                </c:pt>
                <c:pt idx="3637">
                  <c:v>3638</c:v>
                </c:pt>
                <c:pt idx="3638">
                  <c:v>3639</c:v>
                </c:pt>
                <c:pt idx="3639">
                  <c:v>3640</c:v>
                </c:pt>
                <c:pt idx="3640">
                  <c:v>3641</c:v>
                </c:pt>
                <c:pt idx="3641">
                  <c:v>3642</c:v>
                </c:pt>
                <c:pt idx="3642">
                  <c:v>3643</c:v>
                </c:pt>
                <c:pt idx="3643">
                  <c:v>3644</c:v>
                </c:pt>
                <c:pt idx="3644">
                  <c:v>3645</c:v>
                </c:pt>
                <c:pt idx="3645">
                  <c:v>3646</c:v>
                </c:pt>
                <c:pt idx="3646">
                  <c:v>3647</c:v>
                </c:pt>
                <c:pt idx="3647">
                  <c:v>3648</c:v>
                </c:pt>
                <c:pt idx="3648">
                  <c:v>3649</c:v>
                </c:pt>
                <c:pt idx="3649">
                  <c:v>3650</c:v>
                </c:pt>
                <c:pt idx="3650">
                  <c:v>3651</c:v>
                </c:pt>
                <c:pt idx="3651">
                  <c:v>3652</c:v>
                </c:pt>
                <c:pt idx="3652">
                  <c:v>3653</c:v>
                </c:pt>
                <c:pt idx="3653">
                  <c:v>3654</c:v>
                </c:pt>
                <c:pt idx="3654">
                  <c:v>3655</c:v>
                </c:pt>
                <c:pt idx="3655">
                  <c:v>3656</c:v>
                </c:pt>
                <c:pt idx="3656">
                  <c:v>3657</c:v>
                </c:pt>
                <c:pt idx="3657">
                  <c:v>3658</c:v>
                </c:pt>
                <c:pt idx="3658">
                  <c:v>3659</c:v>
                </c:pt>
                <c:pt idx="3659">
                  <c:v>3660</c:v>
                </c:pt>
                <c:pt idx="3660">
                  <c:v>3661</c:v>
                </c:pt>
                <c:pt idx="3661">
                  <c:v>3662</c:v>
                </c:pt>
                <c:pt idx="3662">
                  <c:v>3663</c:v>
                </c:pt>
                <c:pt idx="3663">
                  <c:v>3664</c:v>
                </c:pt>
                <c:pt idx="3664">
                  <c:v>3665</c:v>
                </c:pt>
                <c:pt idx="3665">
                  <c:v>3666</c:v>
                </c:pt>
                <c:pt idx="3666">
                  <c:v>3667</c:v>
                </c:pt>
                <c:pt idx="3667">
                  <c:v>3668</c:v>
                </c:pt>
                <c:pt idx="3668">
                  <c:v>3669</c:v>
                </c:pt>
                <c:pt idx="3669">
                  <c:v>3670</c:v>
                </c:pt>
                <c:pt idx="3670">
                  <c:v>3671</c:v>
                </c:pt>
                <c:pt idx="3671">
                  <c:v>3672</c:v>
                </c:pt>
                <c:pt idx="3672">
                  <c:v>3673</c:v>
                </c:pt>
                <c:pt idx="3673">
                  <c:v>3674</c:v>
                </c:pt>
                <c:pt idx="3674">
                  <c:v>3675</c:v>
                </c:pt>
                <c:pt idx="3675">
                  <c:v>3676</c:v>
                </c:pt>
                <c:pt idx="3676">
                  <c:v>3677</c:v>
                </c:pt>
                <c:pt idx="3677">
                  <c:v>3678</c:v>
                </c:pt>
                <c:pt idx="3678">
                  <c:v>3679</c:v>
                </c:pt>
                <c:pt idx="3679">
                  <c:v>3680</c:v>
                </c:pt>
                <c:pt idx="3680">
                  <c:v>3681</c:v>
                </c:pt>
                <c:pt idx="3681">
                  <c:v>3682</c:v>
                </c:pt>
                <c:pt idx="3682">
                  <c:v>3683</c:v>
                </c:pt>
                <c:pt idx="3683">
                  <c:v>3684</c:v>
                </c:pt>
                <c:pt idx="3684">
                  <c:v>3685</c:v>
                </c:pt>
                <c:pt idx="3685">
                  <c:v>3686</c:v>
                </c:pt>
                <c:pt idx="3686">
                  <c:v>3687</c:v>
                </c:pt>
                <c:pt idx="3687">
                  <c:v>3688</c:v>
                </c:pt>
                <c:pt idx="3688">
                  <c:v>3689</c:v>
                </c:pt>
                <c:pt idx="3689">
                  <c:v>3690</c:v>
                </c:pt>
                <c:pt idx="3690">
                  <c:v>3691</c:v>
                </c:pt>
                <c:pt idx="3691">
                  <c:v>3692</c:v>
                </c:pt>
                <c:pt idx="3692">
                  <c:v>3693</c:v>
                </c:pt>
                <c:pt idx="3693">
                  <c:v>3694</c:v>
                </c:pt>
                <c:pt idx="3694">
                  <c:v>3695</c:v>
                </c:pt>
                <c:pt idx="3695">
                  <c:v>3696</c:v>
                </c:pt>
                <c:pt idx="3696">
                  <c:v>3697</c:v>
                </c:pt>
                <c:pt idx="3697">
                  <c:v>3698</c:v>
                </c:pt>
                <c:pt idx="3698">
                  <c:v>3699</c:v>
                </c:pt>
                <c:pt idx="3699">
                  <c:v>3700</c:v>
                </c:pt>
                <c:pt idx="3700">
                  <c:v>3701</c:v>
                </c:pt>
                <c:pt idx="3701">
                  <c:v>3702</c:v>
                </c:pt>
                <c:pt idx="3702">
                  <c:v>3703</c:v>
                </c:pt>
                <c:pt idx="3703">
                  <c:v>3704</c:v>
                </c:pt>
                <c:pt idx="3704">
                  <c:v>3705</c:v>
                </c:pt>
                <c:pt idx="3705">
                  <c:v>3706</c:v>
                </c:pt>
                <c:pt idx="3706">
                  <c:v>3707</c:v>
                </c:pt>
                <c:pt idx="3707">
                  <c:v>3708</c:v>
                </c:pt>
                <c:pt idx="3708">
                  <c:v>3709</c:v>
                </c:pt>
                <c:pt idx="3709">
                  <c:v>3710</c:v>
                </c:pt>
                <c:pt idx="3710">
                  <c:v>3711</c:v>
                </c:pt>
                <c:pt idx="3711">
                  <c:v>3712</c:v>
                </c:pt>
                <c:pt idx="3712">
                  <c:v>3713</c:v>
                </c:pt>
                <c:pt idx="3713">
                  <c:v>3714</c:v>
                </c:pt>
                <c:pt idx="3714">
                  <c:v>3715</c:v>
                </c:pt>
                <c:pt idx="3715">
                  <c:v>3716</c:v>
                </c:pt>
                <c:pt idx="3716">
                  <c:v>3717</c:v>
                </c:pt>
                <c:pt idx="3717">
                  <c:v>3718</c:v>
                </c:pt>
                <c:pt idx="3718">
                  <c:v>3719</c:v>
                </c:pt>
                <c:pt idx="3719">
                  <c:v>3720</c:v>
                </c:pt>
                <c:pt idx="3720">
                  <c:v>3721</c:v>
                </c:pt>
                <c:pt idx="3721">
                  <c:v>3722</c:v>
                </c:pt>
                <c:pt idx="3722">
                  <c:v>3723</c:v>
                </c:pt>
                <c:pt idx="3723">
                  <c:v>3724</c:v>
                </c:pt>
                <c:pt idx="3724">
                  <c:v>3725</c:v>
                </c:pt>
                <c:pt idx="3725">
                  <c:v>3726</c:v>
                </c:pt>
                <c:pt idx="3726">
                  <c:v>3727</c:v>
                </c:pt>
                <c:pt idx="3727">
                  <c:v>3728</c:v>
                </c:pt>
                <c:pt idx="3728">
                  <c:v>3729</c:v>
                </c:pt>
                <c:pt idx="3729">
                  <c:v>3730</c:v>
                </c:pt>
                <c:pt idx="3730">
                  <c:v>3731</c:v>
                </c:pt>
                <c:pt idx="3731">
                  <c:v>3732</c:v>
                </c:pt>
                <c:pt idx="3732">
                  <c:v>3733</c:v>
                </c:pt>
                <c:pt idx="3733">
                  <c:v>3734</c:v>
                </c:pt>
                <c:pt idx="3734">
                  <c:v>3735</c:v>
                </c:pt>
                <c:pt idx="3735">
                  <c:v>3736</c:v>
                </c:pt>
                <c:pt idx="3736">
                  <c:v>3737</c:v>
                </c:pt>
                <c:pt idx="3737">
                  <c:v>3738</c:v>
                </c:pt>
                <c:pt idx="3738">
                  <c:v>3739</c:v>
                </c:pt>
                <c:pt idx="3739">
                  <c:v>3740</c:v>
                </c:pt>
                <c:pt idx="3740">
                  <c:v>3741</c:v>
                </c:pt>
                <c:pt idx="3741">
                  <c:v>3742</c:v>
                </c:pt>
                <c:pt idx="3742">
                  <c:v>3743</c:v>
                </c:pt>
                <c:pt idx="3743">
                  <c:v>3744</c:v>
                </c:pt>
                <c:pt idx="3744">
                  <c:v>3745</c:v>
                </c:pt>
                <c:pt idx="3745">
                  <c:v>3746</c:v>
                </c:pt>
                <c:pt idx="3746">
                  <c:v>3747</c:v>
                </c:pt>
                <c:pt idx="3747">
                  <c:v>3748</c:v>
                </c:pt>
                <c:pt idx="3748">
                  <c:v>3749</c:v>
                </c:pt>
                <c:pt idx="3749">
                  <c:v>3750</c:v>
                </c:pt>
                <c:pt idx="3750">
                  <c:v>3751</c:v>
                </c:pt>
                <c:pt idx="3751">
                  <c:v>3752</c:v>
                </c:pt>
                <c:pt idx="3752">
                  <c:v>3753</c:v>
                </c:pt>
                <c:pt idx="3753">
                  <c:v>3754</c:v>
                </c:pt>
                <c:pt idx="3754">
                  <c:v>3755</c:v>
                </c:pt>
                <c:pt idx="3755">
                  <c:v>3756</c:v>
                </c:pt>
                <c:pt idx="3756">
                  <c:v>3757</c:v>
                </c:pt>
                <c:pt idx="3757">
                  <c:v>3758</c:v>
                </c:pt>
                <c:pt idx="3758">
                  <c:v>3759</c:v>
                </c:pt>
                <c:pt idx="3759">
                  <c:v>3760</c:v>
                </c:pt>
                <c:pt idx="3760">
                  <c:v>3761</c:v>
                </c:pt>
                <c:pt idx="3761">
                  <c:v>3762</c:v>
                </c:pt>
                <c:pt idx="3762">
                  <c:v>3763</c:v>
                </c:pt>
                <c:pt idx="3763">
                  <c:v>3764</c:v>
                </c:pt>
                <c:pt idx="3764">
                  <c:v>3765</c:v>
                </c:pt>
                <c:pt idx="3765">
                  <c:v>3766</c:v>
                </c:pt>
                <c:pt idx="3766">
                  <c:v>3767</c:v>
                </c:pt>
                <c:pt idx="3767">
                  <c:v>3768</c:v>
                </c:pt>
                <c:pt idx="3768">
                  <c:v>3769</c:v>
                </c:pt>
                <c:pt idx="3769">
                  <c:v>3770</c:v>
                </c:pt>
                <c:pt idx="3770">
                  <c:v>3771</c:v>
                </c:pt>
                <c:pt idx="3771">
                  <c:v>3772</c:v>
                </c:pt>
                <c:pt idx="3772">
                  <c:v>3773</c:v>
                </c:pt>
                <c:pt idx="3773">
                  <c:v>3774</c:v>
                </c:pt>
                <c:pt idx="3774">
                  <c:v>3775</c:v>
                </c:pt>
                <c:pt idx="3775">
                  <c:v>3776</c:v>
                </c:pt>
                <c:pt idx="3776">
                  <c:v>3777</c:v>
                </c:pt>
                <c:pt idx="3777">
                  <c:v>3778</c:v>
                </c:pt>
                <c:pt idx="3778">
                  <c:v>3779</c:v>
                </c:pt>
                <c:pt idx="3779">
                  <c:v>3780</c:v>
                </c:pt>
                <c:pt idx="3780">
                  <c:v>3781</c:v>
                </c:pt>
                <c:pt idx="3781">
                  <c:v>3782</c:v>
                </c:pt>
                <c:pt idx="3782">
                  <c:v>3783</c:v>
                </c:pt>
                <c:pt idx="3783">
                  <c:v>3784</c:v>
                </c:pt>
                <c:pt idx="3784">
                  <c:v>3785</c:v>
                </c:pt>
                <c:pt idx="3785">
                  <c:v>3786</c:v>
                </c:pt>
                <c:pt idx="3786">
                  <c:v>3787</c:v>
                </c:pt>
                <c:pt idx="3787">
                  <c:v>3788</c:v>
                </c:pt>
                <c:pt idx="3788">
                  <c:v>3789</c:v>
                </c:pt>
                <c:pt idx="3789">
                  <c:v>3790</c:v>
                </c:pt>
                <c:pt idx="3790">
                  <c:v>3791</c:v>
                </c:pt>
                <c:pt idx="3791">
                  <c:v>3792</c:v>
                </c:pt>
                <c:pt idx="3792">
                  <c:v>3793</c:v>
                </c:pt>
                <c:pt idx="3793">
                  <c:v>3794</c:v>
                </c:pt>
                <c:pt idx="3794">
                  <c:v>3795</c:v>
                </c:pt>
                <c:pt idx="3795">
                  <c:v>3796</c:v>
                </c:pt>
                <c:pt idx="3796">
                  <c:v>3797</c:v>
                </c:pt>
                <c:pt idx="3797">
                  <c:v>3798</c:v>
                </c:pt>
                <c:pt idx="3798">
                  <c:v>3799</c:v>
                </c:pt>
                <c:pt idx="3799">
                  <c:v>3800</c:v>
                </c:pt>
                <c:pt idx="3800">
                  <c:v>3801</c:v>
                </c:pt>
                <c:pt idx="3801">
                  <c:v>3802</c:v>
                </c:pt>
                <c:pt idx="3802">
                  <c:v>3803</c:v>
                </c:pt>
                <c:pt idx="3803">
                  <c:v>3804</c:v>
                </c:pt>
                <c:pt idx="3804">
                  <c:v>3805</c:v>
                </c:pt>
                <c:pt idx="3805">
                  <c:v>3806</c:v>
                </c:pt>
                <c:pt idx="3806">
                  <c:v>3807</c:v>
                </c:pt>
                <c:pt idx="3807">
                  <c:v>3808</c:v>
                </c:pt>
                <c:pt idx="3808">
                  <c:v>3809</c:v>
                </c:pt>
                <c:pt idx="3809">
                  <c:v>3810</c:v>
                </c:pt>
                <c:pt idx="3810">
                  <c:v>3811</c:v>
                </c:pt>
                <c:pt idx="3811">
                  <c:v>3812</c:v>
                </c:pt>
                <c:pt idx="3812">
                  <c:v>3813</c:v>
                </c:pt>
                <c:pt idx="3813">
                  <c:v>3814</c:v>
                </c:pt>
                <c:pt idx="3814">
                  <c:v>3815</c:v>
                </c:pt>
                <c:pt idx="3815">
                  <c:v>3816</c:v>
                </c:pt>
                <c:pt idx="3816">
                  <c:v>3817</c:v>
                </c:pt>
                <c:pt idx="3817">
                  <c:v>3818</c:v>
                </c:pt>
                <c:pt idx="3818">
                  <c:v>3819</c:v>
                </c:pt>
                <c:pt idx="3819">
                  <c:v>3820</c:v>
                </c:pt>
                <c:pt idx="3820">
                  <c:v>3821</c:v>
                </c:pt>
                <c:pt idx="3821">
                  <c:v>3822</c:v>
                </c:pt>
                <c:pt idx="3822">
                  <c:v>3823</c:v>
                </c:pt>
                <c:pt idx="3823">
                  <c:v>3824</c:v>
                </c:pt>
                <c:pt idx="3824">
                  <c:v>3825</c:v>
                </c:pt>
                <c:pt idx="3825">
                  <c:v>3826</c:v>
                </c:pt>
                <c:pt idx="3826">
                  <c:v>3827</c:v>
                </c:pt>
                <c:pt idx="3827">
                  <c:v>3828</c:v>
                </c:pt>
                <c:pt idx="3828">
                  <c:v>3829</c:v>
                </c:pt>
                <c:pt idx="3829">
                  <c:v>3830</c:v>
                </c:pt>
                <c:pt idx="3830">
                  <c:v>3831</c:v>
                </c:pt>
                <c:pt idx="3831">
                  <c:v>3832</c:v>
                </c:pt>
                <c:pt idx="3832">
                  <c:v>3833</c:v>
                </c:pt>
                <c:pt idx="3833">
                  <c:v>3834</c:v>
                </c:pt>
                <c:pt idx="3834">
                  <c:v>3835</c:v>
                </c:pt>
                <c:pt idx="3835">
                  <c:v>3836</c:v>
                </c:pt>
                <c:pt idx="3836">
                  <c:v>3837</c:v>
                </c:pt>
                <c:pt idx="3837">
                  <c:v>3838</c:v>
                </c:pt>
                <c:pt idx="3838">
                  <c:v>3839</c:v>
                </c:pt>
                <c:pt idx="3839">
                  <c:v>3840</c:v>
                </c:pt>
                <c:pt idx="3840">
                  <c:v>3841</c:v>
                </c:pt>
                <c:pt idx="3841">
                  <c:v>3842</c:v>
                </c:pt>
                <c:pt idx="3842">
                  <c:v>3843</c:v>
                </c:pt>
                <c:pt idx="3843">
                  <c:v>3844</c:v>
                </c:pt>
                <c:pt idx="3844">
                  <c:v>3845</c:v>
                </c:pt>
                <c:pt idx="3845">
                  <c:v>3846</c:v>
                </c:pt>
                <c:pt idx="3846">
                  <c:v>3847</c:v>
                </c:pt>
                <c:pt idx="3847">
                  <c:v>3848</c:v>
                </c:pt>
                <c:pt idx="3848">
                  <c:v>3849</c:v>
                </c:pt>
                <c:pt idx="3849">
                  <c:v>3850</c:v>
                </c:pt>
                <c:pt idx="3850">
                  <c:v>3851</c:v>
                </c:pt>
                <c:pt idx="3851">
                  <c:v>3852</c:v>
                </c:pt>
                <c:pt idx="3852">
                  <c:v>3853</c:v>
                </c:pt>
                <c:pt idx="3853">
                  <c:v>3854</c:v>
                </c:pt>
                <c:pt idx="3854">
                  <c:v>3855</c:v>
                </c:pt>
                <c:pt idx="3855">
                  <c:v>3856</c:v>
                </c:pt>
                <c:pt idx="3856">
                  <c:v>3857</c:v>
                </c:pt>
                <c:pt idx="3857">
                  <c:v>3858</c:v>
                </c:pt>
                <c:pt idx="3858">
                  <c:v>3859</c:v>
                </c:pt>
                <c:pt idx="3859">
                  <c:v>3860</c:v>
                </c:pt>
                <c:pt idx="3860">
                  <c:v>3861</c:v>
                </c:pt>
                <c:pt idx="3861">
                  <c:v>3862</c:v>
                </c:pt>
                <c:pt idx="3862">
                  <c:v>3863</c:v>
                </c:pt>
                <c:pt idx="3863">
                  <c:v>3864</c:v>
                </c:pt>
                <c:pt idx="3864">
                  <c:v>3865</c:v>
                </c:pt>
                <c:pt idx="3865">
                  <c:v>3866</c:v>
                </c:pt>
                <c:pt idx="3866">
                  <c:v>3867</c:v>
                </c:pt>
                <c:pt idx="3867">
                  <c:v>3868</c:v>
                </c:pt>
                <c:pt idx="3868">
                  <c:v>3869</c:v>
                </c:pt>
                <c:pt idx="3869">
                  <c:v>3870</c:v>
                </c:pt>
                <c:pt idx="3870">
                  <c:v>3871</c:v>
                </c:pt>
                <c:pt idx="3871">
                  <c:v>3872</c:v>
                </c:pt>
                <c:pt idx="3872">
                  <c:v>3873</c:v>
                </c:pt>
                <c:pt idx="3873">
                  <c:v>3874</c:v>
                </c:pt>
                <c:pt idx="3874">
                  <c:v>3875</c:v>
                </c:pt>
                <c:pt idx="3875">
                  <c:v>3876</c:v>
                </c:pt>
                <c:pt idx="3876">
                  <c:v>3877</c:v>
                </c:pt>
                <c:pt idx="3877">
                  <c:v>3878</c:v>
                </c:pt>
                <c:pt idx="3878">
                  <c:v>3879</c:v>
                </c:pt>
                <c:pt idx="3879">
                  <c:v>3880</c:v>
                </c:pt>
                <c:pt idx="3880">
                  <c:v>3881</c:v>
                </c:pt>
                <c:pt idx="3881">
                  <c:v>3882</c:v>
                </c:pt>
                <c:pt idx="3882">
                  <c:v>3883</c:v>
                </c:pt>
                <c:pt idx="3883">
                  <c:v>3884</c:v>
                </c:pt>
                <c:pt idx="3884">
                  <c:v>3885</c:v>
                </c:pt>
                <c:pt idx="3885">
                  <c:v>3886</c:v>
                </c:pt>
                <c:pt idx="3886">
                  <c:v>3887</c:v>
                </c:pt>
                <c:pt idx="3887">
                  <c:v>3888</c:v>
                </c:pt>
                <c:pt idx="3888">
                  <c:v>3889</c:v>
                </c:pt>
                <c:pt idx="3889">
                  <c:v>3890</c:v>
                </c:pt>
                <c:pt idx="3890">
                  <c:v>3891</c:v>
                </c:pt>
                <c:pt idx="3891">
                  <c:v>3892</c:v>
                </c:pt>
                <c:pt idx="3892">
                  <c:v>3893</c:v>
                </c:pt>
                <c:pt idx="3893">
                  <c:v>3894</c:v>
                </c:pt>
                <c:pt idx="3894">
                  <c:v>3895</c:v>
                </c:pt>
                <c:pt idx="3895">
                  <c:v>3896</c:v>
                </c:pt>
                <c:pt idx="3896">
                  <c:v>3897</c:v>
                </c:pt>
                <c:pt idx="3897">
                  <c:v>3898</c:v>
                </c:pt>
                <c:pt idx="3898">
                  <c:v>3899</c:v>
                </c:pt>
                <c:pt idx="3899">
                  <c:v>3900</c:v>
                </c:pt>
                <c:pt idx="3900">
                  <c:v>3901</c:v>
                </c:pt>
                <c:pt idx="3901">
                  <c:v>3902</c:v>
                </c:pt>
                <c:pt idx="3902">
                  <c:v>3903</c:v>
                </c:pt>
                <c:pt idx="3903">
                  <c:v>3904</c:v>
                </c:pt>
                <c:pt idx="3904">
                  <c:v>3905</c:v>
                </c:pt>
                <c:pt idx="3905">
                  <c:v>3906</c:v>
                </c:pt>
                <c:pt idx="3906">
                  <c:v>3907</c:v>
                </c:pt>
                <c:pt idx="3907">
                  <c:v>3908</c:v>
                </c:pt>
                <c:pt idx="3908">
                  <c:v>3909</c:v>
                </c:pt>
                <c:pt idx="3909">
                  <c:v>3910</c:v>
                </c:pt>
                <c:pt idx="3910">
                  <c:v>3911</c:v>
                </c:pt>
                <c:pt idx="3911">
                  <c:v>3912</c:v>
                </c:pt>
                <c:pt idx="3912">
                  <c:v>3913</c:v>
                </c:pt>
                <c:pt idx="3913">
                  <c:v>3914</c:v>
                </c:pt>
                <c:pt idx="3914">
                  <c:v>3915</c:v>
                </c:pt>
                <c:pt idx="3915">
                  <c:v>3916</c:v>
                </c:pt>
                <c:pt idx="3916">
                  <c:v>3917</c:v>
                </c:pt>
                <c:pt idx="3917">
                  <c:v>3918</c:v>
                </c:pt>
                <c:pt idx="3918">
                  <c:v>3919</c:v>
                </c:pt>
                <c:pt idx="3919">
                  <c:v>3920</c:v>
                </c:pt>
                <c:pt idx="3920">
                  <c:v>3921</c:v>
                </c:pt>
                <c:pt idx="3921">
                  <c:v>3922</c:v>
                </c:pt>
                <c:pt idx="3922">
                  <c:v>3923</c:v>
                </c:pt>
                <c:pt idx="3923">
                  <c:v>3924</c:v>
                </c:pt>
                <c:pt idx="3924">
                  <c:v>3925</c:v>
                </c:pt>
                <c:pt idx="3925">
                  <c:v>3926</c:v>
                </c:pt>
                <c:pt idx="3926">
                  <c:v>3927</c:v>
                </c:pt>
                <c:pt idx="3927">
                  <c:v>3928</c:v>
                </c:pt>
                <c:pt idx="3928">
                  <c:v>3929</c:v>
                </c:pt>
                <c:pt idx="3929">
                  <c:v>3930</c:v>
                </c:pt>
                <c:pt idx="3930">
                  <c:v>3931</c:v>
                </c:pt>
                <c:pt idx="3931">
                  <c:v>3932</c:v>
                </c:pt>
                <c:pt idx="3932">
                  <c:v>3933</c:v>
                </c:pt>
                <c:pt idx="3933">
                  <c:v>3934</c:v>
                </c:pt>
                <c:pt idx="3934">
                  <c:v>3935</c:v>
                </c:pt>
                <c:pt idx="3935">
                  <c:v>3936</c:v>
                </c:pt>
                <c:pt idx="3936">
                  <c:v>3937</c:v>
                </c:pt>
                <c:pt idx="3937">
                  <c:v>3938</c:v>
                </c:pt>
                <c:pt idx="3938">
                  <c:v>3939</c:v>
                </c:pt>
                <c:pt idx="3939">
                  <c:v>3940</c:v>
                </c:pt>
                <c:pt idx="3940">
                  <c:v>3941</c:v>
                </c:pt>
                <c:pt idx="3941">
                  <c:v>3942</c:v>
                </c:pt>
                <c:pt idx="3942">
                  <c:v>3943</c:v>
                </c:pt>
                <c:pt idx="3943">
                  <c:v>3944</c:v>
                </c:pt>
                <c:pt idx="3944">
                  <c:v>3945</c:v>
                </c:pt>
                <c:pt idx="3945">
                  <c:v>3946</c:v>
                </c:pt>
                <c:pt idx="3946">
                  <c:v>3947</c:v>
                </c:pt>
                <c:pt idx="3947">
                  <c:v>3948</c:v>
                </c:pt>
                <c:pt idx="3948">
                  <c:v>3949</c:v>
                </c:pt>
                <c:pt idx="3949">
                  <c:v>3950</c:v>
                </c:pt>
                <c:pt idx="3950">
                  <c:v>3951</c:v>
                </c:pt>
                <c:pt idx="3951">
                  <c:v>3952</c:v>
                </c:pt>
                <c:pt idx="3952">
                  <c:v>3953</c:v>
                </c:pt>
                <c:pt idx="3953">
                  <c:v>3954</c:v>
                </c:pt>
                <c:pt idx="3954">
                  <c:v>3955</c:v>
                </c:pt>
                <c:pt idx="3955">
                  <c:v>3956</c:v>
                </c:pt>
                <c:pt idx="3956">
                  <c:v>3957</c:v>
                </c:pt>
                <c:pt idx="3957">
                  <c:v>3958</c:v>
                </c:pt>
                <c:pt idx="3958">
                  <c:v>3959</c:v>
                </c:pt>
                <c:pt idx="3959">
                  <c:v>3960</c:v>
                </c:pt>
                <c:pt idx="3960">
                  <c:v>3961</c:v>
                </c:pt>
                <c:pt idx="3961">
                  <c:v>3962</c:v>
                </c:pt>
                <c:pt idx="3962">
                  <c:v>3963</c:v>
                </c:pt>
                <c:pt idx="3963">
                  <c:v>3964</c:v>
                </c:pt>
                <c:pt idx="3964">
                  <c:v>3965</c:v>
                </c:pt>
                <c:pt idx="3965">
                  <c:v>3966</c:v>
                </c:pt>
                <c:pt idx="3966">
                  <c:v>3967</c:v>
                </c:pt>
                <c:pt idx="3967">
                  <c:v>3968</c:v>
                </c:pt>
                <c:pt idx="3968">
                  <c:v>3969</c:v>
                </c:pt>
                <c:pt idx="3969">
                  <c:v>3970</c:v>
                </c:pt>
                <c:pt idx="3970">
                  <c:v>3971</c:v>
                </c:pt>
                <c:pt idx="3971">
                  <c:v>3972</c:v>
                </c:pt>
                <c:pt idx="3972">
                  <c:v>3973</c:v>
                </c:pt>
                <c:pt idx="3973">
                  <c:v>3974</c:v>
                </c:pt>
                <c:pt idx="3974">
                  <c:v>3975</c:v>
                </c:pt>
                <c:pt idx="3975">
                  <c:v>3976</c:v>
                </c:pt>
                <c:pt idx="3976">
                  <c:v>3977</c:v>
                </c:pt>
                <c:pt idx="3977">
                  <c:v>3978</c:v>
                </c:pt>
                <c:pt idx="3978">
                  <c:v>3979</c:v>
                </c:pt>
                <c:pt idx="3979">
                  <c:v>3980</c:v>
                </c:pt>
                <c:pt idx="3980">
                  <c:v>3981</c:v>
                </c:pt>
                <c:pt idx="3981">
                  <c:v>3982</c:v>
                </c:pt>
                <c:pt idx="3982">
                  <c:v>3983</c:v>
                </c:pt>
                <c:pt idx="3983">
                  <c:v>3984</c:v>
                </c:pt>
                <c:pt idx="3984">
                  <c:v>3985</c:v>
                </c:pt>
                <c:pt idx="3985">
                  <c:v>3986</c:v>
                </c:pt>
                <c:pt idx="3986">
                  <c:v>3987</c:v>
                </c:pt>
                <c:pt idx="3987">
                  <c:v>3988</c:v>
                </c:pt>
                <c:pt idx="3988">
                  <c:v>3989</c:v>
                </c:pt>
                <c:pt idx="3989">
                  <c:v>3990</c:v>
                </c:pt>
                <c:pt idx="3990">
                  <c:v>3991</c:v>
                </c:pt>
                <c:pt idx="3991">
                  <c:v>3992</c:v>
                </c:pt>
                <c:pt idx="3992">
                  <c:v>3993</c:v>
                </c:pt>
                <c:pt idx="3993">
                  <c:v>3994</c:v>
                </c:pt>
                <c:pt idx="3994">
                  <c:v>3995</c:v>
                </c:pt>
                <c:pt idx="3995">
                  <c:v>3996</c:v>
                </c:pt>
                <c:pt idx="3996">
                  <c:v>3997</c:v>
                </c:pt>
                <c:pt idx="3997">
                  <c:v>3998</c:v>
                </c:pt>
                <c:pt idx="3998">
                  <c:v>3999</c:v>
                </c:pt>
                <c:pt idx="3999">
                  <c:v>4000</c:v>
                </c:pt>
                <c:pt idx="4000">
                  <c:v>4001</c:v>
                </c:pt>
                <c:pt idx="4001">
                  <c:v>4002</c:v>
                </c:pt>
                <c:pt idx="4002">
                  <c:v>4003</c:v>
                </c:pt>
                <c:pt idx="4003">
                  <c:v>4004</c:v>
                </c:pt>
                <c:pt idx="4004">
                  <c:v>4005</c:v>
                </c:pt>
                <c:pt idx="4005">
                  <c:v>4006</c:v>
                </c:pt>
                <c:pt idx="4006">
                  <c:v>4007</c:v>
                </c:pt>
                <c:pt idx="4007">
                  <c:v>4008</c:v>
                </c:pt>
                <c:pt idx="4008">
                  <c:v>4009</c:v>
                </c:pt>
                <c:pt idx="4009">
                  <c:v>4010</c:v>
                </c:pt>
                <c:pt idx="4010">
                  <c:v>4011</c:v>
                </c:pt>
                <c:pt idx="4011">
                  <c:v>4012</c:v>
                </c:pt>
                <c:pt idx="4012">
                  <c:v>4013</c:v>
                </c:pt>
                <c:pt idx="4013">
                  <c:v>4014</c:v>
                </c:pt>
                <c:pt idx="4014">
                  <c:v>4015</c:v>
                </c:pt>
                <c:pt idx="4015">
                  <c:v>4016</c:v>
                </c:pt>
                <c:pt idx="4016">
                  <c:v>4017</c:v>
                </c:pt>
                <c:pt idx="4017">
                  <c:v>4018</c:v>
                </c:pt>
                <c:pt idx="4018">
                  <c:v>4019</c:v>
                </c:pt>
                <c:pt idx="4019">
                  <c:v>4020</c:v>
                </c:pt>
                <c:pt idx="4020">
                  <c:v>4021</c:v>
                </c:pt>
                <c:pt idx="4021">
                  <c:v>4022</c:v>
                </c:pt>
                <c:pt idx="4022">
                  <c:v>4023</c:v>
                </c:pt>
                <c:pt idx="4023">
                  <c:v>4024</c:v>
                </c:pt>
                <c:pt idx="4024">
                  <c:v>4025</c:v>
                </c:pt>
                <c:pt idx="4025">
                  <c:v>4026</c:v>
                </c:pt>
                <c:pt idx="4026">
                  <c:v>4027</c:v>
                </c:pt>
                <c:pt idx="4027">
                  <c:v>4028</c:v>
                </c:pt>
                <c:pt idx="4028">
                  <c:v>4029</c:v>
                </c:pt>
                <c:pt idx="4029">
                  <c:v>4030</c:v>
                </c:pt>
                <c:pt idx="4030">
                  <c:v>4031</c:v>
                </c:pt>
                <c:pt idx="4031">
                  <c:v>4032</c:v>
                </c:pt>
                <c:pt idx="4032">
                  <c:v>4033</c:v>
                </c:pt>
                <c:pt idx="4033">
                  <c:v>4034</c:v>
                </c:pt>
                <c:pt idx="4034">
                  <c:v>4035</c:v>
                </c:pt>
                <c:pt idx="4035">
                  <c:v>4036</c:v>
                </c:pt>
                <c:pt idx="4036">
                  <c:v>4037</c:v>
                </c:pt>
                <c:pt idx="4037">
                  <c:v>4038</c:v>
                </c:pt>
                <c:pt idx="4038">
                  <c:v>4039</c:v>
                </c:pt>
                <c:pt idx="4039">
                  <c:v>4040</c:v>
                </c:pt>
                <c:pt idx="4040">
                  <c:v>4041</c:v>
                </c:pt>
                <c:pt idx="4041">
                  <c:v>4042</c:v>
                </c:pt>
                <c:pt idx="4042">
                  <c:v>4043</c:v>
                </c:pt>
                <c:pt idx="4043">
                  <c:v>4044</c:v>
                </c:pt>
                <c:pt idx="4044">
                  <c:v>4045</c:v>
                </c:pt>
                <c:pt idx="4045">
                  <c:v>4046</c:v>
                </c:pt>
                <c:pt idx="4046">
                  <c:v>4047</c:v>
                </c:pt>
                <c:pt idx="4047">
                  <c:v>4048</c:v>
                </c:pt>
                <c:pt idx="4048">
                  <c:v>4049</c:v>
                </c:pt>
                <c:pt idx="4049">
                  <c:v>4050</c:v>
                </c:pt>
                <c:pt idx="4050">
                  <c:v>4051</c:v>
                </c:pt>
                <c:pt idx="4051">
                  <c:v>4052</c:v>
                </c:pt>
                <c:pt idx="4052">
                  <c:v>4053</c:v>
                </c:pt>
                <c:pt idx="4053">
                  <c:v>4054</c:v>
                </c:pt>
                <c:pt idx="4054">
                  <c:v>4055</c:v>
                </c:pt>
                <c:pt idx="4055">
                  <c:v>4056</c:v>
                </c:pt>
                <c:pt idx="4056">
                  <c:v>4057</c:v>
                </c:pt>
                <c:pt idx="4057">
                  <c:v>4058</c:v>
                </c:pt>
                <c:pt idx="4058">
                  <c:v>4059</c:v>
                </c:pt>
                <c:pt idx="4059">
                  <c:v>4060</c:v>
                </c:pt>
                <c:pt idx="4060">
                  <c:v>4061</c:v>
                </c:pt>
                <c:pt idx="4061">
                  <c:v>4062</c:v>
                </c:pt>
                <c:pt idx="4062">
                  <c:v>4063</c:v>
                </c:pt>
                <c:pt idx="4063">
                  <c:v>4064</c:v>
                </c:pt>
                <c:pt idx="4064">
                  <c:v>4065</c:v>
                </c:pt>
                <c:pt idx="4065">
                  <c:v>4066</c:v>
                </c:pt>
                <c:pt idx="4066">
                  <c:v>4067</c:v>
                </c:pt>
                <c:pt idx="4067">
                  <c:v>4068</c:v>
                </c:pt>
                <c:pt idx="4068">
                  <c:v>4069</c:v>
                </c:pt>
                <c:pt idx="4069">
                  <c:v>4070</c:v>
                </c:pt>
                <c:pt idx="4070">
                  <c:v>4071</c:v>
                </c:pt>
                <c:pt idx="4071">
                  <c:v>4072</c:v>
                </c:pt>
                <c:pt idx="4072">
                  <c:v>4073</c:v>
                </c:pt>
                <c:pt idx="4073">
                  <c:v>4074</c:v>
                </c:pt>
                <c:pt idx="4074">
                  <c:v>4075</c:v>
                </c:pt>
                <c:pt idx="4075">
                  <c:v>4076</c:v>
                </c:pt>
                <c:pt idx="4076">
                  <c:v>4077</c:v>
                </c:pt>
                <c:pt idx="4077">
                  <c:v>4078</c:v>
                </c:pt>
                <c:pt idx="4078">
                  <c:v>4079</c:v>
                </c:pt>
                <c:pt idx="4079">
                  <c:v>4080</c:v>
                </c:pt>
                <c:pt idx="4080">
                  <c:v>4081</c:v>
                </c:pt>
                <c:pt idx="4081">
                  <c:v>4082</c:v>
                </c:pt>
                <c:pt idx="4082">
                  <c:v>4083</c:v>
                </c:pt>
                <c:pt idx="4083">
                  <c:v>4084</c:v>
                </c:pt>
                <c:pt idx="4084">
                  <c:v>4085</c:v>
                </c:pt>
                <c:pt idx="4085">
                  <c:v>4086</c:v>
                </c:pt>
                <c:pt idx="4086">
                  <c:v>4087</c:v>
                </c:pt>
                <c:pt idx="4087">
                  <c:v>4088</c:v>
                </c:pt>
                <c:pt idx="4088">
                  <c:v>4089</c:v>
                </c:pt>
                <c:pt idx="4089">
                  <c:v>4090</c:v>
                </c:pt>
                <c:pt idx="4090">
                  <c:v>4091</c:v>
                </c:pt>
                <c:pt idx="4091">
                  <c:v>4092</c:v>
                </c:pt>
                <c:pt idx="4092">
                  <c:v>4093</c:v>
                </c:pt>
                <c:pt idx="4093">
                  <c:v>4094</c:v>
                </c:pt>
                <c:pt idx="4094">
                  <c:v>4095</c:v>
                </c:pt>
                <c:pt idx="4095">
                  <c:v>4096</c:v>
                </c:pt>
                <c:pt idx="4096">
                  <c:v>4097</c:v>
                </c:pt>
                <c:pt idx="4097">
                  <c:v>4098</c:v>
                </c:pt>
                <c:pt idx="4098">
                  <c:v>4099</c:v>
                </c:pt>
                <c:pt idx="4099">
                  <c:v>4100</c:v>
                </c:pt>
                <c:pt idx="4100">
                  <c:v>4101</c:v>
                </c:pt>
                <c:pt idx="4101">
                  <c:v>4102</c:v>
                </c:pt>
                <c:pt idx="4102">
                  <c:v>4103</c:v>
                </c:pt>
                <c:pt idx="4103">
                  <c:v>4104</c:v>
                </c:pt>
                <c:pt idx="4104">
                  <c:v>4105</c:v>
                </c:pt>
                <c:pt idx="4105">
                  <c:v>4106</c:v>
                </c:pt>
                <c:pt idx="4106">
                  <c:v>4107</c:v>
                </c:pt>
                <c:pt idx="4107">
                  <c:v>4108</c:v>
                </c:pt>
                <c:pt idx="4108">
                  <c:v>4109</c:v>
                </c:pt>
                <c:pt idx="4109">
                  <c:v>4110</c:v>
                </c:pt>
                <c:pt idx="4110">
                  <c:v>4111</c:v>
                </c:pt>
                <c:pt idx="4111">
                  <c:v>4112</c:v>
                </c:pt>
                <c:pt idx="4112">
                  <c:v>4113</c:v>
                </c:pt>
                <c:pt idx="4113">
                  <c:v>4114</c:v>
                </c:pt>
                <c:pt idx="4114">
                  <c:v>4115</c:v>
                </c:pt>
                <c:pt idx="4115">
                  <c:v>4116</c:v>
                </c:pt>
                <c:pt idx="4116">
                  <c:v>4117</c:v>
                </c:pt>
                <c:pt idx="4117">
                  <c:v>4118</c:v>
                </c:pt>
                <c:pt idx="4118">
                  <c:v>4119</c:v>
                </c:pt>
                <c:pt idx="4119">
                  <c:v>4120</c:v>
                </c:pt>
                <c:pt idx="4120">
                  <c:v>4121</c:v>
                </c:pt>
                <c:pt idx="4121">
                  <c:v>4122</c:v>
                </c:pt>
                <c:pt idx="4122">
                  <c:v>4123</c:v>
                </c:pt>
                <c:pt idx="4123">
                  <c:v>4124</c:v>
                </c:pt>
                <c:pt idx="4124">
                  <c:v>4125</c:v>
                </c:pt>
                <c:pt idx="4125">
                  <c:v>4126</c:v>
                </c:pt>
                <c:pt idx="4126">
                  <c:v>4127</c:v>
                </c:pt>
                <c:pt idx="4127">
                  <c:v>4128</c:v>
                </c:pt>
                <c:pt idx="4128">
                  <c:v>4129</c:v>
                </c:pt>
                <c:pt idx="4129">
                  <c:v>4130</c:v>
                </c:pt>
                <c:pt idx="4130">
                  <c:v>4131</c:v>
                </c:pt>
                <c:pt idx="4131">
                  <c:v>4132</c:v>
                </c:pt>
                <c:pt idx="4132">
                  <c:v>4133</c:v>
                </c:pt>
                <c:pt idx="4133">
                  <c:v>4134</c:v>
                </c:pt>
                <c:pt idx="4134">
                  <c:v>4135</c:v>
                </c:pt>
                <c:pt idx="4135">
                  <c:v>4136</c:v>
                </c:pt>
                <c:pt idx="4136">
                  <c:v>4137</c:v>
                </c:pt>
                <c:pt idx="4137">
                  <c:v>4138</c:v>
                </c:pt>
                <c:pt idx="4138">
                  <c:v>4139</c:v>
                </c:pt>
                <c:pt idx="4139">
                  <c:v>4140</c:v>
                </c:pt>
                <c:pt idx="4140">
                  <c:v>4141</c:v>
                </c:pt>
                <c:pt idx="4141">
                  <c:v>4142</c:v>
                </c:pt>
                <c:pt idx="4142">
                  <c:v>4143</c:v>
                </c:pt>
                <c:pt idx="4143">
                  <c:v>4144</c:v>
                </c:pt>
                <c:pt idx="4144">
                  <c:v>4145</c:v>
                </c:pt>
                <c:pt idx="4145">
                  <c:v>4146</c:v>
                </c:pt>
                <c:pt idx="4146">
                  <c:v>4147</c:v>
                </c:pt>
                <c:pt idx="4147">
                  <c:v>4148</c:v>
                </c:pt>
                <c:pt idx="4148">
                  <c:v>4149</c:v>
                </c:pt>
                <c:pt idx="4149">
                  <c:v>4150</c:v>
                </c:pt>
                <c:pt idx="4150">
                  <c:v>4151</c:v>
                </c:pt>
                <c:pt idx="4151">
                  <c:v>4152</c:v>
                </c:pt>
                <c:pt idx="4152">
                  <c:v>4153</c:v>
                </c:pt>
                <c:pt idx="4153">
                  <c:v>4154</c:v>
                </c:pt>
                <c:pt idx="4154">
                  <c:v>4155</c:v>
                </c:pt>
                <c:pt idx="4155">
                  <c:v>4156</c:v>
                </c:pt>
                <c:pt idx="4156">
                  <c:v>4157</c:v>
                </c:pt>
                <c:pt idx="4157">
                  <c:v>4158</c:v>
                </c:pt>
                <c:pt idx="4158">
                  <c:v>4159</c:v>
                </c:pt>
                <c:pt idx="4159">
                  <c:v>4160</c:v>
                </c:pt>
                <c:pt idx="4160">
                  <c:v>4161</c:v>
                </c:pt>
                <c:pt idx="4161">
                  <c:v>4162</c:v>
                </c:pt>
                <c:pt idx="4162">
                  <c:v>4163</c:v>
                </c:pt>
                <c:pt idx="4163">
                  <c:v>4164</c:v>
                </c:pt>
                <c:pt idx="4164">
                  <c:v>4165</c:v>
                </c:pt>
                <c:pt idx="4165">
                  <c:v>4166</c:v>
                </c:pt>
                <c:pt idx="4166">
                  <c:v>4167</c:v>
                </c:pt>
                <c:pt idx="4167">
                  <c:v>4168</c:v>
                </c:pt>
                <c:pt idx="4168">
                  <c:v>4169</c:v>
                </c:pt>
                <c:pt idx="4169">
                  <c:v>4170</c:v>
                </c:pt>
                <c:pt idx="4170">
                  <c:v>4171</c:v>
                </c:pt>
                <c:pt idx="4171">
                  <c:v>4172</c:v>
                </c:pt>
                <c:pt idx="4172">
                  <c:v>4173</c:v>
                </c:pt>
                <c:pt idx="4173">
                  <c:v>4174</c:v>
                </c:pt>
                <c:pt idx="4174">
                  <c:v>4175</c:v>
                </c:pt>
                <c:pt idx="4175">
                  <c:v>4176</c:v>
                </c:pt>
                <c:pt idx="4176">
                  <c:v>4177</c:v>
                </c:pt>
                <c:pt idx="4177">
                  <c:v>4178</c:v>
                </c:pt>
                <c:pt idx="4178">
                  <c:v>4179</c:v>
                </c:pt>
                <c:pt idx="4179">
                  <c:v>4180</c:v>
                </c:pt>
                <c:pt idx="4180">
                  <c:v>4181</c:v>
                </c:pt>
                <c:pt idx="4181">
                  <c:v>4182</c:v>
                </c:pt>
                <c:pt idx="4182">
                  <c:v>4183</c:v>
                </c:pt>
                <c:pt idx="4183">
                  <c:v>4184</c:v>
                </c:pt>
                <c:pt idx="4184">
                  <c:v>4185</c:v>
                </c:pt>
                <c:pt idx="4185">
                  <c:v>4186</c:v>
                </c:pt>
                <c:pt idx="4186">
                  <c:v>4187</c:v>
                </c:pt>
                <c:pt idx="4187">
                  <c:v>4188</c:v>
                </c:pt>
                <c:pt idx="4188">
                  <c:v>4189</c:v>
                </c:pt>
                <c:pt idx="4189">
                  <c:v>4190</c:v>
                </c:pt>
                <c:pt idx="4190">
                  <c:v>4191</c:v>
                </c:pt>
                <c:pt idx="4191">
                  <c:v>4192</c:v>
                </c:pt>
                <c:pt idx="4192">
                  <c:v>4193</c:v>
                </c:pt>
                <c:pt idx="4193">
                  <c:v>4194</c:v>
                </c:pt>
                <c:pt idx="4194">
                  <c:v>4195</c:v>
                </c:pt>
                <c:pt idx="4195">
                  <c:v>4196</c:v>
                </c:pt>
                <c:pt idx="4196">
                  <c:v>4197</c:v>
                </c:pt>
                <c:pt idx="4197">
                  <c:v>4198</c:v>
                </c:pt>
                <c:pt idx="4198">
                  <c:v>4199</c:v>
                </c:pt>
                <c:pt idx="4199">
                  <c:v>4200</c:v>
                </c:pt>
                <c:pt idx="4200">
                  <c:v>4201</c:v>
                </c:pt>
                <c:pt idx="4201">
                  <c:v>4202</c:v>
                </c:pt>
                <c:pt idx="4202">
                  <c:v>4203</c:v>
                </c:pt>
                <c:pt idx="4203">
                  <c:v>4204</c:v>
                </c:pt>
                <c:pt idx="4204">
                  <c:v>4205</c:v>
                </c:pt>
                <c:pt idx="4205">
                  <c:v>4206</c:v>
                </c:pt>
                <c:pt idx="4206">
                  <c:v>4207</c:v>
                </c:pt>
                <c:pt idx="4207">
                  <c:v>4208</c:v>
                </c:pt>
                <c:pt idx="4208">
                  <c:v>4209</c:v>
                </c:pt>
                <c:pt idx="4209">
                  <c:v>4210</c:v>
                </c:pt>
                <c:pt idx="4210">
                  <c:v>4211</c:v>
                </c:pt>
                <c:pt idx="4211">
                  <c:v>4212</c:v>
                </c:pt>
                <c:pt idx="4212">
                  <c:v>4213</c:v>
                </c:pt>
                <c:pt idx="4213">
                  <c:v>4214</c:v>
                </c:pt>
                <c:pt idx="4214">
                  <c:v>4215</c:v>
                </c:pt>
                <c:pt idx="4215">
                  <c:v>4216</c:v>
                </c:pt>
                <c:pt idx="4216">
                  <c:v>4217</c:v>
                </c:pt>
                <c:pt idx="4217">
                  <c:v>4218</c:v>
                </c:pt>
                <c:pt idx="4218">
                  <c:v>4219</c:v>
                </c:pt>
                <c:pt idx="4219">
                  <c:v>4220</c:v>
                </c:pt>
                <c:pt idx="4220">
                  <c:v>4221</c:v>
                </c:pt>
                <c:pt idx="4221">
                  <c:v>4222</c:v>
                </c:pt>
                <c:pt idx="4222">
                  <c:v>4223</c:v>
                </c:pt>
                <c:pt idx="4223">
                  <c:v>4224</c:v>
                </c:pt>
                <c:pt idx="4224">
                  <c:v>4225</c:v>
                </c:pt>
                <c:pt idx="4225">
                  <c:v>4226</c:v>
                </c:pt>
                <c:pt idx="4226">
                  <c:v>4227</c:v>
                </c:pt>
                <c:pt idx="4227">
                  <c:v>4228</c:v>
                </c:pt>
                <c:pt idx="4228">
                  <c:v>4229</c:v>
                </c:pt>
                <c:pt idx="4229">
                  <c:v>4230</c:v>
                </c:pt>
                <c:pt idx="4230">
                  <c:v>4231</c:v>
                </c:pt>
                <c:pt idx="4231">
                  <c:v>4232</c:v>
                </c:pt>
                <c:pt idx="4232">
                  <c:v>4233</c:v>
                </c:pt>
                <c:pt idx="4233">
                  <c:v>4234</c:v>
                </c:pt>
                <c:pt idx="4234">
                  <c:v>4235</c:v>
                </c:pt>
                <c:pt idx="4235">
                  <c:v>4236</c:v>
                </c:pt>
                <c:pt idx="4236">
                  <c:v>4237</c:v>
                </c:pt>
                <c:pt idx="4237">
                  <c:v>4238</c:v>
                </c:pt>
                <c:pt idx="4238">
                  <c:v>4239</c:v>
                </c:pt>
                <c:pt idx="4239">
                  <c:v>4240</c:v>
                </c:pt>
                <c:pt idx="4240">
                  <c:v>4241</c:v>
                </c:pt>
                <c:pt idx="4241">
                  <c:v>4242</c:v>
                </c:pt>
                <c:pt idx="4242">
                  <c:v>4243</c:v>
                </c:pt>
                <c:pt idx="4243">
                  <c:v>4244</c:v>
                </c:pt>
                <c:pt idx="4244">
                  <c:v>4245</c:v>
                </c:pt>
                <c:pt idx="4245">
                  <c:v>4246</c:v>
                </c:pt>
                <c:pt idx="4246">
                  <c:v>4247</c:v>
                </c:pt>
                <c:pt idx="4247">
                  <c:v>4248</c:v>
                </c:pt>
                <c:pt idx="4248">
                  <c:v>4249</c:v>
                </c:pt>
                <c:pt idx="4249">
                  <c:v>4250</c:v>
                </c:pt>
                <c:pt idx="4250">
                  <c:v>4251</c:v>
                </c:pt>
                <c:pt idx="4251">
                  <c:v>4252</c:v>
                </c:pt>
                <c:pt idx="4252">
                  <c:v>4253</c:v>
                </c:pt>
                <c:pt idx="4253">
                  <c:v>4254</c:v>
                </c:pt>
                <c:pt idx="4254">
                  <c:v>4255</c:v>
                </c:pt>
                <c:pt idx="4255">
                  <c:v>4256</c:v>
                </c:pt>
                <c:pt idx="4256">
                  <c:v>4257</c:v>
                </c:pt>
                <c:pt idx="4257">
                  <c:v>4258</c:v>
                </c:pt>
                <c:pt idx="4258">
                  <c:v>4259</c:v>
                </c:pt>
                <c:pt idx="4259">
                  <c:v>4260</c:v>
                </c:pt>
                <c:pt idx="4260">
                  <c:v>4261</c:v>
                </c:pt>
                <c:pt idx="4261">
                  <c:v>4262</c:v>
                </c:pt>
                <c:pt idx="4262">
                  <c:v>4263</c:v>
                </c:pt>
                <c:pt idx="4263">
                  <c:v>4264</c:v>
                </c:pt>
                <c:pt idx="4264">
                  <c:v>4265</c:v>
                </c:pt>
                <c:pt idx="4265">
                  <c:v>4266</c:v>
                </c:pt>
                <c:pt idx="4266">
                  <c:v>4267</c:v>
                </c:pt>
                <c:pt idx="4267">
                  <c:v>4268</c:v>
                </c:pt>
                <c:pt idx="4268">
                  <c:v>4269</c:v>
                </c:pt>
                <c:pt idx="4269">
                  <c:v>4270</c:v>
                </c:pt>
                <c:pt idx="4270">
                  <c:v>4271</c:v>
                </c:pt>
                <c:pt idx="4271">
                  <c:v>4272</c:v>
                </c:pt>
                <c:pt idx="4272">
                  <c:v>4273</c:v>
                </c:pt>
                <c:pt idx="4273">
                  <c:v>4274</c:v>
                </c:pt>
                <c:pt idx="4274">
                  <c:v>4275</c:v>
                </c:pt>
                <c:pt idx="4275">
                  <c:v>4276</c:v>
                </c:pt>
                <c:pt idx="4276">
                  <c:v>4277</c:v>
                </c:pt>
                <c:pt idx="4277">
                  <c:v>4278</c:v>
                </c:pt>
                <c:pt idx="4278">
                  <c:v>4279</c:v>
                </c:pt>
                <c:pt idx="4279">
                  <c:v>4280</c:v>
                </c:pt>
                <c:pt idx="4280">
                  <c:v>4281</c:v>
                </c:pt>
                <c:pt idx="4281">
                  <c:v>4282</c:v>
                </c:pt>
                <c:pt idx="4282">
                  <c:v>4283</c:v>
                </c:pt>
                <c:pt idx="4283">
                  <c:v>4284</c:v>
                </c:pt>
                <c:pt idx="4284">
                  <c:v>4285</c:v>
                </c:pt>
                <c:pt idx="4285">
                  <c:v>4286</c:v>
                </c:pt>
                <c:pt idx="4286">
                  <c:v>4287</c:v>
                </c:pt>
                <c:pt idx="4287">
                  <c:v>4288</c:v>
                </c:pt>
                <c:pt idx="4288">
                  <c:v>4289</c:v>
                </c:pt>
                <c:pt idx="4289">
                  <c:v>4290</c:v>
                </c:pt>
                <c:pt idx="4290">
                  <c:v>4291</c:v>
                </c:pt>
                <c:pt idx="4291">
                  <c:v>4292</c:v>
                </c:pt>
                <c:pt idx="4292">
                  <c:v>4293</c:v>
                </c:pt>
                <c:pt idx="4293">
                  <c:v>4294</c:v>
                </c:pt>
                <c:pt idx="4294">
                  <c:v>4295</c:v>
                </c:pt>
                <c:pt idx="4295">
                  <c:v>4296</c:v>
                </c:pt>
                <c:pt idx="4296">
                  <c:v>4297</c:v>
                </c:pt>
                <c:pt idx="4297">
                  <c:v>4298</c:v>
                </c:pt>
                <c:pt idx="4298">
                  <c:v>4299</c:v>
                </c:pt>
                <c:pt idx="4299">
                  <c:v>4300</c:v>
                </c:pt>
                <c:pt idx="4300">
                  <c:v>4301</c:v>
                </c:pt>
                <c:pt idx="4301">
                  <c:v>4302</c:v>
                </c:pt>
                <c:pt idx="4302">
                  <c:v>4303</c:v>
                </c:pt>
                <c:pt idx="4303">
                  <c:v>4304</c:v>
                </c:pt>
                <c:pt idx="4304">
                  <c:v>4305</c:v>
                </c:pt>
                <c:pt idx="4305">
                  <c:v>4306</c:v>
                </c:pt>
                <c:pt idx="4306">
                  <c:v>4307</c:v>
                </c:pt>
                <c:pt idx="4307">
                  <c:v>4308</c:v>
                </c:pt>
                <c:pt idx="4308">
                  <c:v>4309</c:v>
                </c:pt>
                <c:pt idx="4309">
                  <c:v>4310</c:v>
                </c:pt>
                <c:pt idx="4310">
                  <c:v>4311</c:v>
                </c:pt>
                <c:pt idx="4311">
                  <c:v>4312</c:v>
                </c:pt>
                <c:pt idx="4312">
                  <c:v>4313</c:v>
                </c:pt>
                <c:pt idx="4313">
                  <c:v>4314</c:v>
                </c:pt>
                <c:pt idx="4314">
                  <c:v>4315</c:v>
                </c:pt>
                <c:pt idx="4315">
                  <c:v>4316</c:v>
                </c:pt>
                <c:pt idx="4316">
                  <c:v>4317</c:v>
                </c:pt>
                <c:pt idx="4317">
                  <c:v>4318</c:v>
                </c:pt>
                <c:pt idx="4318">
                  <c:v>4319</c:v>
                </c:pt>
                <c:pt idx="4319">
                  <c:v>4320</c:v>
                </c:pt>
                <c:pt idx="4320">
                  <c:v>4321</c:v>
                </c:pt>
                <c:pt idx="4321">
                  <c:v>4322</c:v>
                </c:pt>
                <c:pt idx="4322">
                  <c:v>4323</c:v>
                </c:pt>
                <c:pt idx="4323">
                  <c:v>4324</c:v>
                </c:pt>
                <c:pt idx="4324">
                  <c:v>4325</c:v>
                </c:pt>
                <c:pt idx="4325">
                  <c:v>4326</c:v>
                </c:pt>
                <c:pt idx="4326">
                  <c:v>4327</c:v>
                </c:pt>
                <c:pt idx="4327">
                  <c:v>4328</c:v>
                </c:pt>
                <c:pt idx="4328">
                  <c:v>4329</c:v>
                </c:pt>
                <c:pt idx="4329">
                  <c:v>4330</c:v>
                </c:pt>
                <c:pt idx="4330">
                  <c:v>4331</c:v>
                </c:pt>
                <c:pt idx="4331">
                  <c:v>4332</c:v>
                </c:pt>
                <c:pt idx="4332">
                  <c:v>4333</c:v>
                </c:pt>
                <c:pt idx="4333">
                  <c:v>4334</c:v>
                </c:pt>
                <c:pt idx="4334">
                  <c:v>4335</c:v>
                </c:pt>
                <c:pt idx="4335">
                  <c:v>4336</c:v>
                </c:pt>
                <c:pt idx="4336">
                  <c:v>4337</c:v>
                </c:pt>
                <c:pt idx="4337">
                  <c:v>4338</c:v>
                </c:pt>
                <c:pt idx="4338">
                  <c:v>4339</c:v>
                </c:pt>
                <c:pt idx="4339">
                  <c:v>4340</c:v>
                </c:pt>
                <c:pt idx="4340">
                  <c:v>4341</c:v>
                </c:pt>
                <c:pt idx="4341">
                  <c:v>4342</c:v>
                </c:pt>
                <c:pt idx="4342">
                  <c:v>4343</c:v>
                </c:pt>
                <c:pt idx="4343">
                  <c:v>4344</c:v>
                </c:pt>
                <c:pt idx="4344">
                  <c:v>4345</c:v>
                </c:pt>
                <c:pt idx="4345">
                  <c:v>4346</c:v>
                </c:pt>
                <c:pt idx="4346">
                  <c:v>4347</c:v>
                </c:pt>
                <c:pt idx="4347">
                  <c:v>4348</c:v>
                </c:pt>
                <c:pt idx="4348">
                  <c:v>4349</c:v>
                </c:pt>
                <c:pt idx="4349">
                  <c:v>4350</c:v>
                </c:pt>
                <c:pt idx="4350">
                  <c:v>4351</c:v>
                </c:pt>
                <c:pt idx="4351">
                  <c:v>4352</c:v>
                </c:pt>
                <c:pt idx="4352">
                  <c:v>4353</c:v>
                </c:pt>
                <c:pt idx="4353">
                  <c:v>4354</c:v>
                </c:pt>
                <c:pt idx="4354">
                  <c:v>4355</c:v>
                </c:pt>
                <c:pt idx="4355">
                  <c:v>4356</c:v>
                </c:pt>
                <c:pt idx="4356">
                  <c:v>4357</c:v>
                </c:pt>
                <c:pt idx="4357">
                  <c:v>4358</c:v>
                </c:pt>
                <c:pt idx="4358">
                  <c:v>4359</c:v>
                </c:pt>
                <c:pt idx="4359">
                  <c:v>4360</c:v>
                </c:pt>
                <c:pt idx="4360">
                  <c:v>4361</c:v>
                </c:pt>
                <c:pt idx="4361">
                  <c:v>4362</c:v>
                </c:pt>
                <c:pt idx="4362">
                  <c:v>4363</c:v>
                </c:pt>
                <c:pt idx="4363">
                  <c:v>4364</c:v>
                </c:pt>
                <c:pt idx="4364">
                  <c:v>4365</c:v>
                </c:pt>
                <c:pt idx="4365">
                  <c:v>4366</c:v>
                </c:pt>
                <c:pt idx="4366">
                  <c:v>4367</c:v>
                </c:pt>
                <c:pt idx="4367">
                  <c:v>4368</c:v>
                </c:pt>
                <c:pt idx="4368">
                  <c:v>4369</c:v>
                </c:pt>
                <c:pt idx="4369">
                  <c:v>4370</c:v>
                </c:pt>
                <c:pt idx="4370">
                  <c:v>4371</c:v>
                </c:pt>
                <c:pt idx="4371">
                  <c:v>4372</c:v>
                </c:pt>
                <c:pt idx="4372">
                  <c:v>4373</c:v>
                </c:pt>
                <c:pt idx="4373">
                  <c:v>4374</c:v>
                </c:pt>
                <c:pt idx="4374">
                  <c:v>4375</c:v>
                </c:pt>
                <c:pt idx="4375">
                  <c:v>4376</c:v>
                </c:pt>
                <c:pt idx="4376">
                  <c:v>4377</c:v>
                </c:pt>
                <c:pt idx="4377">
                  <c:v>4378</c:v>
                </c:pt>
                <c:pt idx="4378">
                  <c:v>4379</c:v>
                </c:pt>
                <c:pt idx="4379">
                  <c:v>4380</c:v>
                </c:pt>
                <c:pt idx="4380">
                  <c:v>4381</c:v>
                </c:pt>
                <c:pt idx="4381">
                  <c:v>4382</c:v>
                </c:pt>
                <c:pt idx="4382">
                  <c:v>4383</c:v>
                </c:pt>
                <c:pt idx="4383">
                  <c:v>4384</c:v>
                </c:pt>
                <c:pt idx="4384">
                  <c:v>4385</c:v>
                </c:pt>
                <c:pt idx="4385">
                  <c:v>4386</c:v>
                </c:pt>
                <c:pt idx="4386">
                  <c:v>4387</c:v>
                </c:pt>
                <c:pt idx="4387">
                  <c:v>4388</c:v>
                </c:pt>
                <c:pt idx="4388">
                  <c:v>4389</c:v>
                </c:pt>
                <c:pt idx="4389">
                  <c:v>4390</c:v>
                </c:pt>
                <c:pt idx="4390">
                  <c:v>4391</c:v>
                </c:pt>
                <c:pt idx="4391">
                  <c:v>4392</c:v>
                </c:pt>
                <c:pt idx="4392">
                  <c:v>4393</c:v>
                </c:pt>
                <c:pt idx="4393">
                  <c:v>4394</c:v>
                </c:pt>
                <c:pt idx="4394">
                  <c:v>4395</c:v>
                </c:pt>
                <c:pt idx="4395">
                  <c:v>4396</c:v>
                </c:pt>
                <c:pt idx="4396">
                  <c:v>4397</c:v>
                </c:pt>
                <c:pt idx="4397">
                  <c:v>4398</c:v>
                </c:pt>
                <c:pt idx="4398">
                  <c:v>4399</c:v>
                </c:pt>
                <c:pt idx="4399">
                  <c:v>4400</c:v>
                </c:pt>
                <c:pt idx="4400">
                  <c:v>4401</c:v>
                </c:pt>
                <c:pt idx="4401">
                  <c:v>4402</c:v>
                </c:pt>
                <c:pt idx="4402">
                  <c:v>4403</c:v>
                </c:pt>
                <c:pt idx="4403">
                  <c:v>4404</c:v>
                </c:pt>
                <c:pt idx="4404">
                  <c:v>4405</c:v>
                </c:pt>
                <c:pt idx="4405">
                  <c:v>4406</c:v>
                </c:pt>
                <c:pt idx="4406">
                  <c:v>4407</c:v>
                </c:pt>
                <c:pt idx="4407">
                  <c:v>4408</c:v>
                </c:pt>
                <c:pt idx="4408">
                  <c:v>4409</c:v>
                </c:pt>
                <c:pt idx="4409">
                  <c:v>4410</c:v>
                </c:pt>
                <c:pt idx="4410">
                  <c:v>4411</c:v>
                </c:pt>
                <c:pt idx="4411">
                  <c:v>4412</c:v>
                </c:pt>
                <c:pt idx="4412">
                  <c:v>4413</c:v>
                </c:pt>
                <c:pt idx="4413">
                  <c:v>4414</c:v>
                </c:pt>
                <c:pt idx="4414">
                  <c:v>4415</c:v>
                </c:pt>
                <c:pt idx="4415">
                  <c:v>4416</c:v>
                </c:pt>
                <c:pt idx="4416">
                  <c:v>4417</c:v>
                </c:pt>
                <c:pt idx="4417">
                  <c:v>4418</c:v>
                </c:pt>
                <c:pt idx="4418">
                  <c:v>4419</c:v>
                </c:pt>
                <c:pt idx="4419">
                  <c:v>4420</c:v>
                </c:pt>
                <c:pt idx="4420">
                  <c:v>4421</c:v>
                </c:pt>
                <c:pt idx="4421">
                  <c:v>4422</c:v>
                </c:pt>
                <c:pt idx="4422">
                  <c:v>4423</c:v>
                </c:pt>
                <c:pt idx="4423">
                  <c:v>4424</c:v>
                </c:pt>
                <c:pt idx="4424">
                  <c:v>4425</c:v>
                </c:pt>
                <c:pt idx="4425">
                  <c:v>4426</c:v>
                </c:pt>
                <c:pt idx="4426">
                  <c:v>4427</c:v>
                </c:pt>
                <c:pt idx="4427">
                  <c:v>4428</c:v>
                </c:pt>
                <c:pt idx="4428">
                  <c:v>4429</c:v>
                </c:pt>
                <c:pt idx="4429">
                  <c:v>4430</c:v>
                </c:pt>
                <c:pt idx="4430">
                  <c:v>4431</c:v>
                </c:pt>
                <c:pt idx="4431">
                  <c:v>4432</c:v>
                </c:pt>
                <c:pt idx="4432">
                  <c:v>4433</c:v>
                </c:pt>
                <c:pt idx="4433">
                  <c:v>4434</c:v>
                </c:pt>
                <c:pt idx="4434">
                  <c:v>4435</c:v>
                </c:pt>
                <c:pt idx="4435">
                  <c:v>4436</c:v>
                </c:pt>
                <c:pt idx="4436">
                  <c:v>4437</c:v>
                </c:pt>
                <c:pt idx="4437">
                  <c:v>4438</c:v>
                </c:pt>
                <c:pt idx="4438">
                  <c:v>4439</c:v>
                </c:pt>
                <c:pt idx="4439">
                  <c:v>4440</c:v>
                </c:pt>
                <c:pt idx="4440">
                  <c:v>4441</c:v>
                </c:pt>
                <c:pt idx="4441">
                  <c:v>4442</c:v>
                </c:pt>
                <c:pt idx="4442">
                  <c:v>4443</c:v>
                </c:pt>
                <c:pt idx="4443">
                  <c:v>4444</c:v>
                </c:pt>
                <c:pt idx="4444">
                  <c:v>4445</c:v>
                </c:pt>
                <c:pt idx="4445">
                  <c:v>4446</c:v>
                </c:pt>
                <c:pt idx="4446">
                  <c:v>4447</c:v>
                </c:pt>
                <c:pt idx="4447">
                  <c:v>4448</c:v>
                </c:pt>
                <c:pt idx="4448">
                  <c:v>4449</c:v>
                </c:pt>
                <c:pt idx="4449">
                  <c:v>4450</c:v>
                </c:pt>
                <c:pt idx="4450">
                  <c:v>4451</c:v>
                </c:pt>
                <c:pt idx="4451">
                  <c:v>4452</c:v>
                </c:pt>
                <c:pt idx="4452">
                  <c:v>4453</c:v>
                </c:pt>
                <c:pt idx="4453">
                  <c:v>4454</c:v>
                </c:pt>
                <c:pt idx="4454">
                  <c:v>4455</c:v>
                </c:pt>
                <c:pt idx="4455">
                  <c:v>4456</c:v>
                </c:pt>
                <c:pt idx="4456">
                  <c:v>4457</c:v>
                </c:pt>
                <c:pt idx="4457">
                  <c:v>4458</c:v>
                </c:pt>
                <c:pt idx="4458">
                  <c:v>4459</c:v>
                </c:pt>
                <c:pt idx="4459">
                  <c:v>4460</c:v>
                </c:pt>
                <c:pt idx="4460">
                  <c:v>4461</c:v>
                </c:pt>
                <c:pt idx="4461">
                  <c:v>4462</c:v>
                </c:pt>
                <c:pt idx="4462">
                  <c:v>4463</c:v>
                </c:pt>
                <c:pt idx="4463">
                  <c:v>4464</c:v>
                </c:pt>
                <c:pt idx="4464">
                  <c:v>4465</c:v>
                </c:pt>
                <c:pt idx="4465">
                  <c:v>4466</c:v>
                </c:pt>
                <c:pt idx="4466">
                  <c:v>4467</c:v>
                </c:pt>
                <c:pt idx="4467">
                  <c:v>4468</c:v>
                </c:pt>
                <c:pt idx="4468">
                  <c:v>4469</c:v>
                </c:pt>
                <c:pt idx="4469">
                  <c:v>4470</c:v>
                </c:pt>
                <c:pt idx="4470">
                  <c:v>4471</c:v>
                </c:pt>
                <c:pt idx="4471">
                  <c:v>4472</c:v>
                </c:pt>
                <c:pt idx="4472">
                  <c:v>4473</c:v>
                </c:pt>
                <c:pt idx="4473">
                  <c:v>4474</c:v>
                </c:pt>
                <c:pt idx="4474">
                  <c:v>4475</c:v>
                </c:pt>
                <c:pt idx="4475">
                  <c:v>4476</c:v>
                </c:pt>
                <c:pt idx="4476">
                  <c:v>4477</c:v>
                </c:pt>
                <c:pt idx="4477">
                  <c:v>4478</c:v>
                </c:pt>
                <c:pt idx="4478">
                  <c:v>4479</c:v>
                </c:pt>
                <c:pt idx="4479">
                  <c:v>4480</c:v>
                </c:pt>
                <c:pt idx="4480">
                  <c:v>4481</c:v>
                </c:pt>
                <c:pt idx="4481">
                  <c:v>4482</c:v>
                </c:pt>
                <c:pt idx="4482">
                  <c:v>4483</c:v>
                </c:pt>
                <c:pt idx="4483">
                  <c:v>4484</c:v>
                </c:pt>
                <c:pt idx="4484">
                  <c:v>4485</c:v>
                </c:pt>
                <c:pt idx="4485">
                  <c:v>4486</c:v>
                </c:pt>
                <c:pt idx="4486">
                  <c:v>4487</c:v>
                </c:pt>
                <c:pt idx="4487">
                  <c:v>4488</c:v>
                </c:pt>
                <c:pt idx="4488">
                  <c:v>4489</c:v>
                </c:pt>
                <c:pt idx="4489">
                  <c:v>4490</c:v>
                </c:pt>
                <c:pt idx="4490">
                  <c:v>4491</c:v>
                </c:pt>
                <c:pt idx="4491">
                  <c:v>4492</c:v>
                </c:pt>
                <c:pt idx="4492">
                  <c:v>4493</c:v>
                </c:pt>
                <c:pt idx="4493">
                  <c:v>4494</c:v>
                </c:pt>
                <c:pt idx="4494">
                  <c:v>4495</c:v>
                </c:pt>
                <c:pt idx="4495">
                  <c:v>4496</c:v>
                </c:pt>
                <c:pt idx="4496">
                  <c:v>4497</c:v>
                </c:pt>
                <c:pt idx="4497">
                  <c:v>4498</c:v>
                </c:pt>
                <c:pt idx="4498">
                  <c:v>4499</c:v>
                </c:pt>
                <c:pt idx="4499">
                  <c:v>4500</c:v>
                </c:pt>
                <c:pt idx="4500">
                  <c:v>4501</c:v>
                </c:pt>
                <c:pt idx="4501">
                  <c:v>4502</c:v>
                </c:pt>
                <c:pt idx="4502">
                  <c:v>4503</c:v>
                </c:pt>
                <c:pt idx="4503">
                  <c:v>4504</c:v>
                </c:pt>
                <c:pt idx="4504">
                  <c:v>4505</c:v>
                </c:pt>
                <c:pt idx="4505">
                  <c:v>4506</c:v>
                </c:pt>
                <c:pt idx="4506">
                  <c:v>4507</c:v>
                </c:pt>
                <c:pt idx="4507">
                  <c:v>4508</c:v>
                </c:pt>
                <c:pt idx="4508">
                  <c:v>4509</c:v>
                </c:pt>
                <c:pt idx="4509">
                  <c:v>4510</c:v>
                </c:pt>
                <c:pt idx="4510">
                  <c:v>4511</c:v>
                </c:pt>
                <c:pt idx="4511">
                  <c:v>4512</c:v>
                </c:pt>
                <c:pt idx="4512">
                  <c:v>4513</c:v>
                </c:pt>
                <c:pt idx="4513">
                  <c:v>4514</c:v>
                </c:pt>
                <c:pt idx="4514">
                  <c:v>4515</c:v>
                </c:pt>
                <c:pt idx="4515">
                  <c:v>4516</c:v>
                </c:pt>
                <c:pt idx="4516">
                  <c:v>4517</c:v>
                </c:pt>
                <c:pt idx="4517">
                  <c:v>4518</c:v>
                </c:pt>
                <c:pt idx="4518">
                  <c:v>4519</c:v>
                </c:pt>
                <c:pt idx="4519">
                  <c:v>4520</c:v>
                </c:pt>
                <c:pt idx="4520">
                  <c:v>4521</c:v>
                </c:pt>
                <c:pt idx="4521">
                  <c:v>4522</c:v>
                </c:pt>
                <c:pt idx="4522">
                  <c:v>4523</c:v>
                </c:pt>
                <c:pt idx="4523">
                  <c:v>4524</c:v>
                </c:pt>
                <c:pt idx="4524">
                  <c:v>4525</c:v>
                </c:pt>
                <c:pt idx="4525">
                  <c:v>4526</c:v>
                </c:pt>
                <c:pt idx="4526">
                  <c:v>4527</c:v>
                </c:pt>
                <c:pt idx="4527">
                  <c:v>4528</c:v>
                </c:pt>
                <c:pt idx="4528">
                  <c:v>4529</c:v>
                </c:pt>
                <c:pt idx="4529">
                  <c:v>4530</c:v>
                </c:pt>
                <c:pt idx="4530">
                  <c:v>4531</c:v>
                </c:pt>
                <c:pt idx="4531">
                  <c:v>4532</c:v>
                </c:pt>
                <c:pt idx="4532">
                  <c:v>4533</c:v>
                </c:pt>
                <c:pt idx="4533">
                  <c:v>4534</c:v>
                </c:pt>
                <c:pt idx="4534">
                  <c:v>4535</c:v>
                </c:pt>
                <c:pt idx="4535">
                  <c:v>4536</c:v>
                </c:pt>
                <c:pt idx="4536">
                  <c:v>4537</c:v>
                </c:pt>
                <c:pt idx="4537">
                  <c:v>4538</c:v>
                </c:pt>
                <c:pt idx="4538">
                  <c:v>4539</c:v>
                </c:pt>
                <c:pt idx="4539">
                  <c:v>4540</c:v>
                </c:pt>
                <c:pt idx="4540">
                  <c:v>4541</c:v>
                </c:pt>
                <c:pt idx="4541">
                  <c:v>4542</c:v>
                </c:pt>
                <c:pt idx="4542">
                  <c:v>4543</c:v>
                </c:pt>
                <c:pt idx="4543">
                  <c:v>4544</c:v>
                </c:pt>
                <c:pt idx="4544">
                  <c:v>4545</c:v>
                </c:pt>
                <c:pt idx="4545">
                  <c:v>4546</c:v>
                </c:pt>
                <c:pt idx="4546">
                  <c:v>4547</c:v>
                </c:pt>
                <c:pt idx="4547">
                  <c:v>4548</c:v>
                </c:pt>
                <c:pt idx="4548">
                  <c:v>4549</c:v>
                </c:pt>
                <c:pt idx="4549">
                  <c:v>4550</c:v>
                </c:pt>
                <c:pt idx="4550">
                  <c:v>4551</c:v>
                </c:pt>
                <c:pt idx="4551">
                  <c:v>4552</c:v>
                </c:pt>
                <c:pt idx="4552">
                  <c:v>4553</c:v>
                </c:pt>
                <c:pt idx="4553">
                  <c:v>4554</c:v>
                </c:pt>
                <c:pt idx="4554">
                  <c:v>4555</c:v>
                </c:pt>
                <c:pt idx="4555">
                  <c:v>4556</c:v>
                </c:pt>
                <c:pt idx="4556">
                  <c:v>4557</c:v>
                </c:pt>
                <c:pt idx="4557">
                  <c:v>4558</c:v>
                </c:pt>
                <c:pt idx="4558">
                  <c:v>4559</c:v>
                </c:pt>
                <c:pt idx="4559">
                  <c:v>4560</c:v>
                </c:pt>
                <c:pt idx="4560">
                  <c:v>4561</c:v>
                </c:pt>
                <c:pt idx="4561">
                  <c:v>4562</c:v>
                </c:pt>
                <c:pt idx="4562">
                  <c:v>4563</c:v>
                </c:pt>
                <c:pt idx="4563">
                  <c:v>4564</c:v>
                </c:pt>
                <c:pt idx="4564">
                  <c:v>4565</c:v>
                </c:pt>
                <c:pt idx="4565">
                  <c:v>4566</c:v>
                </c:pt>
                <c:pt idx="4566">
                  <c:v>4567</c:v>
                </c:pt>
                <c:pt idx="4567">
                  <c:v>4568</c:v>
                </c:pt>
                <c:pt idx="4568">
                  <c:v>4569</c:v>
                </c:pt>
                <c:pt idx="4569">
                  <c:v>4570</c:v>
                </c:pt>
                <c:pt idx="4570">
                  <c:v>4571</c:v>
                </c:pt>
                <c:pt idx="4571">
                  <c:v>4572</c:v>
                </c:pt>
                <c:pt idx="4572">
                  <c:v>4573</c:v>
                </c:pt>
                <c:pt idx="4573">
                  <c:v>4574</c:v>
                </c:pt>
                <c:pt idx="4574">
                  <c:v>4575</c:v>
                </c:pt>
                <c:pt idx="4575">
                  <c:v>4576</c:v>
                </c:pt>
                <c:pt idx="4576">
                  <c:v>4577</c:v>
                </c:pt>
                <c:pt idx="4577">
                  <c:v>4578</c:v>
                </c:pt>
                <c:pt idx="4578">
                  <c:v>4579</c:v>
                </c:pt>
                <c:pt idx="4579">
                  <c:v>4580</c:v>
                </c:pt>
                <c:pt idx="4580">
                  <c:v>4581</c:v>
                </c:pt>
                <c:pt idx="4581">
                  <c:v>4582</c:v>
                </c:pt>
                <c:pt idx="4582">
                  <c:v>4583</c:v>
                </c:pt>
                <c:pt idx="4583">
                  <c:v>4584</c:v>
                </c:pt>
                <c:pt idx="4584">
                  <c:v>4585</c:v>
                </c:pt>
                <c:pt idx="4585">
                  <c:v>4586</c:v>
                </c:pt>
                <c:pt idx="4586">
                  <c:v>4587</c:v>
                </c:pt>
                <c:pt idx="4587">
                  <c:v>4588</c:v>
                </c:pt>
                <c:pt idx="4588">
                  <c:v>4589</c:v>
                </c:pt>
                <c:pt idx="4589">
                  <c:v>4590</c:v>
                </c:pt>
                <c:pt idx="4590">
                  <c:v>4591</c:v>
                </c:pt>
                <c:pt idx="4591">
                  <c:v>4592</c:v>
                </c:pt>
                <c:pt idx="4592">
                  <c:v>4593</c:v>
                </c:pt>
                <c:pt idx="4593">
                  <c:v>4594</c:v>
                </c:pt>
                <c:pt idx="4594">
                  <c:v>4595</c:v>
                </c:pt>
                <c:pt idx="4595">
                  <c:v>4596</c:v>
                </c:pt>
                <c:pt idx="4596">
                  <c:v>4597</c:v>
                </c:pt>
                <c:pt idx="4597">
                  <c:v>4598</c:v>
                </c:pt>
                <c:pt idx="4598">
                  <c:v>4599</c:v>
                </c:pt>
                <c:pt idx="4599">
                  <c:v>4600</c:v>
                </c:pt>
                <c:pt idx="4600">
                  <c:v>4601</c:v>
                </c:pt>
                <c:pt idx="4601">
                  <c:v>4602</c:v>
                </c:pt>
                <c:pt idx="4602">
                  <c:v>4603</c:v>
                </c:pt>
                <c:pt idx="4603">
                  <c:v>4604</c:v>
                </c:pt>
                <c:pt idx="4604">
                  <c:v>4605</c:v>
                </c:pt>
                <c:pt idx="4605">
                  <c:v>4606</c:v>
                </c:pt>
                <c:pt idx="4606">
                  <c:v>4607</c:v>
                </c:pt>
                <c:pt idx="4607">
                  <c:v>4608</c:v>
                </c:pt>
                <c:pt idx="4608">
                  <c:v>4609</c:v>
                </c:pt>
                <c:pt idx="4609">
                  <c:v>4610</c:v>
                </c:pt>
                <c:pt idx="4610">
                  <c:v>4611</c:v>
                </c:pt>
                <c:pt idx="4611">
                  <c:v>4612</c:v>
                </c:pt>
                <c:pt idx="4612">
                  <c:v>4613</c:v>
                </c:pt>
                <c:pt idx="4613">
                  <c:v>4614</c:v>
                </c:pt>
                <c:pt idx="4614">
                  <c:v>4615</c:v>
                </c:pt>
                <c:pt idx="4615">
                  <c:v>4616</c:v>
                </c:pt>
                <c:pt idx="4616">
                  <c:v>4617</c:v>
                </c:pt>
                <c:pt idx="4617">
                  <c:v>4618</c:v>
                </c:pt>
                <c:pt idx="4618">
                  <c:v>4619</c:v>
                </c:pt>
                <c:pt idx="4619">
                  <c:v>4620</c:v>
                </c:pt>
                <c:pt idx="4620">
                  <c:v>4621</c:v>
                </c:pt>
                <c:pt idx="4621">
                  <c:v>4622</c:v>
                </c:pt>
                <c:pt idx="4622">
                  <c:v>4623</c:v>
                </c:pt>
                <c:pt idx="4623">
                  <c:v>4624</c:v>
                </c:pt>
                <c:pt idx="4624">
                  <c:v>4625</c:v>
                </c:pt>
                <c:pt idx="4625">
                  <c:v>4626</c:v>
                </c:pt>
                <c:pt idx="4626">
                  <c:v>4627</c:v>
                </c:pt>
                <c:pt idx="4627">
                  <c:v>4628</c:v>
                </c:pt>
                <c:pt idx="4628">
                  <c:v>4629</c:v>
                </c:pt>
                <c:pt idx="4629">
                  <c:v>4630</c:v>
                </c:pt>
                <c:pt idx="4630">
                  <c:v>4631</c:v>
                </c:pt>
                <c:pt idx="4631">
                  <c:v>4632</c:v>
                </c:pt>
                <c:pt idx="4632">
                  <c:v>4633</c:v>
                </c:pt>
                <c:pt idx="4633">
                  <c:v>4634</c:v>
                </c:pt>
                <c:pt idx="4634">
                  <c:v>4635</c:v>
                </c:pt>
                <c:pt idx="4635">
                  <c:v>4636</c:v>
                </c:pt>
                <c:pt idx="4636">
                  <c:v>4637</c:v>
                </c:pt>
                <c:pt idx="4637">
                  <c:v>4638</c:v>
                </c:pt>
                <c:pt idx="4638">
                  <c:v>4639</c:v>
                </c:pt>
                <c:pt idx="4639">
                  <c:v>4640</c:v>
                </c:pt>
                <c:pt idx="4640">
                  <c:v>4641</c:v>
                </c:pt>
                <c:pt idx="4641">
                  <c:v>4642</c:v>
                </c:pt>
                <c:pt idx="4642">
                  <c:v>4643</c:v>
                </c:pt>
                <c:pt idx="4643">
                  <c:v>4644</c:v>
                </c:pt>
                <c:pt idx="4644">
                  <c:v>4645</c:v>
                </c:pt>
                <c:pt idx="4645">
                  <c:v>4646</c:v>
                </c:pt>
                <c:pt idx="4646">
                  <c:v>4647</c:v>
                </c:pt>
                <c:pt idx="4647">
                  <c:v>4648</c:v>
                </c:pt>
                <c:pt idx="4648">
                  <c:v>4649</c:v>
                </c:pt>
                <c:pt idx="4649">
                  <c:v>4650</c:v>
                </c:pt>
                <c:pt idx="4650">
                  <c:v>4651</c:v>
                </c:pt>
                <c:pt idx="4651">
                  <c:v>4652</c:v>
                </c:pt>
                <c:pt idx="4652">
                  <c:v>4653</c:v>
                </c:pt>
                <c:pt idx="4653">
                  <c:v>4654</c:v>
                </c:pt>
                <c:pt idx="4654">
                  <c:v>4655</c:v>
                </c:pt>
                <c:pt idx="4655">
                  <c:v>4656</c:v>
                </c:pt>
                <c:pt idx="4656">
                  <c:v>4657</c:v>
                </c:pt>
                <c:pt idx="4657">
                  <c:v>4658</c:v>
                </c:pt>
                <c:pt idx="4658">
                  <c:v>4659</c:v>
                </c:pt>
                <c:pt idx="4659">
                  <c:v>4660</c:v>
                </c:pt>
                <c:pt idx="4660">
                  <c:v>4661</c:v>
                </c:pt>
                <c:pt idx="4661">
                  <c:v>4662</c:v>
                </c:pt>
                <c:pt idx="4662">
                  <c:v>4663</c:v>
                </c:pt>
                <c:pt idx="4663">
                  <c:v>4664</c:v>
                </c:pt>
                <c:pt idx="4664">
                  <c:v>4665</c:v>
                </c:pt>
                <c:pt idx="4665">
                  <c:v>4666</c:v>
                </c:pt>
                <c:pt idx="4666">
                  <c:v>4667</c:v>
                </c:pt>
                <c:pt idx="4667">
                  <c:v>4668</c:v>
                </c:pt>
                <c:pt idx="4668">
                  <c:v>4669</c:v>
                </c:pt>
                <c:pt idx="4669">
                  <c:v>4670</c:v>
                </c:pt>
                <c:pt idx="4670">
                  <c:v>4671</c:v>
                </c:pt>
                <c:pt idx="4671">
                  <c:v>4672</c:v>
                </c:pt>
                <c:pt idx="4672">
                  <c:v>4673</c:v>
                </c:pt>
                <c:pt idx="4673">
                  <c:v>4674</c:v>
                </c:pt>
                <c:pt idx="4674">
                  <c:v>4675</c:v>
                </c:pt>
                <c:pt idx="4675">
                  <c:v>4676</c:v>
                </c:pt>
                <c:pt idx="4676">
                  <c:v>4677</c:v>
                </c:pt>
                <c:pt idx="4677">
                  <c:v>4678</c:v>
                </c:pt>
                <c:pt idx="4678">
                  <c:v>4679</c:v>
                </c:pt>
                <c:pt idx="4679">
                  <c:v>4680</c:v>
                </c:pt>
                <c:pt idx="4680">
                  <c:v>4681</c:v>
                </c:pt>
                <c:pt idx="4681">
                  <c:v>4682</c:v>
                </c:pt>
                <c:pt idx="4682">
                  <c:v>4683</c:v>
                </c:pt>
                <c:pt idx="4683">
                  <c:v>4684</c:v>
                </c:pt>
                <c:pt idx="4684">
                  <c:v>4685</c:v>
                </c:pt>
                <c:pt idx="4685">
                  <c:v>4686</c:v>
                </c:pt>
                <c:pt idx="4686">
                  <c:v>4687</c:v>
                </c:pt>
                <c:pt idx="4687">
                  <c:v>4688</c:v>
                </c:pt>
                <c:pt idx="4688">
                  <c:v>4689</c:v>
                </c:pt>
                <c:pt idx="4689">
                  <c:v>4690</c:v>
                </c:pt>
                <c:pt idx="4690">
                  <c:v>4691</c:v>
                </c:pt>
                <c:pt idx="4691">
                  <c:v>4692</c:v>
                </c:pt>
                <c:pt idx="4692">
                  <c:v>4693</c:v>
                </c:pt>
                <c:pt idx="4693">
                  <c:v>4694</c:v>
                </c:pt>
                <c:pt idx="4694">
                  <c:v>4695</c:v>
                </c:pt>
                <c:pt idx="4695">
                  <c:v>4696</c:v>
                </c:pt>
                <c:pt idx="4696">
                  <c:v>4697</c:v>
                </c:pt>
                <c:pt idx="4697">
                  <c:v>4698</c:v>
                </c:pt>
                <c:pt idx="4698">
                  <c:v>4699</c:v>
                </c:pt>
                <c:pt idx="4699">
                  <c:v>4700</c:v>
                </c:pt>
                <c:pt idx="4700">
                  <c:v>4701</c:v>
                </c:pt>
                <c:pt idx="4701">
                  <c:v>4702</c:v>
                </c:pt>
                <c:pt idx="4702">
                  <c:v>4703</c:v>
                </c:pt>
                <c:pt idx="4703">
                  <c:v>4704</c:v>
                </c:pt>
                <c:pt idx="4704">
                  <c:v>4705</c:v>
                </c:pt>
                <c:pt idx="4705">
                  <c:v>4706</c:v>
                </c:pt>
                <c:pt idx="4706">
                  <c:v>4707</c:v>
                </c:pt>
                <c:pt idx="4707">
                  <c:v>4708</c:v>
                </c:pt>
                <c:pt idx="4708">
                  <c:v>4709</c:v>
                </c:pt>
                <c:pt idx="4709">
                  <c:v>4710</c:v>
                </c:pt>
                <c:pt idx="4710">
                  <c:v>4711</c:v>
                </c:pt>
                <c:pt idx="4711">
                  <c:v>4712</c:v>
                </c:pt>
                <c:pt idx="4712">
                  <c:v>4713</c:v>
                </c:pt>
                <c:pt idx="4713">
                  <c:v>4714</c:v>
                </c:pt>
                <c:pt idx="4714">
                  <c:v>4715</c:v>
                </c:pt>
                <c:pt idx="4715">
                  <c:v>4716</c:v>
                </c:pt>
                <c:pt idx="4716">
                  <c:v>4717</c:v>
                </c:pt>
                <c:pt idx="4717">
                  <c:v>4718</c:v>
                </c:pt>
                <c:pt idx="4718">
                  <c:v>4719</c:v>
                </c:pt>
                <c:pt idx="4719">
                  <c:v>4720</c:v>
                </c:pt>
                <c:pt idx="4720">
                  <c:v>4721</c:v>
                </c:pt>
                <c:pt idx="4721">
                  <c:v>4722</c:v>
                </c:pt>
                <c:pt idx="4722">
                  <c:v>4723</c:v>
                </c:pt>
                <c:pt idx="4723">
                  <c:v>4724</c:v>
                </c:pt>
                <c:pt idx="4724">
                  <c:v>4725</c:v>
                </c:pt>
                <c:pt idx="4725">
                  <c:v>4726</c:v>
                </c:pt>
                <c:pt idx="4726">
                  <c:v>4727</c:v>
                </c:pt>
                <c:pt idx="4727">
                  <c:v>4728</c:v>
                </c:pt>
                <c:pt idx="4728">
                  <c:v>4729</c:v>
                </c:pt>
                <c:pt idx="4729">
                  <c:v>4730</c:v>
                </c:pt>
                <c:pt idx="4730">
                  <c:v>4731</c:v>
                </c:pt>
                <c:pt idx="4731">
                  <c:v>4732</c:v>
                </c:pt>
                <c:pt idx="4732">
                  <c:v>4733</c:v>
                </c:pt>
                <c:pt idx="4733">
                  <c:v>4734</c:v>
                </c:pt>
                <c:pt idx="4734">
                  <c:v>4735</c:v>
                </c:pt>
                <c:pt idx="4735">
                  <c:v>4736</c:v>
                </c:pt>
                <c:pt idx="4736">
                  <c:v>4737</c:v>
                </c:pt>
                <c:pt idx="4737">
                  <c:v>4738</c:v>
                </c:pt>
                <c:pt idx="4738">
                  <c:v>4739</c:v>
                </c:pt>
                <c:pt idx="4739">
                  <c:v>4740</c:v>
                </c:pt>
                <c:pt idx="4740">
                  <c:v>4741</c:v>
                </c:pt>
                <c:pt idx="4741">
                  <c:v>4742</c:v>
                </c:pt>
                <c:pt idx="4742">
                  <c:v>4743</c:v>
                </c:pt>
                <c:pt idx="4743">
                  <c:v>4744</c:v>
                </c:pt>
                <c:pt idx="4744">
                  <c:v>4745</c:v>
                </c:pt>
                <c:pt idx="4745">
                  <c:v>4746</c:v>
                </c:pt>
                <c:pt idx="4746">
                  <c:v>4747</c:v>
                </c:pt>
                <c:pt idx="4747">
                  <c:v>4748</c:v>
                </c:pt>
                <c:pt idx="4748">
                  <c:v>4749</c:v>
                </c:pt>
                <c:pt idx="4749">
                  <c:v>4750</c:v>
                </c:pt>
                <c:pt idx="4750">
                  <c:v>4751</c:v>
                </c:pt>
                <c:pt idx="4751">
                  <c:v>4752</c:v>
                </c:pt>
                <c:pt idx="4752">
                  <c:v>4753</c:v>
                </c:pt>
                <c:pt idx="4753">
                  <c:v>4754</c:v>
                </c:pt>
                <c:pt idx="4754">
                  <c:v>4755</c:v>
                </c:pt>
                <c:pt idx="4755">
                  <c:v>4756</c:v>
                </c:pt>
                <c:pt idx="4756">
                  <c:v>4757</c:v>
                </c:pt>
                <c:pt idx="4757">
                  <c:v>4758</c:v>
                </c:pt>
                <c:pt idx="4758">
                  <c:v>4759</c:v>
                </c:pt>
                <c:pt idx="4759">
                  <c:v>4760</c:v>
                </c:pt>
                <c:pt idx="4760">
                  <c:v>4761</c:v>
                </c:pt>
                <c:pt idx="4761">
                  <c:v>4762</c:v>
                </c:pt>
                <c:pt idx="4762">
                  <c:v>4763</c:v>
                </c:pt>
                <c:pt idx="4763">
                  <c:v>4764</c:v>
                </c:pt>
                <c:pt idx="4764">
                  <c:v>4765</c:v>
                </c:pt>
                <c:pt idx="4765">
                  <c:v>4766</c:v>
                </c:pt>
                <c:pt idx="4766">
                  <c:v>4767</c:v>
                </c:pt>
                <c:pt idx="4767">
                  <c:v>4768</c:v>
                </c:pt>
                <c:pt idx="4768">
                  <c:v>4769</c:v>
                </c:pt>
                <c:pt idx="4769">
                  <c:v>4770</c:v>
                </c:pt>
                <c:pt idx="4770">
                  <c:v>4771</c:v>
                </c:pt>
                <c:pt idx="4771">
                  <c:v>4772</c:v>
                </c:pt>
                <c:pt idx="4772">
                  <c:v>4773</c:v>
                </c:pt>
                <c:pt idx="4773">
                  <c:v>4774</c:v>
                </c:pt>
                <c:pt idx="4774">
                  <c:v>4775</c:v>
                </c:pt>
                <c:pt idx="4775">
                  <c:v>4776</c:v>
                </c:pt>
                <c:pt idx="4776">
                  <c:v>4777</c:v>
                </c:pt>
                <c:pt idx="4777">
                  <c:v>4778</c:v>
                </c:pt>
                <c:pt idx="4778">
                  <c:v>4779</c:v>
                </c:pt>
                <c:pt idx="4779">
                  <c:v>4780</c:v>
                </c:pt>
                <c:pt idx="4780">
                  <c:v>4781</c:v>
                </c:pt>
                <c:pt idx="4781">
                  <c:v>4782</c:v>
                </c:pt>
                <c:pt idx="4782">
                  <c:v>4783</c:v>
                </c:pt>
                <c:pt idx="4783">
                  <c:v>4784</c:v>
                </c:pt>
                <c:pt idx="4784">
                  <c:v>4785</c:v>
                </c:pt>
                <c:pt idx="4785">
                  <c:v>4786</c:v>
                </c:pt>
                <c:pt idx="4786">
                  <c:v>4787</c:v>
                </c:pt>
                <c:pt idx="4787">
                  <c:v>4788</c:v>
                </c:pt>
                <c:pt idx="4788">
                  <c:v>4789</c:v>
                </c:pt>
                <c:pt idx="4789">
                  <c:v>4790</c:v>
                </c:pt>
                <c:pt idx="4790">
                  <c:v>4791</c:v>
                </c:pt>
                <c:pt idx="4791">
                  <c:v>4792</c:v>
                </c:pt>
                <c:pt idx="4792">
                  <c:v>4793</c:v>
                </c:pt>
                <c:pt idx="4793">
                  <c:v>4794</c:v>
                </c:pt>
                <c:pt idx="4794">
                  <c:v>4795</c:v>
                </c:pt>
                <c:pt idx="4795">
                  <c:v>4796</c:v>
                </c:pt>
                <c:pt idx="4796">
                  <c:v>4797</c:v>
                </c:pt>
                <c:pt idx="4797">
                  <c:v>4798</c:v>
                </c:pt>
                <c:pt idx="4798">
                  <c:v>4799</c:v>
                </c:pt>
                <c:pt idx="4799">
                  <c:v>4800</c:v>
                </c:pt>
                <c:pt idx="4800">
                  <c:v>4801</c:v>
                </c:pt>
                <c:pt idx="4801">
                  <c:v>4802</c:v>
                </c:pt>
                <c:pt idx="4802">
                  <c:v>4803</c:v>
                </c:pt>
                <c:pt idx="4803">
                  <c:v>4804</c:v>
                </c:pt>
                <c:pt idx="4804">
                  <c:v>4805</c:v>
                </c:pt>
                <c:pt idx="4805">
                  <c:v>4806</c:v>
                </c:pt>
                <c:pt idx="4806">
                  <c:v>4807</c:v>
                </c:pt>
                <c:pt idx="4807">
                  <c:v>4808</c:v>
                </c:pt>
                <c:pt idx="4808">
                  <c:v>4809</c:v>
                </c:pt>
                <c:pt idx="4809">
                  <c:v>4810</c:v>
                </c:pt>
                <c:pt idx="4810">
                  <c:v>4811</c:v>
                </c:pt>
                <c:pt idx="4811">
                  <c:v>4812</c:v>
                </c:pt>
                <c:pt idx="4812">
                  <c:v>4813</c:v>
                </c:pt>
                <c:pt idx="4813">
                  <c:v>4814</c:v>
                </c:pt>
                <c:pt idx="4814">
                  <c:v>4815</c:v>
                </c:pt>
                <c:pt idx="4815">
                  <c:v>4816</c:v>
                </c:pt>
                <c:pt idx="4816">
                  <c:v>4817</c:v>
                </c:pt>
                <c:pt idx="4817">
                  <c:v>4818</c:v>
                </c:pt>
                <c:pt idx="4818">
                  <c:v>4819</c:v>
                </c:pt>
                <c:pt idx="4819">
                  <c:v>4820</c:v>
                </c:pt>
                <c:pt idx="4820">
                  <c:v>4821</c:v>
                </c:pt>
                <c:pt idx="4821">
                  <c:v>4822</c:v>
                </c:pt>
                <c:pt idx="4822">
                  <c:v>4823</c:v>
                </c:pt>
                <c:pt idx="4823">
                  <c:v>4824</c:v>
                </c:pt>
                <c:pt idx="4824">
                  <c:v>4825</c:v>
                </c:pt>
                <c:pt idx="4825">
                  <c:v>4826</c:v>
                </c:pt>
                <c:pt idx="4826">
                  <c:v>4827</c:v>
                </c:pt>
                <c:pt idx="4827">
                  <c:v>4828</c:v>
                </c:pt>
                <c:pt idx="4828">
                  <c:v>4829</c:v>
                </c:pt>
                <c:pt idx="4829">
                  <c:v>4830</c:v>
                </c:pt>
                <c:pt idx="4830">
                  <c:v>4831</c:v>
                </c:pt>
                <c:pt idx="4831">
                  <c:v>4832</c:v>
                </c:pt>
                <c:pt idx="4832">
                  <c:v>4833</c:v>
                </c:pt>
                <c:pt idx="4833">
                  <c:v>4834</c:v>
                </c:pt>
                <c:pt idx="4834">
                  <c:v>4835</c:v>
                </c:pt>
                <c:pt idx="4835">
                  <c:v>4836</c:v>
                </c:pt>
                <c:pt idx="4836">
                  <c:v>4837</c:v>
                </c:pt>
                <c:pt idx="4837">
                  <c:v>4838</c:v>
                </c:pt>
                <c:pt idx="4838">
                  <c:v>4839</c:v>
                </c:pt>
                <c:pt idx="4839">
                  <c:v>4840</c:v>
                </c:pt>
                <c:pt idx="4840">
                  <c:v>4841</c:v>
                </c:pt>
                <c:pt idx="4841">
                  <c:v>4842</c:v>
                </c:pt>
                <c:pt idx="4842">
                  <c:v>4843</c:v>
                </c:pt>
                <c:pt idx="4843">
                  <c:v>4844</c:v>
                </c:pt>
                <c:pt idx="4844">
                  <c:v>4845</c:v>
                </c:pt>
                <c:pt idx="4845">
                  <c:v>4846</c:v>
                </c:pt>
                <c:pt idx="4846">
                  <c:v>4847</c:v>
                </c:pt>
                <c:pt idx="4847">
                  <c:v>4848</c:v>
                </c:pt>
                <c:pt idx="4848">
                  <c:v>4849</c:v>
                </c:pt>
                <c:pt idx="4849">
                  <c:v>4850</c:v>
                </c:pt>
                <c:pt idx="4850">
                  <c:v>4851</c:v>
                </c:pt>
                <c:pt idx="4851">
                  <c:v>4852</c:v>
                </c:pt>
                <c:pt idx="4852">
                  <c:v>4853</c:v>
                </c:pt>
                <c:pt idx="4853">
                  <c:v>4854</c:v>
                </c:pt>
                <c:pt idx="4854">
                  <c:v>4855</c:v>
                </c:pt>
                <c:pt idx="4855">
                  <c:v>4856</c:v>
                </c:pt>
                <c:pt idx="4856">
                  <c:v>4857</c:v>
                </c:pt>
                <c:pt idx="4857">
                  <c:v>4858</c:v>
                </c:pt>
                <c:pt idx="4858">
                  <c:v>4859</c:v>
                </c:pt>
                <c:pt idx="4859">
                  <c:v>4860</c:v>
                </c:pt>
                <c:pt idx="4860">
                  <c:v>4861</c:v>
                </c:pt>
                <c:pt idx="4861">
                  <c:v>4862</c:v>
                </c:pt>
                <c:pt idx="4862">
                  <c:v>4863</c:v>
                </c:pt>
                <c:pt idx="4863">
                  <c:v>4864</c:v>
                </c:pt>
                <c:pt idx="4864">
                  <c:v>4865</c:v>
                </c:pt>
                <c:pt idx="4865">
                  <c:v>4866</c:v>
                </c:pt>
                <c:pt idx="4866">
                  <c:v>4867</c:v>
                </c:pt>
                <c:pt idx="4867">
                  <c:v>4868</c:v>
                </c:pt>
                <c:pt idx="4868">
                  <c:v>4869</c:v>
                </c:pt>
                <c:pt idx="4869">
                  <c:v>4870</c:v>
                </c:pt>
                <c:pt idx="4870">
                  <c:v>4871</c:v>
                </c:pt>
                <c:pt idx="4871">
                  <c:v>4872</c:v>
                </c:pt>
                <c:pt idx="4872">
                  <c:v>4873</c:v>
                </c:pt>
                <c:pt idx="4873">
                  <c:v>4874</c:v>
                </c:pt>
                <c:pt idx="4874">
                  <c:v>4875</c:v>
                </c:pt>
                <c:pt idx="4875">
                  <c:v>4876</c:v>
                </c:pt>
                <c:pt idx="4876">
                  <c:v>4877</c:v>
                </c:pt>
                <c:pt idx="4877">
                  <c:v>4878</c:v>
                </c:pt>
                <c:pt idx="4878">
                  <c:v>4879</c:v>
                </c:pt>
                <c:pt idx="4879">
                  <c:v>4880</c:v>
                </c:pt>
                <c:pt idx="4880">
                  <c:v>4881</c:v>
                </c:pt>
                <c:pt idx="4881">
                  <c:v>4882</c:v>
                </c:pt>
                <c:pt idx="4882">
                  <c:v>4883</c:v>
                </c:pt>
                <c:pt idx="4883">
                  <c:v>4884</c:v>
                </c:pt>
                <c:pt idx="4884">
                  <c:v>4885</c:v>
                </c:pt>
                <c:pt idx="4885">
                  <c:v>4886</c:v>
                </c:pt>
                <c:pt idx="4886">
                  <c:v>4887</c:v>
                </c:pt>
                <c:pt idx="4887">
                  <c:v>4888</c:v>
                </c:pt>
                <c:pt idx="4888">
                  <c:v>4889</c:v>
                </c:pt>
                <c:pt idx="4889">
                  <c:v>4890</c:v>
                </c:pt>
                <c:pt idx="4890">
                  <c:v>4891</c:v>
                </c:pt>
                <c:pt idx="4891">
                  <c:v>4892</c:v>
                </c:pt>
                <c:pt idx="4892">
                  <c:v>4893</c:v>
                </c:pt>
                <c:pt idx="4893">
                  <c:v>4894</c:v>
                </c:pt>
                <c:pt idx="4894">
                  <c:v>4895</c:v>
                </c:pt>
                <c:pt idx="4895">
                  <c:v>4896</c:v>
                </c:pt>
                <c:pt idx="4896">
                  <c:v>4897</c:v>
                </c:pt>
                <c:pt idx="4897">
                  <c:v>4898</c:v>
                </c:pt>
                <c:pt idx="4898">
                  <c:v>4899</c:v>
                </c:pt>
                <c:pt idx="4899">
                  <c:v>4900</c:v>
                </c:pt>
                <c:pt idx="4900">
                  <c:v>4901</c:v>
                </c:pt>
                <c:pt idx="4901">
                  <c:v>4902</c:v>
                </c:pt>
                <c:pt idx="4902">
                  <c:v>4903</c:v>
                </c:pt>
                <c:pt idx="4903">
                  <c:v>4904</c:v>
                </c:pt>
                <c:pt idx="4904">
                  <c:v>4905</c:v>
                </c:pt>
                <c:pt idx="4905">
                  <c:v>4906</c:v>
                </c:pt>
                <c:pt idx="4906">
                  <c:v>4907</c:v>
                </c:pt>
                <c:pt idx="4907">
                  <c:v>4908</c:v>
                </c:pt>
                <c:pt idx="4908">
                  <c:v>4909</c:v>
                </c:pt>
                <c:pt idx="4909">
                  <c:v>4910</c:v>
                </c:pt>
                <c:pt idx="4910">
                  <c:v>4911</c:v>
                </c:pt>
                <c:pt idx="4911">
                  <c:v>4912</c:v>
                </c:pt>
                <c:pt idx="4912">
                  <c:v>4913</c:v>
                </c:pt>
                <c:pt idx="4913">
                  <c:v>4914</c:v>
                </c:pt>
                <c:pt idx="4914">
                  <c:v>4915</c:v>
                </c:pt>
                <c:pt idx="4915">
                  <c:v>4916</c:v>
                </c:pt>
                <c:pt idx="4916">
                  <c:v>4917</c:v>
                </c:pt>
                <c:pt idx="4917">
                  <c:v>4918</c:v>
                </c:pt>
                <c:pt idx="4918">
                  <c:v>4919</c:v>
                </c:pt>
                <c:pt idx="4919">
                  <c:v>4920</c:v>
                </c:pt>
                <c:pt idx="4920">
                  <c:v>4921</c:v>
                </c:pt>
                <c:pt idx="4921">
                  <c:v>4922</c:v>
                </c:pt>
                <c:pt idx="4922">
                  <c:v>4923</c:v>
                </c:pt>
                <c:pt idx="4923">
                  <c:v>4924</c:v>
                </c:pt>
                <c:pt idx="4924">
                  <c:v>4925</c:v>
                </c:pt>
                <c:pt idx="4925">
                  <c:v>4926</c:v>
                </c:pt>
                <c:pt idx="4926">
                  <c:v>4927</c:v>
                </c:pt>
                <c:pt idx="4927">
                  <c:v>4928</c:v>
                </c:pt>
                <c:pt idx="4928">
                  <c:v>4929</c:v>
                </c:pt>
                <c:pt idx="4929">
                  <c:v>4930</c:v>
                </c:pt>
                <c:pt idx="4930">
                  <c:v>4931</c:v>
                </c:pt>
                <c:pt idx="4931">
                  <c:v>4932</c:v>
                </c:pt>
                <c:pt idx="4932">
                  <c:v>4933</c:v>
                </c:pt>
                <c:pt idx="4933">
                  <c:v>4934</c:v>
                </c:pt>
                <c:pt idx="4934">
                  <c:v>4935</c:v>
                </c:pt>
                <c:pt idx="4935">
                  <c:v>4936</c:v>
                </c:pt>
                <c:pt idx="4936">
                  <c:v>4937</c:v>
                </c:pt>
                <c:pt idx="4937">
                  <c:v>4938</c:v>
                </c:pt>
                <c:pt idx="4938">
                  <c:v>4939</c:v>
                </c:pt>
                <c:pt idx="4939">
                  <c:v>4940</c:v>
                </c:pt>
                <c:pt idx="4940">
                  <c:v>4941</c:v>
                </c:pt>
                <c:pt idx="4941">
                  <c:v>4942</c:v>
                </c:pt>
                <c:pt idx="4942">
                  <c:v>4943</c:v>
                </c:pt>
                <c:pt idx="4943">
                  <c:v>4944</c:v>
                </c:pt>
                <c:pt idx="4944">
                  <c:v>4945</c:v>
                </c:pt>
                <c:pt idx="4945">
                  <c:v>4946</c:v>
                </c:pt>
                <c:pt idx="4946">
                  <c:v>4947</c:v>
                </c:pt>
                <c:pt idx="4947">
                  <c:v>4948</c:v>
                </c:pt>
                <c:pt idx="4948">
                  <c:v>4949</c:v>
                </c:pt>
                <c:pt idx="4949">
                  <c:v>4950</c:v>
                </c:pt>
                <c:pt idx="4950">
                  <c:v>4951</c:v>
                </c:pt>
                <c:pt idx="4951">
                  <c:v>4952</c:v>
                </c:pt>
                <c:pt idx="4952">
                  <c:v>4953</c:v>
                </c:pt>
                <c:pt idx="4953">
                  <c:v>4954</c:v>
                </c:pt>
                <c:pt idx="4954">
                  <c:v>4955</c:v>
                </c:pt>
                <c:pt idx="4955">
                  <c:v>4956</c:v>
                </c:pt>
                <c:pt idx="4956">
                  <c:v>4957</c:v>
                </c:pt>
                <c:pt idx="4957">
                  <c:v>4958</c:v>
                </c:pt>
                <c:pt idx="4958">
                  <c:v>4959</c:v>
                </c:pt>
                <c:pt idx="4959">
                  <c:v>4960</c:v>
                </c:pt>
                <c:pt idx="4960">
                  <c:v>4961</c:v>
                </c:pt>
                <c:pt idx="4961">
                  <c:v>4962</c:v>
                </c:pt>
                <c:pt idx="4962">
                  <c:v>4963</c:v>
                </c:pt>
                <c:pt idx="4963">
                  <c:v>4964</c:v>
                </c:pt>
                <c:pt idx="4964">
                  <c:v>4965</c:v>
                </c:pt>
                <c:pt idx="4965">
                  <c:v>4966</c:v>
                </c:pt>
                <c:pt idx="4966">
                  <c:v>4967</c:v>
                </c:pt>
                <c:pt idx="4967">
                  <c:v>4968</c:v>
                </c:pt>
                <c:pt idx="4968">
                  <c:v>4969</c:v>
                </c:pt>
                <c:pt idx="4969">
                  <c:v>4970</c:v>
                </c:pt>
                <c:pt idx="4970">
                  <c:v>4971</c:v>
                </c:pt>
                <c:pt idx="4971">
                  <c:v>4972</c:v>
                </c:pt>
                <c:pt idx="4972">
                  <c:v>4973</c:v>
                </c:pt>
                <c:pt idx="4973">
                  <c:v>4974</c:v>
                </c:pt>
                <c:pt idx="4974">
                  <c:v>4975</c:v>
                </c:pt>
                <c:pt idx="4975">
                  <c:v>4976</c:v>
                </c:pt>
                <c:pt idx="4976">
                  <c:v>4977</c:v>
                </c:pt>
                <c:pt idx="4977">
                  <c:v>4978</c:v>
                </c:pt>
                <c:pt idx="4978">
                  <c:v>4979</c:v>
                </c:pt>
                <c:pt idx="4979">
                  <c:v>4980</c:v>
                </c:pt>
                <c:pt idx="4980">
                  <c:v>4981</c:v>
                </c:pt>
                <c:pt idx="4981">
                  <c:v>4982</c:v>
                </c:pt>
                <c:pt idx="4982">
                  <c:v>4983</c:v>
                </c:pt>
                <c:pt idx="4983">
                  <c:v>4984</c:v>
                </c:pt>
                <c:pt idx="4984">
                  <c:v>4985</c:v>
                </c:pt>
                <c:pt idx="4985">
                  <c:v>4986</c:v>
                </c:pt>
                <c:pt idx="4986">
                  <c:v>4987</c:v>
                </c:pt>
                <c:pt idx="4987">
                  <c:v>4988</c:v>
                </c:pt>
                <c:pt idx="4988">
                  <c:v>4989</c:v>
                </c:pt>
                <c:pt idx="4989">
                  <c:v>4990</c:v>
                </c:pt>
                <c:pt idx="4990">
                  <c:v>4991</c:v>
                </c:pt>
                <c:pt idx="4991">
                  <c:v>4992</c:v>
                </c:pt>
                <c:pt idx="4992">
                  <c:v>4993</c:v>
                </c:pt>
                <c:pt idx="4993">
                  <c:v>4994</c:v>
                </c:pt>
                <c:pt idx="4994">
                  <c:v>4995</c:v>
                </c:pt>
                <c:pt idx="4995">
                  <c:v>4996</c:v>
                </c:pt>
                <c:pt idx="4996">
                  <c:v>4997</c:v>
                </c:pt>
                <c:pt idx="4997">
                  <c:v>4998</c:v>
                </c:pt>
                <c:pt idx="4998">
                  <c:v>4999</c:v>
                </c:pt>
                <c:pt idx="4999">
                  <c:v>5000</c:v>
                </c:pt>
                <c:pt idx="5000">
                  <c:v>5001</c:v>
                </c:pt>
                <c:pt idx="5001">
                  <c:v>5002</c:v>
                </c:pt>
                <c:pt idx="5002">
                  <c:v>5003</c:v>
                </c:pt>
                <c:pt idx="5003">
                  <c:v>5004</c:v>
                </c:pt>
                <c:pt idx="5004">
                  <c:v>5005</c:v>
                </c:pt>
                <c:pt idx="5005">
                  <c:v>5006</c:v>
                </c:pt>
                <c:pt idx="5006">
                  <c:v>5007</c:v>
                </c:pt>
                <c:pt idx="5007">
                  <c:v>5008</c:v>
                </c:pt>
                <c:pt idx="5008">
                  <c:v>5009</c:v>
                </c:pt>
                <c:pt idx="5009">
                  <c:v>5010</c:v>
                </c:pt>
                <c:pt idx="5010">
                  <c:v>5011</c:v>
                </c:pt>
                <c:pt idx="5011">
                  <c:v>5012</c:v>
                </c:pt>
                <c:pt idx="5012">
                  <c:v>5013</c:v>
                </c:pt>
                <c:pt idx="5013">
                  <c:v>5014</c:v>
                </c:pt>
                <c:pt idx="5014">
                  <c:v>5015</c:v>
                </c:pt>
                <c:pt idx="5015">
                  <c:v>5016</c:v>
                </c:pt>
                <c:pt idx="5016">
                  <c:v>5017</c:v>
                </c:pt>
                <c:pt idx="5017">
                  <c:v>5018</c:v>
                </c:pt>
                <c:pt idx="5018">
                  <c:v>5019</c:v>
                </c:pt>
                <c:pt idx="5019">
                  <c:v>5020</c:v>
                </c:pt>
                <c:pt idx="5020">
                  <c:v>5021</c:v>
                </c:pt>
                <c:pt idx="5021">
                  <c:v>5022</c:v>
                </c:pt>
                <c:pt idx="5022">
                  <c:v>5023</c:v>
                </c:pt>
                <c:pt idx="5023">
                  <c:v>5024</c:v>
                </c:pt>
                <c:pt idx="5024">
                  <c:v>5025</c:v>
                </c:pt>
                <c:pt idx="5025">
                  <c:v>5026</c:v>
                </c:pt>
                <c:pt idx="5026">
                  <c:v>5027</c:v>
                </c:pt>
                <c:pt idx="5027">
                  <c:v>5028</c:v>
                </c:pt>
                <c:pt idx="5028">
                  <c:v>5029</c:v>
                </c:pt>
                <c:pt idx="5029">
                  <c:v>5030</c:v>
                </c:pt>
                <c:pt idx="5030">
                  <c:v>5031</c:v>
                </c:pt>
                <c:pt idx="5031">
                  <c:v>5032</c:v>
                </c:pt>
                <c:pt idx="5032">
                  <c:v>5033</c:v>
                </c:pt>
                <c:pt idx="5033">
                  <c:v>5034</c:v>
                </c:pt>
                <c:pt idx="5034">
                  <c:v>5035</c:v>
                </c:pt>
                <c:pt idx="5035">
                  <c:v>5036</c:v>
                </c:pt>
                <c:pt idx="5036">
                  <c:v>5037</c:v>
                </c:pt>
                <c:pt idx="5037">
                  <c:v>5038</c:v>
                </c:pt>
                <c:pt idx="5038">
                  <c:v>5039</c:v>
                </c:pt>
                <c:pt idx="5039">
                  <c:v>5040</c:v>
                </c:pt>
                <c:pt idx="5040">
                  <c:v>5041</c:v>
                </c:pt>
                <c:pt idx="5041">
                  <c:v>5042</c:v>
                </c:pt>
                <c:pt idx="5042">
                  <c:v>5043</c:v>
                </c:pt>
                <c:pt idx="5043">
                  <c:v>5044</c:v>
                </c:pt>
                <c:pt idx="5044">
                  <c:v>5045</c:v>
                </c:pt>
                <c:pt idx="5045">
                  <c:v>5046</c:v>
                </c:pt>
                <c:pt idx="5046">
                  <c:v>5047</c:v>
                </c:pt>
                <c:pt idx="5047">
                  <c:v>5048</c:v>
                </c:pt>
                <c:pt idx="5048">
                  <c:v>5049</c:v>
                </c:pt>
                <c:pt idx="5049">
                  <c:v>5050</c:v>
                </c:pt>
                <c:pt idx="5050">
                  <c:v>5051</c:v>
                </c:pt>
                <c:pt idx="5051">
                  <c:v>5052</c:v>
                </c:pt>
                <c:pt idx="5052">
                  <c:v>5053</c:v>
                </c:pt>
                <c:pt idx="5053">
                  <c:v>5054</c:v>
                </c:pt>
                <c:pt idx="5054">
                  <c:v>5055</c:v>
                </c:pt>
                <c:pt idx="5055">
                  <c:v>5056</c:v>
                </c:pt>
                <c:pt idx="5056">
                  <c:v>5057</c:v>
                </c:pt>
                <c:pt idx="5057">
                  <c:v>5058</c:v>
                </c:pt>
                <c:pt idx="5058">
                  <c:v>5059</c:v>
                </c:pt>
                <c:pt idx="5059">
                  <c:v>5060</c:v>
                </c:pt>
                <c:pt idx="5060">
                  <c:v>5061</c:v>
                </c:pt>
                <c:pt idx="5061">
                  <c:v>5062</c:v>
                </c:pt>
                <c:pt idx="5062">
                  <c:v>5063</c:v>
                </c:pt>
                <c:pt idx="5063">
                  <c:v>5064</c:v>
                </c:pt>
                <c:pt idx="5064">
                  <c:v>5065</c:v>
                </c:pt>
                <c:pt idx="5065">
                  <c:v>5066</c:v>
                </c:pt>
                <c:pt idx="5066">
                  <c:v>5067</c:v>
                </c:pt>
                <c:pt idx="5067">
                  <c:v>5068</c:v>
                </c:pt>
                <c:pt idx="5068">
                  <c:v>5069</c:v>
                </c:pt>
                <c:pt idx="5069">
                  <c:v>5070</c:v>
                </c:pt>
                <c:pt idx="5070">
                  <c:v>5071</c:v>
                </c:pt>
                <c:pt idx="5071">
                  <c:v>5072</c:v>
                </c:pt>
                <c:pt idx="5072">
                  <c:v>5073</c:v>
                </c:pt>
                <c:pt idx="5073">
                  <c:v>5074</c:v>
                </c:pt>
                <c:pt idx="5074">
                  <c:v>5075</c:v>
                </c:pt>
                <c:pt idx="5075">
                  <c:v>5076</c:v>
                </c:pt>
                <c:pt idx="5076">
                  <c:v>5077</c:v>
                </c:pt>
                <c:pt idx="5077">
                  <c:v>5078</c:v>
                </c:pt>
                <c:pt idx="5078">
                  <c:v>5079</c:v>
                </c:pt>
                <c:pt idx="5079">
                  <c:v>5080</c:v>
                </c:pt>
                <c:pt idx="5080">
                  <c:v>5081</c:v>
                </c:pt>
                <c:pt idx="5081">
                  <c:v>5082</c:v>
                </c:pt>
                <c:pt idx="5082">
                  <c:v>5083</c:v>
                </c:pt>
                <c:pt idx="5083">
                  <c:v>5084</c:v>
                </c:pt>
                <c:pt idx="5084">
                  <c:v>5085</c:v>
                </c:pt>
                <c:pt idx="5085">
                  <c:v>5086</c:v>
                </c:pt>
                <c:pt idx="5086">
                  <c:v>5087</c:v>
                </c:pt>
                <c:pt idx="5087">
                  <c:v>5088</c:v>
                </c:pt>
                <c:pt idx="5088">
                  <c:v>5089</c:v>
                </c:pt>
                <c:pt idx="5089">
                  <c:v>5090</c:v>
                </c:pt>
                <c:pt idx="5090">
                  <c:v>5091</c:v>
                </c:pt>
                <c:pt idx="5091">
                  <c:v>5092</c:v>
                </c:pt>
                <c:pt idx="5092">
                  <c:v>5093</c:v>
                </c:pt>
                <c:pt idx="5093">
                  <c:v>5094</c:v>
                </c:pt>
                <c:pt idx="5094">
                  <c:v>5095</c:v>
                </c:pt>
                <c:pt idx="5095">
                  <c:v>5096</c:v>
                </c:pt>
                <c:pt idx="5096">
                  <c:v>5097</c:v>
                </c:pt>
                <c:pt idx="5097">
                  <c:v>5098</c:v>
                </c:pt>
                <c:pt idx="5098">
                  <c:v>5099</c:v>
                </c:pt>
                <c:pt idx="5099">
                  <c:v>5100</c:v>
                </c:pt>
                <c:pt idx="5100">
                  <c:v>5101</c:v>
                </c:pt>
                <c:pt idx="5101">
                  <c:v>5102</c:v>
                </c:pt>
                <c:pt idx="5102">
                  <c:v>5103</c:v>
                </c:pt>
                <c:pt idx="5103">
                  <c:v>5104</c:v>
                </c:pt>
                <c:pt idx="5104">
                  <c:v>5105</c:v>
                </c:pt>
                <c:pt idx="5105">
                  <c:v>5106</c:v>
                </c:pt>
                <c:pt idx="5106">
                  <c:v>5107</c:v>
                </c:pt>
                <c:pt idx="5107">
                  <c:v>5108</c:v>
                </c:pt>
                <c:pt idx="5108">
                  <c:v>5109</c:v>
                </c:pt>
                <c:pt idx="5109">
                  <c:v>5110</c:v>
                </c:pt>
                <c:pt idx="5110">
                  <c:v>5111</c:v>
                </c:pt>
                <c:pt idx="5111">
                  <c:v>5112</c:v>
                </c:pt>
                <c:pt idx="5112">
                  <c:v>5113</c:v>
                </c:pt>
                <c:pt idx="5113">
                  <c:v>5114</c:v>
                </c:pt>
                <c:pt idx="5114">
                  <c:v>5115</c:v>
                </c:pt>
                <c:pt idx="5115">
                  <c:v>5116</c:v>
                </c:pt>
                <c:pt idx="5116">
                  <c:v>5117</c:v>
                </c:pt>
                <c:pt idx="5117">
                  <c:v>5118</c:v>
                </c:pt>
                <c:pt idx="5118">
                  <c:v>5119</c:v>
                </c:pt>
                <c:pt idx="5119">
                  <c:v>5120</c:v>
                </c:pt>
                <c:pt idx="5120">
                  <c:v>5121</c:v>
                </c:pt>
                <c:pt idx="5121">
                  <c:v>5122</c:v>
                </c:pt>
                <c:pt idx="5122">
                  <c:v>5123</c:v>
                </c:pt>
                <c:pt idx="5123">
                  <c:v>5124</c:v>
                </c:pt>
                <c:pt idx="5124">
                  <c:v>5125</c:v>
                </c:pt>
                <c:pt idx="5125">
                  <c:v>5126</c:v>
                </c:pt>
                <c:pt idx="5126">
                  <c:v>5127</c:v>
                </c:pt>
                <c:pt idx="5127">
                  <c:v>5128</c:v>
                </c:pt>
                <c:pt idx="5128">
                  <c:v>5129</c:v>
                </c:pt>
                <c:pt idx="5129">
                  <c:v>5130</c:v>
                </c:pt>
                <c:pt idx="5130">
                  <c:v>5131</c:v>
                </c:pt>
                <c:pt idx="5131">
                  <c:v>5132</c:v>
                </c:pt>
                <c:pt idx="5132">
                  <c:v>5133</c:v>
                </c:pt>
                <c:pt idx="5133">
                  <c:v>5134</c:v>
                </c:pt>
                <c:pt idx="5134">
                  <c:v>5135</c:v>
                </c:pt>
                <c:pt idx="5135">
                  <c:v>5136</c:v>
                </c:pt>
                <c:pt idx="5136">
                  <c:v>5137</c:v>
                </c:pt>
                <c:pt idx="5137">
                  <c:v>5138</c:v>
                </c:pt>
                <c:pt idx="5138">
                  <c:v>5139</c:v>
                </c:pt>
                <c:pt idx="5139">
                  <c:v>5140</c:v>
                </c:pt>
                <c:pt idx="5140">
                  <c:v>5141</c:v>
                </c:pt>
                <c:pt idx="5141">
                  <c:v>5142</c:v>
                </c:pt>
                <c:pt idx="5142">
                  <c:v>5143</c:v>
                </c:pt>
                <c:pt idx="5143">
                  <c:v>5144</c:v>
                </c:pt>
                <c:pt idx="5144">
                  <c:v>5145</c:v>
                </c:pt>
                <c:pt idx="5145">
                  <c:v>5146</c:v>
                </c:pt>
                <c:pt idx="5146">
                  <c:v>5147</c:v>
                </c:pt>
                <c:pt idx="5147">
                  <c:v>5148</c:v>
                </c:pt>
                <c:pt idx="5148">
                  <c:v>5149</c:v>
                </c:pt>
                <c:pt idx="5149">
                  <c:v>5150</c:v>
                </c:pt>
                <c:pt idx="5150">
                  <c:v>5151</c:v>
                </c:pt>
                <c:pt idx="5151">
                  <c:v>5152</c:v>
                </c:pt>
                <c:pt idx="5152">
                  <c:v>5153</c:v>
                </c:pt>
                <c:pt idx="5153">
                  <c:v>5154</c:v>
                </c:pt>
                <c:pt idx="5154">
                  <c:v>5155</c:v>
                </c:pt>
                <c:pt idx="5155">
                  <c:v>5156</c:v>
                </c:pt>
                <c:pt idx="5156">
                  <c:v>5157</c:v>
                </c:pt>
                <c:pt idx="5157">
                  <c:v>5158</c:v>
                </c:pt>
                <c:pt idx="5158">
                  <c:v>5159</c:v>
                </c:pt>
                <c:pt idx="5159">
                  <c:v>5160</c:v>
                </c:pt>
                <c:pt idx="5160">
                  <c:v>5161</c:v>
                </c:pt>
                <c:pt idx="5161">
                  <c:v>5162</c:v>
                </c:pt>
                <c:pt idx="5162">
                  <c:v>5163</c:v>
                </c:pt>
                <c:pt idx="5163">
                  <c:v>5164</c:v>
                </c:pt>
                <c:pt idx="5164">
                  <c:v>5165</c:v>
                </c:pt>
                <c:pt idx="5165">
                  <c:v>5166</c:v>
                </c:pt>
                <c:pt idx="5166">
                  <c:v>5167</c:v>
                </c:pt>
                <c:pt idx="5167">
                  <c:v>5168</c:v>
                </c:pt>
                <c:pt idx="5168">
                  <c:v>5169</c:v>
                </c:pt>
                <c:pt idx="5169">
                  <c:v>5170</c:v>
                </c:pt>
                <c:pt idx="5170">
                  <c:v>5171</c:v>
                </c:pt>
                <c:pt idx="5171">
                  <c:v>5172</c:v>
                </c:pt>
                <c:pt idx="5172">
                  <c:v>5173</c:v>
                </c:pt>
                <c:pt idx="5173">
                  <c:v>5174</c:v>
                </c:pt>
                <c:pt idx="5174">
                  <c:v>5175</c:v>
                </c:pt>
                <c:pt idx="5175">
                  <c:v>5176</c:v>
                </c:pt>
                <c:pt idx="5176">
                  <c:v>5177</c:v>
                </c:pt>
                <c:pt idx="5177">
                  <c:v>5178</c:v>
                </c:pt>
                <c:pt idx="5178">
                  <c:v>5179</c:v>
                </c:pt>
                <c:pt idx="5179">
                  <c:v>5180</c:v>
                </c:pt>
                <c:pt idx="5180">
                  <c:v>5181</c:v>
                </c:pt>
                <c:pt idx="5181">
                  <c:v>5182</c:v>
                </c:pt>
                <c:pt idx="5182">
                  <c:v>5183</c:v>
                </c:pt>
                <c:pt idx="5183">
                  <c:v>5184</c:v>
                </c:pt>
                <c:pt idx="5184">
                  <c:v>5185</c:v>
                </c:pt>
                <c:pt idx="5185">
                  <c:v>5186</c:v>
                </c:pt>
                <c:pt idx="5186">
                  <c:v>5187</c:v>
                </c:pt>
                <c:pt idx="5187">
                  <c:v>5188</c:v>
                </c:pt>
                <c:pt idx="5188">
                  <c:v>5189</c:v>
                </c:pt>
                <c:pt idx="5189">
                  <c:v>5190</c:v>
                </c:pt>
                <c:pt idx="5190">
                  <c:v>5191</c:v>
                </c:pt>
                <c:pt idx="5191">
                  <c:v>5192</c:v>
                </c:pt>
                <c:pt idx="5192">
                  <c:v>5193</c:v>
                </c:pt>
                <c:pt idx="5193">
                  <c:v>5194</c:v>
                </c:pt>
                <c:pt idx="5194">
                  <c:v>5195</c:v>
                </c:pt>
                <c:pt idx="5195">
                  <c:v>5196</c:v>
                </c:pt>
                <c:pt idx="5196">
                  <c:v>5197</c:v>
                </c:pt>
                <c:pt idx="5197">
                  <c:v>5198</c:v>
                </c:pt>
                <c:pt idx="5198">
                  <c:v>5199</c:v>
                </c:pt>
                <c:pt idx="5199">
                  <c:v>5200</c:v>
                </c:pt>
                <c:pt idx="5200">
                  <c:v>5201</c:v>
                </c:pt>
                <c:pt idx="5201">
                  <c:v>5202</c:v>
                </c:pt>
                <c:pt idx="5202">
                  <c:v>5203</c:v>
                </c:pt>
                <c:pt idx="5203">
                  <c:v>5204</c:v>
                </c:pt>
                <c:pt idx="5204">
                  <c:v>5205</c:v>
                </c:pt>
                <c:pt idx="5205">
                  <c:v>5206</c:v>
                </c:pt>
                <c:pt idx="5206">
                  <c:v>5207</c:v>
                </c:pt>
                <c:pt idx="5207">
                  <c:v>5208</c:v>
                </c:pt>
                <c:pt idx="5208">
                  <c:v>5209</c:v>
                </c:pt>
                <c:pt idx="5209">
                  <c:v>5210</c:v>
                </c:pt>
                <c:pt idx="5210">
                  <c:v>5211</c:v>
                </c:pt>
                <c:pt idx="5211">
                  <c:v>5212</c:v>
                </c:pt>
                <c:pt idx="5212">
                  <c:v>5213</c:v>
                </c:pt>
                <c:pt idx="5213">
                  <c:v>5214</c:v>
                </c:pt>
                <c:pt idx="5214">
                  <c:v>5215</c:v>
                </c:pt>
                <c:pt idx="5215">
                  <c:v>5216</c:v>
                </c:pt>
                <c:pt idx="5216">
                  <c:v>5217</c:v>
                </c:pt>
                <c:pt idx="5217">
                  <c:v>5218</c:v>
                </c:pt>
                <c:pt idx="5218">
                  <c:v>5219</c:v>
                </c:pt>
                <c:pt idx="5219">
                  <c:v>5220</c:v>
                </c:pt>
                <c:pt idx="5220">
                  <c:v>5221</c:v>
                </c:pt>
                <c:pt idx="5221">
                  <c:v>5222</c:v>
                </c:pt>
                <c:pt idx="5222">
                  <c:v>5223</c:v>
                </c:pt>
                <c:pt idx="5223">
                  <c:v>5224</c:v>
                </c:pt>
                <c:pt idx="5224">
                  <c:v>5225</c:v>
                </c:pt>
                <c:pt idx="5225">
                  <c:v>5226</c:v>
                </c:pt>
                <c:pt idx="5226">
                  <c:v>5227</c:v>
                </c:pt>
                <c:pt idx="5227">
                  <c:v>5228</c:v>
                </c:pt>
                <c:pt idx="5228">
                  <c:v>5229</c:v>
                </c:pt>
                <c:pt idx="5229">
                  <c:v>5230</c:v>
                </c:pt>
                <c:pt idx="5230">
                  <c:v>5231</c:v>
                </c:pt>
                <c:pt idx="5231">
                  <c:v>5232</c:v>
                </c:pt>
                <c:pt idx="5232">
                  <c:v>5233</c:v>
                </c:pt>
                <c:pt idx="5233">
                  <c:v>5234</c:v>
                </c:pt>
                <c:pt idx="5234">
                  <c:v>5235</c:v>
                </c:pt>
                <c:pt idx="5235">
                  <c:v>5236</c:v>
                </c:pt>
                <c:pt idx="5236">
                  <c:v>5237</c:v>
                </c:pt>
                <c:pt idx="5237">
                  <c:v>5238</c:v>
                </c:pt>
                <c:pt idx="5238">
                  <c:v>5239</c:v>
                </c:pt>
                <c:pt idx="5239">
                  <c:v>5240</c:v>
                </c:pt>
                <c:pt idx="5240">
                  <c:v>5241</c:v>
                </c:pt>
                <c:pt idx="5241">
                  <c:v>5242</c:v>
                </c:pt>
                <c:pt idx="5242">
                  <c:v>5243</c:v>
                </c:pt>
                <c:pt idx="5243">
                  <c:v>5244</c:v>
                </c:pt>
                <c:pt idx="5244">
                  <c:v>5245</c:v>
                </c:pt>
                <c:pt idx="5245">
                  <c:v>5246</c:v>
                </c:pt>
                <c:pt idx="5246">
                  <c:v>5247</c:v>
                </c:pt>
                <c:pt idx="5247">
                  <c:v>5248</c:v>
                </c:pt>
                <c:pt idx="5248">
                  <c:v>5249</c:v>
                </c:pt>
                <c:pt idx="5249">
                  <c:v>5250</c:v>
                </c:pt>
                <c:pt idx="5250">
                  <c:v>5251</c:v>
                </c:pt>
                <c:pt idx="5251">
                  <c:v>5252</c:v>
                </c:pt>
                <c:pt idx="5252">
                  <c:v>5253</c:v>
                </c:pt>
                <c:pt idx="5253">
                  <c:v>5254</c:v>
                </c:pt>
                <c:pt idx="5254">
                  <c:v>5255</c:v>
                </c:pt>
                <c:pt idx="5255">
                  <c:v>5256</c:v>
                </c:pt>
                <c:pt idx="5256">
                  <c:v>5257</c:v>
                </c:pt>
                <c:pt idx="5257">
                  <c:v>5258</c:v>
                </c:pt>
                <c:pt idx="5258">
                  <c:v>5259</c:v>
                </c:pt>
                <c:pt idx="5259">
                  <c:v>5260</c:v>
                </c:pt>
                <c:pt idx="5260">
                  <c:v>5261</c:v>
                </c:pt>
                <c:pt idx="5261">
                  <c:v>5262</c:v>
                </c:pt>
                <c:pt idx="5262">
                  <c:v>5263</c:v>
                </c:pt>
                <c:pt idx="5263">
                  <c:v>5264</c:v>
                </c:pt>
                <c:pt idx="5264">
                  <c:v>5265</c:v>
                </c:pt>
                <c:pt idx="5265">
                  <c:v>5266</c:v>
                </c:pt>
                <c:pt idx="5266">
                  <c:v>5267</c:v>
                </c:pt>
                <c:pt idx="5267">
                  <c:v>5268</c:v>
                </c:pt>
                <c:pt idx="5268">
                  <c:v>5269</c:v>
                </c:pt>
                <c:pt idx="5269">
                  <c:v>5270</c:v>
                </c:pt>
                <c:pt idx="5270">
                  <c:v>5271</c:v>
                </c:pt>
                <c:pt idx="5271">
                  <c:v>5272</c:v>
                </c:pt>
                <c:pt idx="5272">
                  <c:v>5273</c:v>
                </c:pt>
                <c:pt idx="5273">
                  <c:v>5274</c:v>
                </c:pt>
                <c:pt idx="5274">
                  <c:v>5275</c:v>
                </c:pt>
                <c:pt idx="5275">
                  <c:v>5276</c:v>
                </c:pt>
                <c:pt idx="5276">
                  <c:v>5277</c:v>
                </c:pt>
                <c:pt idx="5277">
                  <c:v>5278</c:v>
                </c:pt>
                <c:pt idx="5278">
                  <c:v>5279</c:v>
                </c:pt>
                <c:pt idx="5279">
                  <c:v>5280</c:v>
                </c:pt>
                <c:pt idx="5280">
                  <c:v>5281</c:v>
                </c:pt>
                <c:pt idx="5281">
                  <c:v>5282</c:v>
                </c:pt>
                <c:pt idx="5282">
                  <c:v>5283</c:v>
                </c:pt>
                <c:pt idx="5283">
                  <c:v>5284</c:v>
                </c:pt>
                <c:pt idx="5284">
                  <c:v>5285</c:v>
                </c:pt>
                <c:pt idx="5285">
                  <c:v>5286</c:v>
                </c:pt>
                <c:pt idx="5286">
                  <c:v>5287</c:v>
                </c:pt>
                <c:pt idx="5287">
                  <c:v>5288</c:v>
                </c:pt>
                <c:pt idx="5288">
                  <c:v>5289</c:v>
                </c:pt>
                <c:pt idx="5289">
                  <c:v>5290</c:v>
                </c:pt>
                <c:pt idx="5290">
                  <c:v>5291</c:v>
                </c:pt>
                <c:pt idx="5291">
                  <c:v>5292</c:v>
                </c:pt>
                <c:pt idx="5292">
                  <c:v>5293</c:v>
                </c:pt>
                <c:pt idx="5293">
                  <c:v>5294</c:v>
                </c:pt>
                <c:pt idx="5294">
                  <c:v>5295</c:v>
                </c:pt>
                <c:pt idx="5295">
                  <c:v>5296</c:v>
                </c:pt>
                <c:pt idx="5296">
                  <c:v>5297</c:v>
                </c:pt>
                <c:pt idx="5297">
                  <c:v>5298</c:v>
                </c:pt>
                <c:pt idx="5298">
                  <c:v>5299</c:v>
                </c:pt>
                <c:pt idx="5299">
                  <c:v>5300</c:v>
                </c:pt>
                <c:pt idx="5300">
                  <c:v>5301</c:v>
                </c:pt>
                <c:pt idx="5301">
                  <c:v>5302</c:v>
                </c:pt>
                <c:pt idx="5302">
                  <c:v>5303</c:v>
                </c:pt>
                <c:pt idx="5303">
                  <c:v>5304</c:v>
                </c:pt>
                <c:pt idx="5304">
                  <c:v>5305</c:v>
                </c:pt>
                <c:pt idx="5305">
                  <c:v>5306</c:v>
                </c:pt>
                <c:pt idx="5306">
                  <c:v>5307</c:v>
                </c:pt>
                <c:pt idx="5307">
                  <c:v>5308</c:v>
                </c:pt>
                <c:pt idx="5308">
                  <c:v>5309</c:v>
                </c:pt>
                <c:pt idx="5309">
                  <c:v>5310</c:v>
                </c:pt>
                <c:pt idx="5310">
                  <c:v>5311</c:v>
                </c:pt>
                <c:pt idx="5311">
                  <c:v>5312</c:v>
                </c:pt>
                <c:pt idx="5312">
                  <c:v>5313</c:v>
                </c:pt>
                <c:pt idx="5313">
                  <c:v>5314</c:v>
                </c:pt>
                <c:pt idx="5314">
                  <c:v>5315</c:v>
                </c:pt>
                <c:pt idx="5315">
                  <c:v>5316</c:v>
                </c:pt>
                <c:pt idx="5316">
                  <c:v>5317</c:v>
                </c:pt>
                <c:pt idx="5317">
                  <c:v>5318</c:v>
                </c:pt>
                <c:pt idx="5318">
                  <c:v>5319</c:v>
                </c:pt>
                <c:pt idx="5319">
                  <c:v>5320</c:v>
                </c:pt>
                <c:pt idx="5320">
                  <c:v>5321</c:v>
                </c:pt>
                <c:pt idx="5321">
                  <c:v>5322</c:v>
                </c:pt>
                <c:pt idx="5322">
                  <c:v>5323</c:v>
                </c:pt>
                <c:pt idx="5323">
                  <c:v>5324</c:v>
                </c:pt>
                <c:pt idx="5324">
                  <c:v>5325</c:v>
                </c:pt>
                <c:pt idx="5325">
                  <c:v>5326</c:v>
                </c:pt>
                <c:pt idx="5326">
                  <c:v>5327</c:v>
                </c:pt>
                <c:pt idx="5327">
                  <c:v>5328</c:v>
                </c:pt>
                <c:pt idx="5328">
                  <c:v>5329</c:v>
                </c:pt>
                <c:pt idx="5329">
                  <c:v>5330</c:v>
                </c:pt>
                <c:pt idx="5330">
                  <c:v>5331</c:v>
                </c:pt>
                <c:pt idx="5331">
                  <c:v>5332</c:v>
                </c:pt>
                <c:pt idx="5332">
                  <c:v>5333</c:v>
                </c:pt>
                <c:pt idx="5333">
                  <c:v>5334</c:v>
                </c:pt>
                <c:pt idx="5334">
                  <c:v>5335</c:v>
                </c:pt>
                <c:pt idx="5335">
                  <c:v>5336</c:v>
                </c:pt>
                <c:pt idx="5336">
                  <c:v>5337</c:v>
                </c:pt>
                <c:pt idx="5337">
                  <c:v>5338</c:v>
                </c:pt>
                <c:pt idx="5338">
                  <c:v>5339</c:v>
                </c:pt>
                <c:pt idx="5339">
                  <c:v>5340</c:v>
                </c:pt>
                <c:pt idx="5340">
                  <c:v>5341</c:v>
                </c:pt>
                <c:pt idx="5341">
                  <c:v>5342</c:v>
                </c:pt>
                <c:pt idx="5342">
                  <c:v>5343</c:v>
                </c:pt>
                <c:pt idx="5343">
                  <c:v>5344</c:v>
                </c:pt>
                <c:pt idx="5344">
                  <c:v>5345</c:v>
                </c:pt>
                <c:pt idx="5345">
                  <c:v>5346</c:v>
                </c:pt>
                <c:pt idx="5346">
                  <c:v>5347</c:v>
                </c:pt>
                <c:pt idx="5347">
                  <c:v>5348</c:v>
                </c:pt>
                <c:pt idx="5348">
                  <c:v>5349</c:v>
                </c:pt>
                <c:pt idx="5349">
                  <c:v>5350</c:v>
                </c:pt>
                <c:pt idx="5350">
                  <c:v>5351</c:v>
                </c:pt>
                <c:pt idx="5351">
                  <c:v>5352</c:v>
                </c:pt>
                <c:pt idx="5352">
                  <c:v>5353</c:v>
                </c:pt>
                <c:pt idx="5353">
                  <c:v>5354</c:v>
                </c:pt>
                <c:pt idx="5354">
                  <c:v>5355</c:v>
                </c:pt>
                <c:pt idx="5355">
                  <c:v>5356</c:v>
                </c:pt>
                <c:pt idx="5356">
                  <c:v>5357</c:v>
                </c:pt>
                <c:pt idx="5357">
                  <c:v>5358</c:v>
                </c:pt>
                <c:pt idx="5358">
                  <c:v>5359</c:v>
                </c:pt>
                <c:pt idx="5359">
                  <c:v>5360</c:v>
                </c:pt>
                <c:pt idx="5360">
                  <c:v>5361</c:v>
                </c:pt>
                <c:pt idx="5361">
                  <c:v>5362</c:v>
                </c:pt>
                <c:pt idx="5362">
                  <c:v>5363</c:v>
                </c:pt>
                <c:pt idx="5363">
                  <c:v>5364</c:v>
                </c:pt>
                <c:pt idx="5364">
                  <c:v>5365</c:v>
                </c:pt>
                <c:pt idx="5365">
                  <c:v>5366</c:v>
                </c:pt>
                <c:pt idx="5366">
                  <c:v>5367</c:v>
                </c:pt>
                <c:pt idx="5367">
                  <c:v>5368</c:v>
                </c:pt>
                <c:pt idx="5368">
                  <c:v>5369</c:v>
                </c:pt>
                <c:pt idx="5369">
                  <c:v>5370</c:v>
                </c:pt>
                <c:pt idx="5370">
                  <c:v>5371</c:v>
                </c:pt>
                <c:pt idx="5371">
                  <c:v>5372</c:v>
                </c:pt>
                <c:pt idx="5372">
                  <c:v>5373</c:v>
                </c:pt>
                <c:pt idx="5373">
                  <c:v>5374</c:v>
                </c:pt>
                <c:pt idx="5374">
                  <c:v>5375</c:v>
                </c:pt>
                <c:pt idx="5375">
                  <c:v>5376</c:v>
                </c:pt>
                <c:pt idx="5376">
                  <c:v>5377</c:v>
                </c:pt>
                <c:pt idx="5377">
                  <c:v>5378</c:v>
                </c:pt>
                <c:pt idx="5378">
                  <c:v>5379</c:v>
                </c:pt>
                <c:pt idx="5379">
                  <c:v>5380</c:v>
                </c:pt>
                <c:pt idx="5380">
                  <c:v>5381</c:v>
                </c:pt>
                <c:pt idx="5381">
                  <c:v>5382</c:v>
                </c:pt>
                <c:pt idx="5382">
                  <c:v>5383</c:v>
                </c:pt>
                <c:pt idx="5383">
                  <c:v>5384</c:v>
                </c:pt>
                <c:pt idx="5384">
                  <c:v>5385</c:v>
                </c:pt>
                <c:pt idx="5385">
                  <c:v>5386</c:v>
                </c:pt>
                <c:pt idx="5386">
                  <c:v>5387</c:v>
                </c:pt>
                <c:pt idx="5387">
                  <c:v>5388</c:v>
                </c:pt>
                <c:pt idx="5388">
                  <c:v>5389</c:v>
                </c:pt>
                <c:pt idx="5389">
                  <c:v>5390</c:v>
                </c:pt>
                <c:pt idx="5390">
                  <c:v>5391</c:v>
                </c:pt>
                <c:pt idx="5391">
                  <c:v>5392</c:v>
                </c:pt>
                <c:pt idx="5392">
                  <c:v>5393</c:v>
                </c:pt>
                <c:pt idx="5393">
                  <c:v>5394</c:v>
                </c:pt>
                <c:pt idx="5394">
                  <c:v>5395</c:v>
                </c:pt>
                <c:pt idx="5395">
                  <c:v>5396</c:v>
                </c:pt>
                <c:pt idx="5396">
                  <c:v>5397</c:v>
                </c:pt>
                <c:pt idx="5397">
                  <c:v>5398</c:v>
                </c:pt>
                <c:pt idx="5398">
                  <c:v>5399</c:v>
                </c:pt>
                <c:pt idx="5399">
                  <c:v>5400</c:v>
                </c:pt>
                <c:pt idx="5400">
                  <c:v>5401</c:v>
                </c:pt>
                <c:pt idx="5401">
                  <c:v>5402</c:v>
                </c:pt>
                <c:pt idx="5402">
                  <c:v>5403</c:v>
                </c:pt>
                <c:pt idx="5403">
                  <c:v>5404</c:v>
                </c:pt>
                <c:pt idx="5404">
                  <c:v>5405</c:v>
                </c:pt>
                <c:pt idx="5405">
                  <c:v>5406</c:v>
                </c:pt>
                <c:pt idx="5406">
                  <c:v>5407</c:v>
                </c:pt>
                <c:pt idx="5407">
                  <c:v>5408</c:v>
                </c:pt>
                <c:pt idx="5408">
                  <c:v>5409</c:v>
                </c:pt>
                <c:pt idx="5409">
                  <c:v>5410</c:v>
                </c:pt>
                <c:pt idx="5410">
                  <c:v>5411</c:v>
                </c:pt>
                <c:pt idx="5411">
                  <c:v>5412</c:v>
                </c:pt>
                <c:pt idx="5412">
                  <c:v>5413</c:v>
                </c:pt>
                <c:pt idx="5413">
                  <c:v>5414</c:v>
                </c:pt>
                <c:pt idx="5414">
                  <c:v>5415</c:v>
                </c:pt>
                <c:pt idx="5415">
                  <c:v>5416</c:v>
                </c:pt>
                <c:pt idx="5416">
                  <c:v>5417</c:v>
                </c:pt>
                <c:pt idx="5417">
                  <c:v>5418</c:v>
                </c:pt>
                <c:pt idx="5418">
                  <c:v>5419</c:v>
                </c:pt>
                <c:pt idx="5419">
                  <c:v>5420</c:v>
                </c:pt>
                <c:pt idx="5420">
                  <c:v>5421</c:v>
                </c:pt>
                <c:pt idx="5421">
                  <c:v>5422</c:v>
                </c:pt>
                <c:pt idx="5422">
                  <c:v>5423</c:v>
                </c:pt>
                <c:pt idx="5423">
                  <c:v>5424</c:v>
                </c:pt>
                <c:pt idx="5424">
                  <c:v>5425</c:v>
                </c:pt>
                <c:pt idx="5425">
                  <c:v>5426</c:v>
                </c:pt>
                <c:pt idx="5426">
                  <c:v>5427</c:v>
                </c:pt>
                <c:pt idx="5427">
                  <c:v>5428</c:v>
                </c:pt>
                <c:pt idx="5428">
                  <c:v>5429</c:v>
                </c:pt>
                <c:pt idx="5429">
                  <c:v>5430</c:v>
                </c:pt>
                <c:pt idx="5430">
                  <c:v>5431</c:v>
                </c:pt>
                <c:pt idx="5431">
                  <c:v>5432</c:v>
                </c:pt>
                <c:pt idx="5432">
                  <c:v>5433</c:v>
                </c:pt>
                <c:pt idx="5433">
                  <c:v>5434</c:v>
                </c:pt>
                <c:pt idx="5434">
                  <c:v>5435</c:v>
                </c:pt>
                <c:pt idx="5435">
                  <c:v>5436</c:v>
                </c:pt>
                <c:pt idx="5436">
                  <c:v>5437</c:v>
                </c:pt>
                <c:pt idx="5437">
                  <c:v>5438</c:v>
                </c:pt>
                <c:pt idx="5438">
                  <c:v>5439</c:v>
                </c:pt>
                <c:pt idx="5439">
                  <c:v>5440</c:v>
                </c:pt>
                <c:pt idx="5440">
                  <c:v>5441</c:v>
                </c:pt>
                <c:pt idx="5441">
                  <c:v>5442</c:v>
                </c:pt>
                <c:pt idx="5442">
                  <c:v>5443</c:v>
                </c:pt>
                <c:pt idx="5443">
                  <c:v>5444</c:v>
                </c:pt>
                <c:pt idx="5444">
                  <c:v>5445</c:v>
                </c:pt>
                <c:pt idx="5445">
                  <c:v>5446</c:v>
                </c:pt>
                <c:pt idx="5446">
                  <c:v>5447</c:v>
                </c:pt>
                <c:pt idx="5447">
                  <c:v>5448</c:v>
                </c:pt>
                <c:pt idx="5448">
                  <c:v>5449</c:v>
                </c:pt>
                <c:pt idx="5449">
                  <c:v>5450</c:v>
                </c:pt>
                <c:pt idx="5450">
                  <c:v>5451</c:v>
                </c:pt>
                <c:pt idx="5451">
                  <c:v>5452</c:v>
                </c:pt>
                <c:pt idx="5452">
                  <c:v>5453</c:v>
                </c:pt>
                <c:pt idx="5453">
                  <c:v>5454</c:v>
                </c:pt>
                <c:pt idx="5454">
                  <c:v>5455</c:v>
                </c:pt>
                <c:pt idx="5455">
                  <c:v>5456</c:v>
                </c:pt>
                <c:pt idx="5456">
                  <c:v>5457</c:v>
                </c:pt>
                <c:pt idx="5457">
                  <c:v>5458</c:v>
                </c:pt>
                <c:pt idx="5458">
                  <c:v>5459</c:v>
                </c:pt>
                <c:pt idx="5459">
                  <c:v>5460</c:v>
                </c:pt>
                <c:pt idx="5460">
                  <c:v>5461</c:v>
                </c:pt>
                <c:pt idx="5461">
                  <c:v>5462</c:v>
                </c:pt>
                <c:pt idx="5462">
                  <c:v>5463</c:v>
                </c:pt>
                <c:pt idx="5463">
                  <c:v>5464</c:v>
                </c:pt>
                <c:pt idx="5464">
                  <c:v>5465</c:v>
                </c:pt>
                <c:pt idx="5465">
                  <c:v>5466</c:v>
                </c:pt>
                <c:pt idx="5466">
                  <c:v>5467</c:v>
                </c:pt>
                <c:pt idx="5467">
                  <c:v>5468</c:v>
                </c:pt>
                <c:pt idx="5468">
                  <c:v>5469</c:v>
                </c:pt>
                <c:pt idx="5469">
                  <c:v>5470</c:v>
                </c:pt>
                <c:pt idx="5470">
                  <c:v>5471</c:v>
                </c:pt>
                <c:pt idx="5471">
                  <c:v>5472</c:v>
                </c:pt>
                <c:pt idx="5472">
                  <c:v>5473</c:v>
                </c:pt>
                <c:pt idx="5473">
                  <c:v>5474</c:v>
                </c:pt>
                <c:pt idx="5474">
                  <c:v>5475</c:v>
                </c:pt>
                <c:pt idx="5475">
                  <c:v>5476</c:v>
                </c:pt>
                <c:pt idx="5476">
                  <c:v>5477</c:v>
                </c:pt>
                <c:pt idx="5477">
                  <c:v>5478</c:v>
                </c:pt>
                <c:pt idx="5478">
                  <c:v>5479</c:v>
                </c:pt>
                <c:pt idx="5479">
                  <c:v>5480</c:v>
                </c:pt>
                <c:pt idx="5480">
                  <c:v>5481</c:v>
                </c:pt>
                <c:pt idx="5481">
                  <c:v>5482</c:v>
                </c:pt>
                <c:pt idx="5482">
                  <c:v>5483</c:v>
                </c:pt>
                <c:pt idx="5483">
                  <c:v>5484</c:v>
                </c:pt>
                <c:pt idx="5484">
                  <c:v>5485</c:v>
                </c:pt>
                <c:pt idx="5485">
                  <c:v>5486</c:v>
                </c:pt>
                <c:pt idx="5486">
                  <c:v>5487</c:v>
                </c:pt>
                <c:pt idx="5487">
                  <c:v>5488</c:v>
                </c:pt>
                <c:pt idx="5488">
                  <c:v>5489</c:v>
                </c:pt>
                <c:pt idx="5489">
                  <c:v>5490</c:v>
                </c:pt>
                <c:pt idx="5490">
                  <c:v>5491</c:v>
                </c:pt>
                <c:pt idx="5491">
                  <c:v>5492</c:v>
                </c:pt>
                <c:pt idx="5492">
                  <c:v>5493</c:v>
                </c:pt>
                <c:pt idx="5493">
                  <c:v>5494</c:v>
                </c:pt>
                <c:pt idx="5494">
                  <c:v>5495</c:v>
                </c:pt>
                <c:pt idx="5495">
                  <c:v>5496</c:v>
                </c:pt>
                <c:pt idx="5496">
                  <c:v>5497</c:v>
                </c:pt>
                <c:pt idx="5497">
                  <c:v>5498</c:v>
                </c:pt>
                <c:pt idx="5498">
                  <c:v>5499</c:v>
                </c:pt>
                <c:pt idx="5499">
                  <c:v>5500</c:v>
                </c:pt>
                <c:pt idx="5500">
                  <c:v>5501</c:v>
                </c:pt>
                <c:pt idx="5501">
                  <c:v>5502</c:v>
                </c:pt>
                <c:pt idx="5502">
                  <c:v>5503</c:v>
                </c:pt>
                <c:pt idx="5503">
                  <c:v>5504</c:v>
                </c:pt>
                <c:pt idx="5504">
                  <c:v>5505</c:v>
                </c:pt>
                <c:pt idx="5505">
                  <c:v>5506</c:v>
                </c:pt>
                <c:pt idx="5506">
                  <c:v>5507</c:v>
                </c:pt>
                <c:pt idx="5507">
                  <c:v>5508</c:v>
                </c:pt>
                <c:pt idx="5508">
                  <c:v>5509</c:v>
                </c:pt>
                <c:pt idx="5509">
                  <c:v>5510</c:v>
                </c:pt>
                <c:pt idx="5510">
                  <c:v>5511</c:v>
                </c:pt>
                <c:pt idx="5511">
                  <c:v>5512</c:v>
                </c:pt>
                <c:pt idx="5512">
                  <c:v>5513</c:v>
                </c:pt>
                <c:pt idx="5513">
                  <c:v>5514</c:v>
                </c:pt>
                <c:pt idx="5514">
                  <c:v>5515</c:v>
                </c:pt>
                <c:pt idx="5515">
                  <c:v>5516</c:v>
                </c:pt>
                <c:pt idx="5516">
                  <c:v>5517</c:v>
                </c:pt>
                <c:pt idx="5517">
                  <c:v>5518</c:v>
                </c:pt>
                <c:pt idx="5518">
                  <c:v>5519</c:v>
                </c:pt>
                <c:pt idx="5519">
                  <c:v>5520</c:v>
                </c:pt>
                <c:pt idx="5520">
                  <c:v>5521</c:v>
                </c:pt>
                <c:pt idx="5521">
                  <c:v>5522</c:v>
                </c:pt>
                <c:pt idx="5522">
                  <c:v>5523</c:v>
                </c:pt>
                <c:pt idx="5523">
                  <c:v>5524</c:v>
                </c:pt>
                <c:pt idx="5524">
                  <c:v>5525</c:v>
                </c:pt>
                <c:pt idx="5525">
                  <c:v>5526</c:v>
                </c:pt>
                <c:pt idx="5526">
                  <c:v>5527</c:v>
                </c:pt>
                <c:pt idx="5527">
                  <c:v>5528</c:v>
                </c:pt>
                <c:pt idx="5528">
                  <c:v>5529</c:v>
                </c:pt>
                <c:pt idx="5529">
                  <c:v>5530</c:v>
                </c:pt>
                <c:pt idx="5530">
                  <c:v>5531</c:v>
                </c:pt>
                <c:pt idx="5531">
                  <c:v>5532</c:v>
                </c:pt>
                <c:pt idx="5532">
                  <c:v>5533</c:v>
                </c:pt>
                <c:pt idx="5533">
                  <c:v>5534</c:v>
                </c:pt>
                <c:pt idx="5534">
                  <c:v>5535</c:v>
                </c:pt>
                <c:pt idx="5535">
                  <c:v>5536</c:v>
                </c:pt>
                <c:pt idx="5536">
                  <c:v>5537</c:v>
                </c:pt>
                <c:pt idx="5537">
                  <c:v>5538</c:v>
                </c:pt>
                <c:pt idx="5538">
                  <c:v>5539</c:v>
                </c:pt>
                <c:pt idx="5539">
                  <c:v>5540</c:v>
                </c:pt>
                <c:pt idx="5540">
                  <c:v>5541</c:v>
                </c:pt>
                <c:pt idx="5541">
                  <c:v>5542</c:v>
                </c:pt>
                <c:pt idx="5542">
                  <c:v>5543</c:v>
                </c:pt>
                <c:pt idx="5543">
                  <c:v>5544</c:v>
                </c:pt>
                <c:pt idx="5544">
                  <c:v>5545</c:v>
                </c:pt>
                <c:pt idx="5545">
                  <c:v>5546</c:v>
                </c:pt>
                <c:pt idx="5546">
                  <c:v>5547</c:v>
                </c:pt>
                <c:pt idx="5547">
                  <c:v>5548</c:v>
                </c:pt>
                <c:pt idx="5548">
                  <c:v>5549</c:v>
                </c:pt>
                <c:pt idx="5549">
                  <c:v>5550</c:v>
                </c:pt>
                <c:pt idx="5550">
                  <c:v>5551</c:v>
                </c:pt>
                <c:pt idx="5551">
                  <c:v>5552</c:v>
                </c:pt>
                <c:pt idx="5552">
                  <c:v>5553</c:v>
                </c:pt>
                <c:pt idx="5553">
                  <c:v>5554</c:v>
                </c:pt>
                <c:pt idx="5554">
                  <c:v>5555</c:v>
                </c:pt>
                <c:pt idx="5555">
                  <c:v>5556</c:v>
                </c:pt>
                <c:pt idx="5556">
                  <c:v>5557</c:v>
                </c:pt>
                <c:pt idx="5557">
                  <c:v>5558</c:v>
                </c:pt>
                <c:pt idx="5558">
                  <c:v>5559</c:v>
                </c:pt>
                <c:pt idx="5559">
                  <c:v>5560</c:v>
                </c:pt>
                <c:pt idx="5560">
                  <c:v>5561</c:v>
                </c:pt>
                <c:pt idx="5561">
                  <c:v>5562</c:v>
                </c:pt>
                <c:pt idx="5562">
                  <c:v>5563</c:v>
                </c:pt>
                <c:pt idx="5563">
                  <c:v>5564</c:v>
                </c:pt>
                <c:pt idx="5564">
                  <c:v>5565</c:v>
                </c:pt>
                <c:pt idx="5565">
                  <c:v>5566</c:v>
                </c:pt>
                <c:pt idx="5566">
                  <c:v>5567</c:v>
                </c:pt>
                <c:pt idx="5567">
                  <c:v>5568</c:v>
                </c:pt>
                <c:pt idx="5568">
                  <c:v>5569</c:v>
                </c:pt>
                <c:pt idx="5569">
                  <c:v>5570</c:v>
                </c:pt>
                <c:pt idx="5570">
                  <c:v>5571</c:v>
                </c:pt>
                <c:pt idx="5571">
                  <c:v>5572</c:v>
                </c:pt>
                <c:pt idx="5572">
                  <c:v>5573</c:v>
                </c:pt>
                <c:pt idx="5573">
                  <c:v>5574</c:v>
                </c:pt>
                <c:pt idx="5574">
                  <c:v>5575</c:v>
                </c:pt>
                <c:pt idx="5575">
                  <c:v>5576</c:v>
                </c:pt>
                <c:pt idx="5576">
                  <c:v>5577</c:v>
                </c:pt>
                <c:pt idx="5577">
                  <c:v>5578</c:v>
                </c:pt>
                <c:pt idx="5578">
                  <c:v>5579</c:v>
                </c:pt>
                <c:pt idx="5579">
                  <c:v>5580</c:v>
                </c:pt>
                <c:pt idx="5580">
                  <c:v>5581</c:v>
                </c:pt>
                <c:pt idx="5581">
                  <c:v>5582</c:v>
                </c:pt>
                <c:pt idx="5582">
                  <c:v>5583</c:v>
                </c:pt>
                <c:pt idx="5583">
                  <c:v>5584</c:v>
                </c:pt>
                <c:pt idx="5584">
                  <c:v>5585</c:v>
                </c:pt>
                <c:pt idx="5585">
                  <c:v>5586</c:v>
                </c:pt>
                <c:pt idx="5586">
                  <c:v>5587</c:v>
                </c:pt>
                <c:pt idx="5587">
                  <c:v>5588</c:v>
                </c:pt>
                <c:pt idx="5588">
                  <c:v>5589</c:v>
                </c:pt>
                <c:pt idx="5589">
                  <c:v>5590</c:v>
                </c:pt>
                <c:pt idx="5590">
                  <c:v>5591</c:v>
                </c:pt>
                <c:pt idx="5591">
                  <c:v>5592</c:v>
                </c:pt>
                <c:pt idx="5592">
                  <c:v>5593</c:v>
                </c:pt>
                <c:pt idx="5593">
                  <c:v>5594</c:v>
                </c:pt>
                <c:pt idx="5594">
                  <c:v>5595</c:v>
                </c:pt>
                <c:pt idx="5595">
                  <c:v>5596</c:v>
                </c:pt>
                <c:pt idx="5596">
                  <c:v>5597</c:v>
                </c:pt>
                <c:pt idx="5597">
                  <c:v>5598</c:v>
                </c:pt>
                <c:pt idx="5598">
                  <c:v>5599</c:v>
                </c:pt>
                <c:pt idx="5599">
                  <c:v>5600</c:v>
                </c:pt>
                <c:pt idx="5600">
                  <c:v>5601</c:v>
                </c:pt>
                <c:pt idx="5601">
                  <c:v>5602</c:v>
                </c:pt>
                <c:pt idx="5602">
                  <c:v>5603</c:v>
                </c:pt>
                <c:pt idx="5603">
                  <c:v>5604</c:v>
                </c:pt>
                <c:pt idx="5604">
                  <c:v>5605</c:v>
                </c:pt>
                <c:pt idx="5605">
                  <c:v>5606</c:v>
                </c:pt>
                <c:pt idx="5606">
                  <c:v>5607</c:v>
                </c:pt>
                <c:pt idx="5607">
                  <c:v>5608</c:v>
                </c:pt>
                <c:pt idx="5608">
                  <c:v>5609</c:v>
                </c:pt>
                <c:pt idx="5609">
                  <c:v>5610</c:v>
                </c:pt>
                <c:pt idx="5610">
                  <c:v>5611</c:v>
                </c:pt>
                <c:pt idx="5611">
                  <c:v>5612</c:v>
                </c:pt>
                <c:pt idx="5612">
                  <c:v>5613</c:v>
                </c:pt>
                <c:pt idx="5613">
                  <c:v>5614</c:v>
                </c:pt>
                <c:pt idx="5614">
                  <c:v>5615</c:v>
                </c:pt>
                <c:pt idx="5615">
                  <c:v>5616</c:v>
                </c:pt>
                <c:pt idx="5616">
                  <c:v>5617</c:v>
                </c:pt>
                <c:pt idx="5617">
                  <c:v>5618</c:v>
                </c:pt>
                <c:pt idx="5618">
                  <c:v>5619</c:v>
                </c:pt>
                <c:pt idx="5619">
                  <c:v>5620</c:v>
                </c:pt>
                <c:pt idx="5620">
                  <c:v>5621</c:v>
                </c:pt>
                <c:pt idx="5621">
                  <c:v>5622</c:v>
                </c:pt>
                <c:pt idx="5622">
                  <c:v>5623</c:v>
                </c:pt>
                <c:pt idx="5623">
                  <c:v>5624</c:v>
                </c:pt>
                <c:pt idx="5624">
                  <c:v>5625</c:v>
                </c:pt>
                <c:pt idx="5625">
                  <c:v>5626</c:v>
                </c:pt>
                <c:pt idx="5626">
                  <c:v>5627</c:v>
                </c:pt>
                <c:pt idx="5627">
                  <c:v>5628</c:v>
                </c:pt>
                <c:pt idx="5628">
                  <c:v>5629</c:v>
                </c:pt>
                <c:pt idx="5629">
                  <c:v>5630</c:v>
                </c:pt>
                <c:pt idx="5630">
                  <c:v>5631</c:v>
                </c:pt>
                <c:pt idx="5631">
                  <c:v>5632</c:v>
                </c:pt>
                <c:pt idx="5632">
                  <c:v>5633</c:v>
                </c:pt>
                <c:pt idx="5633">
                  <c:v>5634</c:v>
                </c:pt>
                <c:pt idx="5634">
                  <c:v>5635</c:v>
                </c:pt>
                <c:pt idx="5635">
                  <c:v>5636</c:v>
                </c:pt>
                <c:pt idx="5636">
                  <c:v>5637</c:v>
                </c:pt>
                <c:pt idx="5637">
                  <c:v>5638</c:v>
                </c:pt>
                <c:pt idx="5638">
                  <c:v>5639</c:v>
                </c:pt>
                <c:pt idx="5639">
                  <c:v>5640</c:v>
                </c:pt>
                <c:pt idx="5640">
                  <c:v>5641</c:v>
                </c:pt>
                <c:pt idx="5641">
                  <c:v>5642</c:v>
                </c:pt>
                <c:pt idx="5642">
                  <c:v>5643</c:v>
                </c:pt>
                <c:pt idx="5643">
                  <c:v>5644</c:v>
                </c:pt>
                <c:pt idx="5644">
                  <c:v>5645</c:v>
                </c:pt>
                <c:pt idx="5645">
                  <c:v>5646</c:v>
                </c:pt>
                <c:pt idx="5646">
                  <c:v>5647</c:v>
                </c:pt>
                <c:pt idx="5647">
                  <c:v>5648</c:v>
                </c:pt>
                <c:pt idx="5648">
                  <c:v>5649</c:v>
                </c:pt>
                <c:pt idx="5649">
                  <c:v>5650</c:v>
                </c:pt>
                <c:pt idx="5650">
                  <c:v>5651</c:v>
                </c:pt>
                <c:pt idx="5651">
                  <c:v>5652</c:v>
                </c:pt>
                <c:pt idx="5652">
                  <c:v>5653</c:v>
                </c:pt>
                <c:pt idx="5653">
                  <c:v>5654</c:v>
                </c:pt>
                <c:pt idx="5654">
                  <c:v>5655</c:v>
                </c:pt>
                <c:pt idx="5655">
                  <c:v>5656</c:v>
                </c:pt>
                <c:pt idx="5656">
                  <c:v>5657</c:v>
                </c:pt>
                <c:pt idx="5657">
                  <c:v>5658</c:v>
                </c:pt>
                <c:pt idx="5658">
                  <c:v>5659</c:v>
                </c:pt>
                <c:pt idx="5659">
                  <c:v>5660</c:v>
                </c:pt>
                <c:pt idx="5660">
                  <c:v>5661</c:v>
                </c:pt>
                <c:pt idx="5661">
                  <c:v>5662</c:v>
                </c:pt>
                <c:pt idx="5662">
                  <c:v>5663</c:v>
                </c:pt>
                <c:pt idx="5663">
                  <c:v>5664</c:v>
                </c:pt>
                <c:pt idx="5664">
                  <c:v>5665</c:v>
                </c:pt>
                <c:pt idx="5665">
                  <c:v>5666</c:v>
                </c:pt>
                <c:pt idx="5666">
                  <c:v>5667</c:v>
                </c:pt>
                <c:pt idx="5667">
                  <c:v>5668</c:v>
                </c:pt>
                <c:pt idx="5668">
                  <c:v>5669</c:v>
                </c:pt>
                <c:pt idx="5669">
                  <c:v>5670</c:v>
                </c:pt>
                <c:pt idx="5670">
                  <c:v>5671</c:v>
                </c:pt>
                <c:pt idx="5671">
                  <c:v>5672</c:v>
                </c:pt>
                <c:pt idx="5672">
                  <c:v>5673</c:v>
                </c:pt>
                <c:pt idx="5673">
                  <c:v>5674</c:v>
                </c:pt>
                <c:pt idx="5674">
                  <c:v>5675</c:v>
                </c:pt>
                <c:pt idx="5675">
                  <c:v>5676</c:v>
                </c:pt>
                <c:pt idx="5676">
                  <c:v>5677</c:v>
                </c:pt>
                <c:pt idx="5677">
                  <c:v>5678</c:v>
                </c:pt>
                <c:pt idx="5678">
                  <c:v>5679</c:v>
                </c:pt>
                <c:pt idx="5679">
                  <c:v>5680</c:v>
                </c:pt>
                <c:pt idx="5680">
                  <c:v>5681</c:v>
                </c:pt>
                <c:pt idx="5681">
                  <c:v>5682</c:v>
                </c:pt>
                <c:pt idx="5682">
                  <c:v>5683</c:v>
                </c:pt>
                <c:pt idx="5683">
                  <c:v>5684</c:v>
                </c:pt>
                <c:pt idx="5684">
                  <c:v>5685</c:v>
                </c:pt>
                <c:pt idx="5685">
                  <c:v>5686</c:v>
                </c:pt>
                <c:pt idx="5686">
                  <c:v>5687</c:v>
                </c:pt>
                <c:pt idx="5687">
                  <c:v>5688</c:v>
                </c:pt>
                <c:pt idx="5688">
                  <c:v>5689</c:v>
                </c:pt>
                <c:pt idx="5689">
                  <c:v>5690</c:v>
                </c:pt>
                <c:pt idx="5690">
                  <c:v>5691</c:v>
                </c:pt>
                <c:pt idx="5691">
                  <c:v>5692</c:v>
                </c:pt>
                <c:pt idx="5692">
                  <c:v>5693</c:v>
                </c:pt>
                <c:pt idx="5693">
                  <c:v>5694</c:v>
                </c:pt>
                <c:pt idx="5694">
                  <c:v>5695</c:v>
                </c:pt>
                <c:pt idx="5695">
                  <c:v>5696</c:v>
                </c:pt>
                <c:pt idx="5696">
                  <c:v>5697</c:v>
                </c:pt>
                <c:pt idx="5697">
                  <c:v>5698</c:v>
                </c:pt>
                <c:pt idx="5698">
                  <c:v>5699</c:v>
                </c:pt>
                <c:pt idx="5699">
                  <c:v>5700</c:v>
                </c:pt>
                <c:pt idx="5700">
                  <c:v>5701</c:v>
                </c:pt>
                <c:pt idx="5701">
                  <c:v>5702</c:v>
                </c:pt>
                <c:pt idx="5702">
                  <c:v>5703</c:v>
                </c:pt>
                <c:pt idx="5703">
                  <c:v>5704</c:v>
                </c:pt>
                <c:pt idx="5704">
                  <c:v>5705</c:v>
                </c:pt>
                <c:pt idx="5705">
                  <c:v>5706</c:v>
                </c:pt>
                <c:pt idx="5706">
                  <c:v>5707</c:v>
                </c:pt>
                <c:pt idx="5707">
                  <c:v>5708</c:v>
                </c:pt>
                <c:pt idx="5708">
                  <c:v>5709</c:v>
                </c:pt>
                <c:pt idx="5709">
                  <c:v>5710</c:v>
                </c:pt>
                <c:pt idx="5710">
                  <c:v>5711</c:v>
                </c:pt>
                <c:pt idx="5711">
                  <c:v>5712</c:v>
                </c:pt>
                <c:pt idx="5712">
                  <c:v>5713</c:v>
                </c:pt>
                <c:pt idx="5713">
                  <c:v>5714</c:v>
                </c:pt>
                <c:pt idx="5714">
                  <c:v>5715</c:v>
                </c:pt>
                <c:pt idx="5715">
                  <c:v>5716</c:v>
                </c:pt>
                <c:pt idx="5716">
                  <c:v>5717</c:v>
                </c:pt>
                <c:pt idx="5717">
                  <c:v>5718</c:v>
                </c:pt>
                <c:pt idx="5718">
                  <c:v>5719</c:v>
                </c:pt>
                <c:pt idx="5719">
                  <c:v>5720</c:v>
                </c:pt>
                <c:pt idx="5720">
                  <c:v>5721</c:v>
                </c:pt>
                <c:pt idx="5721">
                  <c:v>5722</c:v>
                </c:pt>
                <c:pt idx="5722">
                  <c:v>5723</c:v>
                </c:pt>
                <c:pt idx="5723">
                  <c:v>5724</c:v>
                </c:pt>
                <c:pt idx="5724">
                  <c:v>5725</c:v>
                </c:pt>
                <c:pt idx="5725">
                  <c:v>5726</c:v>
                </c:pt>
                <c:pt idx="5726">
                  <c:v>5727</c:v>
                </c:pt>
                <c:pt idx="5727">
                  <c:v>5728</c:v>
                </c:pt>
                <c:pt idx="5728">
                  <c:v>5729</c:v>
                </c:pt>
                <c:pt idx="5729">
                  <c:v>5730</c:v>
                </c:pt>
                <c:pt idx="5730">
                  <c:v>5731</c:v>
                </c:pt>
                <c:pt idx="5731">
                  <c:v>5732</c:v>
                </c:pt>
                <c:pt idx="5732">
                  <c:v>5733</c:v>
                </c:pt>
                <c:pt idx="5733">
                  <c:v>5734</c:v>
                </c:pt>
                <c:pt idx="5734">
                  <c:v>5735</c:v>
                </c:pt>
                <c:pt idx="5735">
                  <c:v>5736</c:v>
                </c:pt>
                <c:pt idx="5736">
                  <c:v>5737</c:v>
                </c:pt>
                <c:pt idx="5737">
                  <c:v>5738</c:v>
                </c:pt>
                <c:pt idx="5738">
                  <c:v>5739</c:v>
                </c:pt>
                <c:pt idx="5739">
                  <c:v>5740</c:v>
                </c:pt>
                <c:pt idx="5740">
                  <c:v>5741</c:v>
                </c:pt>
                <c:pt idx="5741">
                  <c:v>5742</c:v>
                </c:pt>
                <c:pt idx="5742">
                  <c:v>5743</c:v>
                </c:pt>
                <c:pt idx="5743">
                  <c:v>5744</c:v>
                </c:pt>
                <c:pt idx="5744">
                  <c:v>5745</c:v>
                </c:pt>
                <c:pt idx="5745">
                  <c:v>5746</c:v>
                </c:pt>
                <c:pt idx="5746">
                  <c:v>5747</c:v>
                </c:pt>
                <c:pt idx="5747">
                  <c:v>5748</c:v>
                </c:pt>
                <c:pt idx="5748">
                  <c:v>5749</c:v>
                </c:pt>
                <c:pt idx="5749">
                  <c:v>5750</c:v>
                </c:pt>
                <c:pt idx="5750">
                  <c:v>5751</c:v>
                </c:pt>
                <c:pt idx="5751">
                  <c:v>5752</c:v>
                </c:pt>
                <c:pt idx="5752">
                  <c:v>5753</c:v>
                </c:pt>
                <c:pt idx="5753">
                  <c:v>5754</c:v>
                </c:pt>
                <c:pt idx="5754">
                  <c:v>5755</c:v>
                </c:pt>
                <c:pt idx="5755">
                  <c:v>5756</c:v>
                </c:pt>
                <c:pt idx="5756">
                  <c:v>5757</c:v>
                </c:pt>
                <c:pt idx="5757">
                  <c:v>5758</c:v>
                </c:pt>
                <c:pt idx="5758">
                  <c:v>5759</c:v>
                </c:pt>
                <c:pt idx="5759">
                  <c:v>5760</c:v>
                </c:pt>
                <c:pt idx="5760">
                  <c:v>5761</c:v>
                </c:pt>
                <c:pt idx="5761">
                  <c:v>5762</c:v>
                </c:pt>
                <c:pt idx="5762">
                  <c:v>5763</c:v>
                </c:pt>
                <c:pt idx="5763">
                  <c:v>5764</c:v>
                </c:pt>
                <c:pt idx="5764">
                  <c:v>5765</c:v>
                </c:pt>
                <c:pt idx="5765">
                  <c:v>5766</c:v>
                </c:pt>
                <c:pt idx="5766">
                  <c:v>5767</c:v>
                </c:pt>
                <c:pt idx="5767">
                  <c:v>5768</c:v>
                </c:pt>
                <c:pt idx="5768">
                  <c:v>5769</c:v>
                </c:pt>
                <c:pt idx="5769">
                  <c:v>5770</c:v>
                </c:pt>
                <c:pt idx="5770">
                  <c:v>5771</c:v>
                </c:pt>
                <c:pt idx="5771">
                  <c:v>5772</c:v>
                </c:pt>
                <c:pt idx="5772">
                  <c:v>5773</c:v>
                </c:pt>
                <c:pt idx="5773">
                  <c:v>5774</c:v>
                </c:pt>
                <c:pt idx="5774">
                  <c:v>5775</c:v>
                </c:pt>
                <c:pt idx="5775">
                  <c:v>5776</c:v>
                </c:pt>
                <c:pt idx="5776">
                  <c:v>5777</c:v>
                </c:pt>
                <c:pt idx="5777">
                  <c:v>5778</c:v>
                </c:pt>
                <c:pt idx="5778">
                  <c:v>5779</c:v>
                </c:pt>
                <c:pt idx="5779">
                  <c:v>5780</c:v>
                </c:pt>
                <c:pt idx="5780">
                  <c:v>5781</c:v>
                </c:pt>
                <c:pt idx="5781">
                  <c:v>5782</c:v>
                </c:pt>
                <c:pt idx="5782">
                  <c:v>5783</c:v>
                </c:pt>
                <c:pt idx="5783">
                  <c:v>5784</c:v>
                </c:pt>
                <c:pt idx="5784">
                  <c:v>5785</c:v>
                </c:pt>
                <c:pt idx="5785">
                  <c:v>5786</c:v>
                </c:pt>
                <c:pt idx="5786">
                  <c:v>5787</c:v>
                </c:pt>
                <c:pt idx="5787">
                  <c:v>5788</c:v>
                </c:pt>
                <c:pt idx="5788">
                  <c:v>5789</c:v>
                </c:pt>
                <c:pt idx="5789">
                  <c:v>5790</c:v>
                </c:pt>
                <c:pt idx="5790">
                  <c:v>5791</c:v>
                </c:pt>
                <c:pt idx="5791">
                  <c:v>5792</c:v>
                </c:pt>
                <c:pt idx="5792">
                  <c:v>5793</c:v>
                </c:pt>
                <c:pt idx="5793">
                  <c:v>5794</c:v>
                </c:pt>
                <c:pt idx="5794">
                  <c:v>5795</c:v>
                </c:pt>
                <c:pt idx="5795">
                  <c:v>5796</c:v>
                </c:pt>
                <c:pt idx="5796">
                  <c:v>5797</c:v>
                </c:pt>
                <c:pt idx="5797">
                  <c:v>5798</c:v>
                </c:pt>
                <c:pt idx="5798">
                  <c:v>5799</c:v>
                </c:pt>
                <c:pt idx="5799">
                  <c:v>5800</c:v>
                </c:pt>
                <c:pt idx="5800">
                  <c:v>5801</c:v>
                </c:pt>
                <c:pt idx="5801">
                  <c:v>5802</c:v>
                </c:pt>
                <c:pt idx="5802">
                  <c:v>5803</c:v>
                </c:pt>
                <c:pt idx="5803">
                  <c:v>5804</c:v>
                </c:pt>
                <c:pt idx="5804">
                  <c:v>5805</c:v>
                </c:pt>
                <c:pt idx="5805">
                  <c:v>5806</c:v>
                </c:pt>
                <c:pt idx="5806">
                  <c:v>5807</c:v>
                </c:pt>
                <c:pt idx="5807">
                  <c:v>5808</c:v>
                </c:pt>
                <c:pt idx="5808">
                  <c:v>5809</c:v>
                </c:pt>
                <c:pt idx="5809">
                  <c:v>5810</c:v>
                </c:pt>
                <c:pt idx="5810">
                  <c:v>5811</c:v>
                </c:pt>
                <c:pt idx="5811">
                  <c:v>5812</c:v>
                </c:pt>
                <c:pt idx="5812">
                  <c:v>5813</c:v>
                </c:pt>
                <c:pt idx="5813">
                  <c:v>5814</c:v>
                </c:pt>
                <c:pt idx="5814">
                  <c:v>5815</c:v>
                </c:pt>
                <c:pt idx="5815">
                  <c:v>5816</c:v>
                </c:pt>
                <c:pt idx="5816">
                  <c:v>5817</c:v>
                </c:pt>
                <c:pt idx="5817">
                  <c:v>5818</c:v>
                </c:pt>
                <c:pt idx="5818">
                  <c:v>5819</c:v>
                </c:pt>
                <c:pt idx="5819">
                  <c:v>5820</c:v>
                </c:pt>
                <c:pt idx="5820">
                  <c:v>5821</c:v>
                </c:pt>
                <c:pt idx="5821">
                  <c:v>5822</c:v>
                </c:pt>
                <c:pt idx="5822">
                  <c:v>5823</c:v>
                </c:pt>
                <c:pt idx="5823">
                  <c:v>5824</c:v>
                </c:pt>
                <c:pt idx="5824">
                  <c:v>5825</c:v>
                </c:pt>
                <c:pt idx="5825">
                  <c:v>5826</c:v>
                </c:pt>
                <c:pt idx="5826">
                  <c:v>5827</c:v>
                </c:pt>
                <c:pt idx="5827">
                  <c:v>5828</c:v>
                </c:pt>
                <c:pt idx="5828">
                  <c:v>5829</c:v>
                </c:pt>
                <c:pt idx="5829">
                  <c:v>5830</c:v>
                </c:pt>
                <c:pt idx="5830">
                  <c:v>5831</c:v>
                </c:pt>
                <c:pt idx="5831">
                  <c:v>5832</c:v>
                </c:pt>
                <c:pt idx="5832">
                  <c:v>5833</c:v>
                </c:pt>
                <c:pt idx="5833">
                  <c:v>5834</c:v>
                </c:pt>
                <c:pt idx="5834">
                  <c:v>5835</c:v>
                </c:pt>
                <c:pt idx="5835">
                  <c:v>5836</c:v>
                </c:pt>
                <c:pt idx="5836">
                  <c:v>5837</c:v>
                </c:pt>
                <c:pt idx="5837">
                  <c:v>5838</c:v>
                </c:pt>
                <c:pt idx="5838">
                  <c:v>5839</c:v>
                </c:pt>
                <c:pt idx="5839">
                  <c:v>5840</c:v>
                </c:pt>
                <c:pt idx="5840">
                  <c:v>5841</c:v>
                </c:pt>
                <c:pt idx="5841">
                  <c:v>5842</c:v>
                </c:pt>
                <c:pt idx="5842">
                  <c:v>5843</c:v>
                </c:pt>
                <c:pt idx="5843">
                  <c:v>5844</c:v>
                </c:pt>
                <c:pt idx="5844">
                  <c:v>5845</c:v>
                </c:pt>
                <c:pt idx="5845">
                  <c:v>5846</c:v>
                </c:pt>
                <c:pt idx="5846">
                  <c:v>5847</c:v>
                </c:pt>
                <c:pt idx="5847">
                  <c:v>5848</c:v>
                </c:pt>
                <c:pt idx="5848">
                  <c:v>5849</c:v>
                </c:pt>
                <c:pt idx="5849">
                  <c:v>5850</c:v>
                </c:pt>
                <c:pt idx="5850">
                  <c:v>5851</c:v>
                </c:pt>
                <c:pt idx="5851">
                  <c:v>5852</c:v>
                </c:pt>
                <c:pt idx="5852">
                  <c:v>5853</c:v>
                </c:pt>
                <c:pt idx="5853">
                  <c:v>5854</c:v>
                </c:pt>
                <c:pt idx="5854">
                  <c:v>5855</c:v>
                </c:pt>
                <c:pt idx="5855">
                  <c:v>5856</c:v>
                </c:pt>
                <c:pt idx="5856">
                  <c:v>5857</c:v>
                </c:pt>
                <c:pt idx="5857">
                  <c:v>5858</c:v>
                </c:pt>
                <c:pt idx="5858">
                  <c:v>5859</c:v>
                </c:pt>
                <c:pt idx="5859">
                  <c:v>5860</c:v>
                </c:pt>
                <c:pt idx="5860">
                  <c:v>5861</c:v>
                </c:pt>
                <c:pt idx="5861">
                  <c:v>5862</c:v>
                </c:pt>
                <c:pt idx="5862">
                  <c:v>5863</c:v>
                </c:pt>
                <c:pt idx="5863">
                  <c:v>5864</c:v>
                </c:pt>
                <c:pt idx="5864">
                  <c:v>5865</c:v>
                </c:pt>
                <c:pt idx="5865">
                  <c:v>5866</c:v>
                </c:pt>
                <c:pt idx="5866">
                  <c:v>5867</c:v>
                </c:pt>
                <c:pt idx="5867">
                  <c:v>5868</c:v>
                </c:pt>
                <c:pt idx="5868">
                  <c:v>5869</c:v>
                </c:pt>
                <c:pt idx="5869">
                  <c:v>5870</c:v>
                </c:pt>
                <c:pt idx="5870">
                  <c:v>5871</c:v>
                </c:pt>
                <c:pt idx="5871">
                  <c:v>5872</c:v>
                </c:pt>
                <c:pt idx="5872">
                  <c:v>5873</c:v>
                </c:pt>
                <c:pt idx="5873">
                  <c:v>5874</c:v>
                </c:pt>
                <c:pt idx="5874">
                  <c:v>5875</c:v>
                </c:pt>
                <c:pt idx="5875">
                  <c:v>5876</c:v>
                </c:pt>
                <c:pt idx="5876">
                  <c:v>5877</c:v>
                </c:pt>
                <c:pt idx="5877">
                  <c:v>5878</c:v>
                </c:pt>
                <c:pt idx="5878">
                  <c:v>5879</c:v>
                </c:pt>
                <c:pt idx="5879">
                  <c:v>5880</c:v>
                </c:pt>
                <c:pt idx="5880">
                  <c:v>5881</c:v>
                </c:pt>
                <c:pt idx="5881">
                  <c:v>5882</c:v>
                </c:pt>
                <c:pt idx="5882">
                  <c:v>5883</c:v>
                </c:pt>
                <c:pt idx="5883">
                  <c:v>5884</c:v>
                </c:pt>
                <c:pt idx="5884">
                  <c:v>5885</c:v>
                </c:pt>
                <c:pt idx="5885">
                  <c:v>5886</c:v>
                </c:pt>
                <c:pt idx="5886">
                  <c:v>5887</c:v>
                </c:pt>
                <c:pt idx="5887">
                  <c:v>5888</c:v>
                </c:pt>
                <c:pt idx="5888">
                  <c:v>5889</c:v>
                </c:pt>
                <c:pt idx="5889">
                  <c:v>5890</c:v>
                </c:pt>
                <c:pt idx="5890">
                  <c:v>5891</c:v>
                </c:pt>
                <c:pt idx="5891">
                  <c:v>5892</c:v>
                </c:pt>
                <c:pt idx="5892">
                  <c:v>5893</c:v>
                </c:pt>
                <c:pt idx="5893">
                  <c:v>5894</c:v>
                </c:pt>
                <c:pt idx="5894">
                  <c:v>5895</c:v>
                </c:pt>
                <c:pt idx="5895">
                  <c:v>5896</c:v>
                </c:pt>
                <c:pt idx="5896">
                  <c:v>5897</c:v>
                </c:pt>
                <c:pt idx="5897">
                  <c:v>5898</c:v>
                </c:pt>
                <c:pt idx="5898">
                  <c:v>5899</c:v>
                </c:pt>
                <c:pt idx="5899">
                  <c:v>5900</c:v>
                </c:pt>
                <c:pt idx="5900">
                  <c:v>5901</c:v>
                </c:pt>
                <c:pt idx="5901">
                  <c:v>5902</c:v>
                </c:pt>
                <c:pt idx="5902">
                  <c:v>5903</c:v>
                </c:pt>
                <c:pt idx="5903">
                  <c:v>5904</c:v>
                </c:pt>
                <c:pt idx="5904">
                  <c:v>5905</c:v>
                </c:pt>
                <c:pt idx="5905">
                  <c:v>5906</c:v>
                </c:pt>
                <c:pt idx="5906">
                  <c:v>5907</c:v>
                </c:pt>
                <c:pt idx="5907">
                  <c:v>5908</c:v>
                </c:pt>
                <c:pt idx="5908">
                  <c:v>5909</c:v>
                </c:pt>
                <c:pt idx="5909">
                  <c:v>5910</c:v>
                </c:pt>
                <c:pt idx="5910">
                  <c:v>5911</c:v>
                </c:pt>
                <c:pt idx="5911">
                  <c:v>5912</c:v>
                </c:pt>
                <c:pt idx="5912">
                  <c:v>5913</c:v>
                </c:pt>
                <c:pt idx="5913">
                  <c:v>5914</c:v>
                </c:pt>
                <c:pt idx="5914">
                  <c:v>5915</c:v>
                </c:pt>
                <c:pt idx="5915">
                  <c:v>5916</c:v>
                </c:pt>
                <c:pt idx="5916">
                  <c:v>5917</c:v>
                </c:pt>
                <c:pt idx="5917">
                  <c:v>5918</c:v>
                </c:pt>
                <c:pt idx="5918">
                  <c:v>5919</c:v>
                </c:pt>
                <c:pt idx="5919">
                  <c:v>5920</c:v>
                </c:pt>
                <c:pt idx="5920">
                  <c:v>5921</c:v>
                </c:pt>
                <c:pt idx="5921">
                  <c:v>5922</c:v>
                </c:pt>
                <c:pt idx="5922">
                  <c:v>5923</c:v>
                </c:pt>
                <c:pt idx="5923">
                  <c:v>5924</c:v>
                </c:pt>
                <c:pt idx="5924">
                  <c:v>5925</c:v>
                </c:pt>
                <c:pt idx="5925">
                  <c:v>5926</c:v>
                </c:pt>
                <c:pt idx="5926">
                  <c:v>5927</c:v>
                </c:pt>
                <c:pt idx="5927">
                  <c:v>5928</c:v>
                </c:pt>
                <c:pt idx="5928">
                  <c:v>5929</c:v>
                </c:pt>
                <c:pt idx="5929">
                  <c:v>5930</c:v>
                </c:pt>
                <c:pt idx="5930">
                  <c:v>5931</c:v>
                </c:pt>
                <c:pt idx="5931">
                  <c:v>5932</c:v>
                </c:pt>
                <c:pt idx="5932">
                  <c:v>5933</c:v>
                </c:pt>
                <c:pt idx="5933">
                  <c:v>5934</c:v>
                </c:pt>
                <c:pt idx="5934">
                  <c:v>5935</c:v>
                </c:pt>
                <c:pt idx="5935">
                  <c:v>5936</c:v>
                </c:pt>
                <c:pt idx="5936">
                  <c:v>5937</c:v>
                </c:pt>
                <c:pt idx="5937">
                  <c:v>5938</c:v>
                </c:pt>
                <c:pt idx="5938">
                  <c:v>5939</c:v>
                </c:pt>
                <c:pt idx="5939">
                  <c:v>5940</c:v>
                </c:pt>
                <c:pt idx="5940">
                  <c:v>5941</c:v>
                </c:pt>
                <c:pt idx="5941">
                  <c:v>5942</c:v>
                </c:pt>
                <c:pt idx="5942">
                  <c:v>5943</c:v>
                </c:pt>
                <c:pt idx="5943">
                  <c:v>5944</c:v>
                </c:pt>
                <c:pt idx="5944">
                  <c:v>5945</c:v>
                </c:pt>
                <c:pt idx="5945">
                  <c:v>5946</c:v>
                </c:pt>
                <c:pt idx="5946">
                  <c:v>5947</c:v>
                </c:pt>
                <c:pt idx="5947">
                  <c:v>5948</c:v>
                </c:pt>
                <c:pt idx="5948">
                  <c:v>5949</c:v>
                </c:pt>
                <c:pt idx="5949">
                  <c:v>5950</c:v>
                </c:pt>
                <c:pt idx="5950">
                  <c:v>5951</c:v>
                </c:pt>
                <c:pt idx="5951">
                  <c:v>5952</c:v>
                </c:pt>
                <c:pt idx="5952">
                  <c:v>5953</c:v>
                </c:pt>
                <c:pt idx="5953">
                  <c:v>5954</c:v>
                </c:pt>
                <c:pt idx="5954">
                  <c:v>5955</c:v>
                </c:pt>
                <c:pt idx="5955">
                  <c:v>5956</c:v>
                </c:pt>
                <c:pt idx="5956">
                  <c:v>5957</c:v>
                </c:pt>
                <c:pt idx="5957">
                  <c:v>5958</c:v>
                </c:pt>
                <c:pt idx="5958">
                  <c:v>5959</c:v>
                </c:pt>
                <c:pt idx="5959">
                  <c:v>5960</c:v>
                </c:pt>
                <c:pt idx="5960">
                  <c:v>5961</c:v>
                </c:pt>
                <c:pt idx="5961">
                  <c:v>5962</c:v>
                </c:pt>
                <c:pt idx="5962">
                  <c:v>5963</c:v>
                </c:pt>
                <c:pt idx="5963">
                  <c:v>5964</c:v>
                </c:pt>
                <c:pt idx="5964">
                  <c:v>5965</c:v>
                </c:pt>
                <c:pt idx="5965">
                  <c:v>5966</c:v>
                </c:pt>
                <c:pt idx="5966">
                  <c:v>5967</c:v>
                </c:pt>
                <c:pt idx="5967">
                  <c:v>5968</c:v>
                </c:pt>
                <c:pt idx="5968">
                  <c:v>5969</c:v>
                </c:pt>
                <c:pt idx="5969">
                  <c:v>5970</c:v>
                </c:pt>
                <c:pt idx="5970">
                  <c:v>5971</c:v>
                </c:pt>
                <c:pt idx="5971">
                  <c:v>5972</c:v>
                </c:pt>
                <c:pt idx="5972">
                  <c:v>5973</c:v>
                </c:pt>
                <c:pt idx="5973">
                  <c:v>5974</c:v>
                </c:pt>
                <c:pt idx="5974">
                  <c:v>5975</c:v>
                </c:pt>
                <c:pt idx="5975">
                  <c:v>5976</c:v>
                </c:pt>
                <c:pt idx="5976">
                  <c:v>5977</c:v>
                </c:pt>
                <c:pt idx="5977">
                  <c:v>5978</c:v>
                </c:pt>
                <c:pt idx="5978">
                  <c:v>5979</c:v>
                </c:pt>
                <c:pt idx="5979">
                  <c:v>5980</c:v>
                </c:pt>
                <c:pt idx="5980">
                  <c:v>5981</c:v>
                </c:pt>
                <c:pt idx="5981">
                  <c:v>5982</c:v>
                </c:pt>
                <c:pt idx="5982">
                  <c:v>5983</c:v>
                </c:pt>
                <c:pt idx="5983">
                  <c:v>5984</c:v>
                </c:pt>
                <c:pt idx="5984">
                  <c:v>5985</c:v>
                </c:pt>
                <c:pt idx="5985">
                  <c:v>5986</c:v>
                </c:pt>
                <c:pt idx="5986">
                  <c:v>5987</c:v>
                </c:pt>
                <c:pt idx="5987">
                  <c:v>5988</c:v>
                </c:pt>
                <c:pt idx="5988">
                  <c:v>5989</c:v>
                </c:pt>
                <c:pt idx="5989">
                  <c:v>5990</c:v>
                </c:pt>
                <c:pt idx="5990">
                  <c:v>5991</c:v>
                </c:pt>
                <c:pt idx="5991">
                  <c:v>5992</c:v>
                </c:pt>
                <c:pt idx="5992">
                  <c:v>5993</c:v>
                </c:pt>
                <c:pt idx="5993">
                  <c:v>5994</c:v>
                </c:pt>
                <c:pt idx="5994">
                  <c:v>5995</c:v>
                </c:pt>
                <c:pt idx="5995">
                  <c:v>5996</c:v>
                </c:pt>
                <c:pt idx="5996">
                  <c:v>5997</c:v>
                </c:pt>
                <c:pt idx="5997">
                  <c:v>5998</c:v>
                </c:pt>
                <c:pt idx="5998">
                  <c:v>5999</c:v>
                </c:pt>
                <c:pt idx="5999">
                  <c:v>6000</c:v>
                </c:pt>
                <c:pt idx="6000">
                  <c:v>6001</c:v>
                </c:pt>
                <c:pt idx="6001">
                  <c:v>6002</c:v>
                </c:pt>
                <c:pt idx="6002">
                  <c:v>6003</c:v>
                </c:pt>
                <c:pt idx="6003">
                  <c:v>6004</c:v>
                </c:pt>
                <c:pt idx="6004">
                  <c:v>6005</c:v>
                </c:pt>
                <c:pt idx="6005">
                  <c:v>6006</c:v>
                </c:pt>
                <c:pt idx="6006">
                  <c:v>6007</c:v>
                </c:pt>
                <c:pt idx="6007">
                  <c:v>6008</c:v>
                </c:pt>
                <c:pt idx="6008">
                  <c:v>6009</c:v>
                </c:pt>
                <c:pt idx="6009">
                  <c:v>6010</c:v>
                </c:pt>
                <c:pt idx="6010">
                  <c:v>6011</c:v>
                </c:pt>
                <c:pt idx="6011">
                  <c:v>6012</c:v>
                </c:pt>
                <c:pt idx="6012">
                  <c:v>6013</c:v>
                </c:pt>
                <c:pt idx="6013">
                  <c:v>6014</c:v>
                </c:pt>
                <c:pt idx="6014">
                  <c:v>6015</c:v>
                </c:pt>
                <c:pt idx="6015">
                  <c:v>6016</c:v>
                </c:pt>
                <c:pt idx="6016">
                  <c:v>6017</c:v>
                </c:pt>
                <c:pt idx="6017">
                  <c:v>6018</c:v>
                </c:pt>
                <c:pt idx="6018">
                  <c:v>6019</c:v>
                </c:pt>
                <c:pt idx="6019">
                  <c:v>6020</c:v>
                </c:pt>
                <c:pt idx="6020">
                  <c:v>6021</c:v>
                </c:pt>
                <c:pt idx="6021">
                  <c:v>6022</c:v>
                </c:pt>
                <c:pt idx="6022">
                  <c:v>6023</c:v>
                </c:pt>
                <c:pt idx="6023">
                  <c:v>6024</c:v>
                </c:pt>
                <c:pt idx="6024">
                  <c:v>6025</c:v>
                </c:pt>
                <c:pt idx="6025">
                  <c:v>6026</c:v>
                </c:pt>
                <c:pt idx="6026">
                  <c:v>6027</c:v>
                </c:pt>
                <c:pt idx="6027">
                  <c:v>6028</c:v>
                </c:pt>
                <c:pt idx="6028">
                  <c:v>6029</c:v>
                </c:pt>
                <c:pt idx="6029">
                  <c:v>6030</c:v>
                </c:pt>
                <c:pt idx="6030">
                  <c:v>6031</c:v>
                </c:pt>
                <c:pt idx="6031">
                  <c:v>6032</c:v>
                </c:pt>
                <c:pt idx="6032">
                  <c:v>6033</c:v>
                </c:pt>
                <c:pt idx="6033">
                  <c:v>6034</c:v>
                </c:pt>
                <c:pt idx="6034">
                  <c:v>6035</c:v>
                </c:pt>
                <c:pt idx="6035">
                  <c:v>6036</c:v>
                </c:pt>
                <c:pt idx="6036">
                  <c:v>6037</c:v>
                </c:pt>
                <c:pt idx="6037">
                  <c:v>6038</c:v>
                </c:pt>
                <c:pt idx="6038">
                  <c:v>6039</c:v>
                </c:pt>
                <c:pt idx="6039">
                  <c:v>6040</c:v>
                </c:pt>
                <c:pt idx="6040">
                  <c:v>6041</c:v>
                </c:pt>
                <c:pt idx="6041">
                  <c:v>6042</c:v>
                </c:pt>
                <c:pt idx="6042">
                  <c:v>6043</c:v>
                </c:pt>
                <c:pt idx="6043">
                  <c:v>6044</c:v>
                </c:pt>
                <c:pt idx="6044">
                  <c:v>6045</c:v>
                </c:pt>
                <c:pt idx="6045">
                  <c:v>6046</c:v>
                </c:pt>
                <c:pt idx="6046">
                  <c:v>6047</c:v>
                </c:pt>
                <c:pt idx="6047">
                  <c:v>6048</c:v>
                </c:pt>
                <c:pt idx="6048">
                  <c:v>6049</c:v>
                </c:pt>
                <c:pt idx="6049">
                  <c:v>6050</c:v>
                </c:pt>
                <c:pt idx="6050">
                  <c:v>6051</c:v>
                </c:pt>
                <c:pt idx="6051">
                  <c:v>6052</c:v>
                </c:pt>
                <c:pt idx="6052">
                  <c:v>6053</c:v>
                </c:pt>
                <c:pt idx="6053">
                  <c:v>6054</c:v>
                </c:pt>
                <c:pt idx="6054">
                  <c:v>6055</c:v>
                </c:pt>
                <c:pt idx="6055">
                  <c:v>6056</c:v>
                </c:pt>
                <c:pt idx="6056">
                  <c:v>6057</c:v>
                </c:pt>
                <c:pt idx="6057">
                  <c:v>6058</c:v>
                </c:pt>
                <c:pt idx="6058">
                  <c:v>6059</c:v>
                </c:pt>
                <c:pt idx="6059">
                  <c:v>6060</c:v>
                </c:pt>
                <c:pt idx="6060">
                  <c:v>6061</c:v>
                </c:pt>
                <c:pt idx="6061">
                  <c:v>6062</c:v>
                </c:pt>
                <c:pt idx="6062">
                  <c:v>6063</c:v>
                </c:pt>
                <c:pt idx="6063">
                  <c:v>6064</c:v>
                </c:pt>
                <c:pt idx="6064">
                  <c:v>6065</c:v>
                </c:pt>
                <c:pt idx="6065">
                  <c:v>6066</c:v>
                </c:pt>
                <c:pt idx="6066">
                  <c:v>6067</c:v>
                </c:pt>
                <c:pt idx="6067">
                  <c:v>6068</c:v>
                </c:pt>
                <c:pt idx="6068">
                  <c:v>6069</c:v>
                </c:pt>
                <c:pt idx="6069">
                  <c:v>6070</c:v>
                </c:pt>
                <c:pt idx="6070">
                  <c:v>6071</c:v>
                </c:pt>
                <c:pt idx="6071">
                  <c:v>6072</c:v>
                </c:pt>
                <c:pt idx="6072">
                  <c:v>6073</c:v>
                </c:pt>
                <c:pt idx="6073">
                  <c:v>6074</c:v>
                </c:pt>
                <c:pt idx="6074">
                  <c:v>6075</c:v>
                </c:pt>
                <c:pt idx="6075">
                  <c:v>6076</c:v>
                </c:pt>
                <c:pt idx="6076">
                  <c:v>6077</c:v>
                </c:pt>
                <c:pt idx="6077">
                  <c:v>6078</c:v>
                </c:pt>
                <c:pt idx="6078">
                  <c:v>6079</c:v>
                </c:pt>
                <c:pt idx="6079">
                  <c:v>6080</c:v>
                </c:pt>
                <c:pt idx="6080">
                  <c:v>6081</c:v>
                </c:pt>
                <c:pt idx="6081">
                  <c:v>6082</c:v>
                </c:pt>
                <c:pt idx="6082">
                  <c:v>6083</c:v>
                </c:pt>
                <c:pt idx="6083">
                  <c:v>6084</c:v>
                </c:pt>
                <c:pt idx="6084">
                  <c:v>6085</c:v>
                </c:pt>
                <c:pt idx="6085">
                  <c:v>6086</c:v>
                </c:pt>
                <c:pt idx="6086">
                  <c:v>6087</c:v>
                </c:pt>
                <c:pt idx="6087">
                  <c:v>6088</c:v>
                </c:pt>
                <c:pt idx="6088">
                  <c:v>6089</c:v>
                </c:pt>
                <c:pt idx="6089">
                  <c:v>6090</c:v>
                </c:pt>
                <c:pt idx="6090">
                  <c:v>6091</c:v>
                </c:pt>
                <c:pt idx="6091">
                  <c:v>6092</c:v>
                </c:pt>
                <c:pt idx="6092">
                  <c:v>6093</c:v>
                </c:pt>
                <c:pt idx="6093">
                  <c:v>6094</c:v>
                </c:pt>
                <c:pt idx="6094">
                  <c:v>6095</c:v>
                </c:pt>
                <c:pt idx="6095">
                  <c:v>6096</c:v>
                </c:pt>
                <c:pt idx="6096">
                  <c:v>6097</c:v>
                </c:pt>
                <c:pt idx="6097">
                  <c:v>6098</c:v>
                </c:pt>
                <c:pt idx="6098">
                  <c:v>6099</c:v>
                </c:pt>
                <c:pt idx="6099">
                  <c:v>6100</c:v>
                </c:pt>
                <c:pt idx="6100">
                  <c:v>6101</c:v>
                </c:pt>
                <c:pt idx="6101">
                  <c:v>6102</c:v>
                </c:pt>
                <c:pt idx="6102">
                  <c:v>6103</c:v>
                </c:pt>
                <c:pt idx="6103">
                  <c:v>6104</c:v>
                </c:pt>
                <c:pt idx="6104">
                  <c:v>6105</c:v>
                </c:pt>
                <c:pt idx="6105">
                  <c:v>6106</c:v>
                </c:pt>
                <c:pt idx="6106">
                  <c:v>6107</c:v>
                </c:pt>
                <c:pt idx="6107">
                  <c:v>6108</c:v>
                </c:pt>
                <c:pt idx="6108">
                  <c:v>6109</c:v>
                </c:pt>
                <c:pt idx="6109">
                  <c:v>6110</c:v>
                </c:pt>
                <c:pt idx="6110">
                  <c:v>6111</c:v>
                </c:pt>
                <c:pt idx="6111">
                  <c:v>6112</c:v>
                </c:pt>
                <c:pt idx="6112">
                  <c:v>6113</c:v>
                </c:pt>
                <c:pt idx="6113">
                  <c:v>6114</c:v>
                </c:pt>
                <c:pt idx="6114">
                  <c:v>6115</c:v>
                </c:pt>
                <c:pt idx="6115">
                  <c:v>6116</c:v>
                </c:pt>
                <c:pt idx="6116">
                  <c:v>6117</c:v>
                </c:pt>
                <c:pt idx="6117">
                  <c:v>6118</c:v>
                </c:pt>
                <c:pt idx="6118">
                  <c:v>6119</c:v>
                </c:pt>
                <c:pt idx="6119">
                  <c:v>6120</c:v>
                </c:pt>
                <c:pt idx="6120">
                  <c:v>6121</c:v>
                </c:pt>
                <c:pt idx="6121">
                  <c:v>6122</c:v>
                </c:pt>
                <c:pt idx="6122">
                  <c:v>6123</c:v>
                </c:pt>
                <c:pt idx="6123">
                  <c:v>6124</c:v>
                </c:pt>
                <c:pt idx="6124">
                  <c:v>6125</c:v>
                </c:pt>
                <c:pt idx="6125">
                  <c:v>6126</c:v>
                </c:pt>
                <c:pt idx="6126">
                  <c:v>6127</c:v>
                </c:pt>
                <c:pt idx="6127">
                  <c:v>6128</c:v>
                </c:pt>
                <c:pt idx="6128">
                  <c:v>6129</c:v>
                </c:pt>
                <c:pt idx="6129">
                  <c:v>6130</c:v>
                </c:pt>
                <c:pt idx="6130">
                  <c:v>6131</c:v>
                </c:pt>
                <c:pt idx="6131">
                  <c:v>6132</c:v>
                </c:pt>
                <c:pt idx="6132">
                  <c:v>6133</c:v>
                </c:pt>
                <c:pt idx="6133">
                  <c:v>6134</c:v>
                </c:pt>
                <c:pt idx="6134">
                  <c:v>6135</c:v>
                </c:pt>
                <c:pt idx="6135">
                  <c:v>6136</c:v>
                </c:pt>
                <c:pt idx="6136">
                  <c:v>6137</c:v>
                </c:pt>
                <c:pt idx="6137">
                  <c:v>6138</c:v>
                </c:pt>
                <c:pt idx="6138">
                  <c:v>6139</c:v>
                </c:pt>
                <c:pt idx="6139">
                  <c:v>6140</c:v>
                </c:pt>
                <c:pt idx="6140">
                  <c:v>6141</c:v>
                </c:pt>
                <c:pt idx="6141">
                  <c:v>6142</c:v>
                </c:pt>
                <c:pt idx="6142">
                  <c:v>6143</c:v>
                </c:pt>
                <c:pt idx="6143">
                  <c:v>6144</c:v>
                </c:pt>
                <c:pt idx="6144">
                  <c:v>6145</c:v>
                </c:pt>
                <c:pt idx="6145">
                  <c:v>6146</c:v>
                </c:pt>
                <c:pt idx="6146">
                  <c:v>6147</c:v>
                </c:pt>
                <c:pt idx="6147">
                  <c:v>6148</c:v>
                </c:pt>
                <c:pt idx="6148">
                  <c:v>6149</c:v>
                </c:pt>
                <c:pt idx="6149">
                  <c:v>6150</c:v>
                </c:pt>
                <c:pt idx="6150">
                  <c:v>6151</c:v>
                </c:pt>
                <c:pt idx="6151">
                  <c:v>6152</c:v>
                </c:pt>
                <c:pt idx="6152">
                  <c:v>6153</c:v>
                </c:pt>
                <c:pt idx="6153">
                  <c:v>6154</c:v>
                </c:pt>
                <c:pt idx="6154">
                  <c:v>6155</c:v>
                </c:pt>
                <c:pt idx="6155">
                  <c:v>6156</c:v>
                </c:pt>
                <c:pt idx="6156">
                  <c:v>6157</c:v>
                </c:pt>
                <c:pt idx="6157">
                  <c:v>6158</c:v>
                </c:pt>
                <c:pt idx="6158">
                  <c:v>6159</c:v>
                </c:pt>
                <c:pt idx="6159">
                  <c:v>6160</c:v>
                </c:pt>
                <c:pt idx="6160">
                  <c:v>6161</c:v>
                </c:pt>
                <c:pt idx="6161">
                  <c:v>6162</c:v>
                </c:pt>
                <c:pt idx="6162">
                  <c:v>6163</c:v>
                </c:pt>
                <c:pt idx="6163">
                  <c:v>6164</c:v>
                </c:pt>
                <c:pt idx="6164">
                  <c:v>6165</c:v>
                </c:pt>
                <c:pt idx="6165">
                  <c:v>6166</c:v>
                </c:pt>
                <c:pt idx="6166">
                  <c:v>6167</c:v>
                </c:pt>
                <c:pt idx="6167">
                  <c:v>6168</c:v>
                </c:pt>
                <c:pt idx="6168">
                  <c:v>6169</c:v>
                </c:pt>
                <c:pt idx="6169">
                  <c:v>6170</c:v>
                </c:pt>
                <c:pt idx="6170">
                  <c:v>6171</c:v>
                </c:pt>
                <c:pt idx="6171">
                  <c:v>6172</c:v>
                </c:pt>
                <c:pt idx="6172">
                  <c:v>6173</c:v>
                </c:pt>
                <c:pt idx="6173">
                  <c:v>6174</c:v>
                </c:pt>
                <c:pt idx="6174">
                  <c:v>6175</c:v>
                </c:pt>
                <c:pt idx="6175">
                  <c:v>6176</c:v>
                </c:pt>
                <c:pt idx="6176">
                  <c:v>6177</c:v>
                </c:pt>
                <c:pt idx="6177">
                  <c:v>6178</c:v>
                </c:pt>
                <c:pt idx="6178">
                  <c:v>6179</c:v>
                </c:pt>
                <c:pt idx="6179">
                  <c:v>6180</c:v>
                </c:pt>
                <c:pt idx="6180">
                  <c:v>6181</c:v>
                </c:pt>
                <c:pt idx="6181">
                  <c:v>6182</c:v>
                </c:pt>
                <c:pt idx="6182">
                  <c:v>6183</c:v>
                </c:pt>
                <c:pt idx="6183">
                  <c:v>6184</c:v>
                </c:pt>
                <c:pt idx="6184">
                  <c:v>6185</c:v>
                </c:pt>
                <c:pt idx="6185">
                  <c:v>6186</c:v>
                </c:pt>
                <c:pt idx="6186">
                  <c:v>6187</c:v>
                </c:pt>
                <c:pt idx="6187">
                  <c:v>6188</c:v>
                </c:pt>
                <c:pt idx="6188">
                  <c:v>6189</c:v>
                </c:pt>
                <c:pt idx="6189">
                  <c:v>6190</c:v>
                </c:pt>
                <c:pt idx="6190">
                  <c:v>6191</c:v>
                </c:pt>
                <c:pt idx="6191">
                  <c:v>6192</c:v>
                </c:pt>
                <c:pt idx="6192">
                  <c:v>6193</c:v>
                </c:pt>
                <c:pt idx="6193">
                  <c:v>6194</c:v>
                </c:pt>
                <c:pt idx="6194">
                  <c:v>6195</c:v>
                </c:pt>
                <c:pt idx="6195">
                  <c:v>6196</c:v>
                </c:pt>
                <c:pt idx="6196">
                  <c:v>6197</c:v>
                </c:pt>
                <c:pt idx="6197">
                  <c:v>6198</c:v>
                </c:pt>
                <c:pt idx="6198">
                  <c:v>6199</c:v>
                </c:pt>
                <c:pt idx="6199">
                  <c:v>6200</c:v>
                </c:pt>
                <c:pt idx="6200">
                  <c:v>6201</c:v>
                </c:pt>
                <c:pt idx="6201">
                  <c:v>6202</c:v>
                </c:pt>
                <c:pt idx="6202">
                  <c:v>6203</c:v>
                </c:pt>
                <c:pt idx="6203">
                  <c:v>6204</c:v>
                </c:pt>
                <c:pt idx="6204">
                  <c:v>6205</c:v>
                </c:pt>
                <c:pt idx="6205">
                  <c:v>6206</c:v>
                </c:pt>
                <c:pt idx="6206">
                  <c:v>6207</c:v>
                </c:pt>
                <c:pt idx="6207">
                  <c:v>6208</c:v>
                </c:pt>
                <c:pt idx="6208">
                  <c:v>6209</c:v>
                </c:pt>
                <c:pt idx="6209">
                  <c:v>6210</c:v>
                </c:pt>
                <c:pt idx="6210">
                  <c:v>6211</c:v>
                </c:pt>
                <c:pt idx="6211">
                  <c:v>6212</c:v>
                </c:pt>
                <c:pt idx="6212">
                  <c:v>6213</c:v>
                </c:pt>
                <c:pt idx="6213">
                  <c:v>6214</c:v>
                </c:pt>
                <c:pt idx="6214">
                  <c:v>6215</c:v>
                </c:pt>
                <c:pt idx="6215">
                  <c:v>6216</c:v>
                </c:pt>
                <c:pt idx="6216">
                  <c:v>6217</c:v>
                </c:pt>
                <c:pt idx="6217">
                  <c:v>6218</c:v>
                </c:pt>
                <c:pt idx="6218">
                  <c:v>6219</c:v>
                </c:pt>
                <c:pt idx="6219">
                  <c:v>6220</c:v>
                </c:pt>
                <c:pt idx="6220">
                  <c:v>6221</c:v>
                </c:pt>
                <c:pt idx="6221">
                  <c:v>6222</c:v>
                </c:pt>
                <c:pt idx="6222">
                  <c:v>6223</c:v>
                </c:pt>
                <c:pt idx="6223">
                  <c:v>6224</c:v>
                </c:pt>
                <c:pt idx="6224">
                  <c:v>6225</c:v>
                </c:pt>
                <c:pt idx="6225">
                  <c:v>6226</c:v>
                </c:pt>
                <c:pt idx="6226">
                  <c:v>6227</c:v>
                </c:pt>
                <c:pt idx="6227">
                  <c:v>6228</c:v>
                </c:pt>
                <c:pt idx="6228">
                  <c:v>6229</c:v>
                </c:pt>
                <c:pt idx="6229">
                  <c:v>6230</c:v>
                </c:pt>
                <c:pt idx="6230">
                  <c:v>6231</c:v>
                </c:pt>
                <c:pt idx="6231">
                  <c:v>6232</c:v>
                </c:pt>
                <c:pt idx="6232">
                  <c:v>6233</c:v>
                </c:pt>
                <c:pt idx="6233">
                  <c:v>6234</c:v>
                </c:pt>
                <c:pt idx="6234">
                  <c:v>6235</c:v>
                </c:pt>
                <c:pt idx="6235">
                  <c:v>6236</c:v>
                </c:pt>
                <c:pt idx="6236">
                  <c:v>6237</c:v>
                </c:pt>
                <c:pt idx="6237">
                  <c:v>6238</c:v>
                </c:pt>
                <c:pt idx="6238">
                  <c:v>6239</c:v>
                </c:pt>
                <c:pt idx="6239">
                  <c:v>6240</c:v>
                </c:pt>
                <c:pt idx="6240">
                  <c:v>6241</c:v>
                </c:pt>
                <c:pt idx="6241">
                  <c:v>6242</c:v>
                </c:pt>
                <c:pt idx="6242">
                  <c:v>6243</c:v>
                </c:pt>
                <c:pt idx="6243">
                  <c:v>6244</c:v>
                </c:pt>
                <c:pt idx="6244">
                  <c:v>6245</c:v>
                </c:pt>
                <c:pt idx="6245">
                  <c:v>6246</c:v>
                </c:pt>
                <c:pt idx="6246">
                  <c:v>6247</c:v>
                </c:pt>
                <c:pt idx="6247">
                  <c:v>6248</c:v>
                </c:pt>
                <c:pt idx="6248">
                  <c:v>6249</c:v>
                </c:pt>
                <c:pt idx="6249">
                  <c:v>6250</c:v>
                </c:pt>
                <c:pt idx="6250">
                  <c:v>6251</c:v>
                </c:pt>
                <c:pt idx="6251">
                  <c:v>6252</c:v>
                </c:pt>
                <c:pt idx="6252">
                  <c:v>6253</c:v>
                </c:pt>
                <c:pt idx="6253">
                  <c:v>6254</c:v>
                </c:pt>
                <c:pt idx="6254">
                  <c:v>6255</c:v>
                </c:pt>
                <c:pt idx="6255">
                  <c:v>6256</c:v>
                </c:pt>
                <c:pt idx="6256">
                  <c:v>6257</c:v>
                </c:pt>
                <c:pt idx="6257">
                  <c:v>6258</c:v>
                </c:pt>
                <c:pt idx="6258">
                  <c:v>6259</c:v>
                </c:pt>
                <c:pt idx="6259">
                  <c:v>6260</c:v>
                </c:pt>
                <c:pt idx="6260">
                  <c:v>6261</c:v>
                </c:pt>
                <c:pt idx="6261">
                  <c:v>6262</c:v>
                </c:pt>
                <c:pt idx="6262">
                  <c:v>6263</c:v>
                </c:pt>
                <c:pt idx="6263">
                  <c:v>6264</c:v>
                </c:pt>
                <c:pt idx="6264">
                  <c:v>6265</c:v>
                </c:pt>
                <c:pt idx="6265">
                  <c:v>6266</c:v>
                </c:pt>
                <c:pt idx="6266">
                  <c:v>6267</c:v>
                </c:pt>
                <c:pt idx="6267">
                  <c:v>6268</c:v>
                </c:pt>
                <c:pt idx="6268">
                  <c:v>6269</c:v>
                </c:pt>
                <c:pt idx="6269">
                  <c:v>6270</c:v>
                </c:pt>
                <c:pt idx="6270">
                  <c:v>6271</c:v>
                </c:pt>
                <c:pt idx="6271">
                  <c:v>6272</c:v>
                </c:pt>
                <c:pt idx="6272">
                  <c:v>6273</c:v>
                </c:pt>
                <c:pt idx="6273">
                  <c:v>6274</c:v>
                </c:pt>
                <c:pt idx="6274">
                  <c:v>6275</c:v>
                </c:pt>
                <c:pt idx="6275">
                  <c:v>6276</c:v>
                </c:pt>
                <c:pt idx="6276">
                  <c:v>6277</c:v>
                </c:pt>
                <c:pt idx="6277">
                  <c:v>6278</c:v>
                </c:pt>
                <c:pt idx="6278">
                  <c:v>6279</c:v>
                </c:pt>
                <c:pt idx="6279">
                  <c:v>6280</c:v>
                </c:pt>
                <c:pt idx="6280">
                  <c:v>6281</c:v>
                </c:pt>
                <c:pt idx="6281">
                  <c:v>6282</c:v>
                </c:pt>
                <c:pt idx="6282">
                  <c:v>6283</c:v>
                </c:pt>
                <c:pt idx="6283">
                  <c:v>6284</c:v>
                </c:pt>
                <c:pt idx="6284">
                  <c:v>6285</c:v>
                </c:pt>
                <c:pt idx="6285">
                  <c:v>6286</c:v>
                </c:pt>
                <c:pt idx="6286">
                  <c:v>6287</c:v>
                </c:pt>
                <c:pt idx="6287">
                  <c:v>6288</c:v>
                </c:pt>
                <c:pt idx="6288">
                  <c:v>6289</c:v>
                </c:pt>
                <c:pt idx="6289">
                  <c:v>6290</c:v>
                </c:pt>
                <c:pt idx="6290">
                  <c:v>6291</c:v>
                </c:pt>
                <c:pt idx="6291">
                  <c:v>6292</c:v>
                </c:pt>
                <c:pt idx="6292">
                  <c:v>6293</c:v>
                </c:pt>
                <c:pt idx="6293">
                  <c:v>6294</c:v>
                </c:pt>
                <c:pt idx="6294">
                  <c:v>6295</c:v>
                </c:pt>
                <c:pt idx="6295">
                  <c:v>6296</c:v>
                </c:pt>
                <c:pt idx="6296">
                  <c:v>6297</c:v>
                </c:pt>
                <c:pt idx="6297">
                  <c:v>6298</c:v>
                </c:pt>
                <c:pt idx="6298">
                  <c:v>6299</c:v>
                </c:pt>
                <c:pt idx="6299">
                  <c:v>6300</c:v>
                </c:pt>
                <c:pt idx="6300">
                  <c:v>6301</c:v>
                </c:pt>
                <c:pt idx="6301">
                  <c:v>6302</c:v>
                </c:pt>
                <c:pt idx="6302">
                  <c:v>6303</c:v>
                </c:pt>
                <c:pt idx="6303">
                  <c:v>6304</c:v>
                </c:pt>
                <c:pt idx="6304">
                  <c:v>6305</c:v>
                </c:pt>
                <c:pt idx="6305">
                  <c:v>6306</c:v>
                </c:pt>
                <c:pt idx="6306">
                  <c:v>6307</c:v>
                </c:pt>
                <c:pt idx="6307">
                  <c:v>6308</c:v>
                </c:pt>
                <c:pt idx="6308">
                  <c:v>6309</c:v>
                </c:pt>
                <c:pt idx="6309">
                  <c:v>6310</c:v>
                </c:pt>
                <c:pt idx="6310">
                  <c:v>6311</c:v>
                </c:pt>
                <c:pt idx="6311">
                  <c:v>6312</c:v>
                </c:pt>
                <c:pt idx="6312">
                  <c:v>6313</c:v>
                </c:pt>
                <c:pt idx="6313">
                  <c:v>6314</c:v>
                </c:pt>
                <c:pt idx="6314">
                  <c:v>6315</c:v>
                </c:pt>
                <c:pt idx="6315">
                  <c:v>6316</c:v>
                </c:pt>
                <c:pt idx="6316">
                  <c:v>6317</c:v>
                </c:pt>
                <c:pt idx="6317">
                  <c:v>6318</c:v>
                </c:pt>
                <c:pt idx="6318">
                  <c:v>6319</c:v>
                </c:pt>
                <c:pt idx="6319">
                  <c:v>6320</c:v>
                </c:pt>
                <c:pt idx="6320">
                  <c:v>6321</c:v>
                </c:pt>
                <c:pt idx="6321">
                  <c:v>6322</c:v>
                </c:pt>
                <c:pt idx="6322">
                  <c:v>6323</c:v>
                </c:pt>
                <c:pt idx="6323">
                  <c:v>6324</c:v>
                </c:pt>
                <c:pt idx="6324">
                  <c:v>6325</c:v>
                </c:pt>
                <c:pt idx="6325">
                  <c:v>6326</c:v>
                </c:pt>
                <c:pt idx="6326">
                  <c:v>6327</c:v>
                </c:pt>
                <c:pt idx="6327">
                  <c:v>6328</c:v>
                </c:pt>
                <c:pt idx="6328">
                  <c:v>6329</c:v>
                </c:pt>
                <c:pt idx="6329">
                  <c:v>6330</c:v>
                </c:pt>
                <c:pt idx="6330">
                  <c:v>6331</c:v>
                </c:pt>
                <c:pt idx="6331">
                  <c:v>6332</c:v>
                </c:pt>
                <c:pt idx="6332">
                  <c:v>6333</c:v>
                </c:pt>
                <c:pt idx="6333">
                  <c:v>6334</c:v>
                </c:pt>
                <c:pt idx="6334">
                  <c:v>6335</c:v>
                </c:pt>
                <c:pt idx="6335">
                  <c:v>6336</c:v>
                </c:pt>
                <c:pt idx="6336">
                  <c:v>6337</c:v>
                </c:pt>
                <c:pt idx="6337">
                  <c:v>6338</c:v>
                </c:pt>
                <c:pt idx="6338">
                  <c:v>6339</c:v>
                </c:pt>
                <c:pt idx="6339">
                  <c:v>6340</c:v>
                </c:pt>
                <c:pt idx="6340">
                  <c:v>6341</c:v>
                </c:pt>
                <c:pt idx="6341">
                  <c:v>6342</c:v>
                </c:pt>
                <c:pt idx="6342">
                  <c:v>6343</c:v>
                </c:pt>
                <c:pt idx="6343">
                  <c:v>6344</c:v>
                </c:pt>
                <c:pt idx="6344">
                  <c:v>6345</c:v>
                </c:pt>
                <c:pt idx="6345">
                  <c:v>6346</c:v>
                </c:pt>
                <c:pt idx="6346">
                  <c:v>6347</c:v>
                </c:pt>
                <c:pt idx="6347">
                  <c:v>6348</c:v>
                </c:pt>
                <c:pt idx="6348">
                  <c:v>6349</c:v>
                </c:pt>
                <c:pt idx="6349">
                  <c:v>6350</c:v>
                </c:pt>
                <c:pt idx="6350">
                  <c:v>6351</c:v>
                </c:pt>
                <c:pt idx="6351">
                  <c:v>6352</c:v>
                </c:pt>
                <c:pt idx="6352">
                  <c:v>6353</c:v>
                </c:pt>
                <c:pt idx="6353">
                  <c:v>6354</c:v>
                </c:pt>
                <c:pt idx="6354">
                  <c:v>6355</c:v>
                </c:pt>
                <c:pt idx="6355">
                  <c:v>6356</c:v>
                </c:pt>
                <c:pt idx="6356">
                  <c:v>6357</c:v>
                </c:pt>
                <c:pt idx="6357">
                  <c:v>6358</c:v>
                </c:pt>
                <c:pt idx="6358">
                  <c:v>6359</c:v>
                </c:pt>
                <c:pt idx="6359">
                  <c:v>6360</c:v>
                </c:pt>
                <c:pt idx="6360">
                  <c:v>6361</c:v>
                </c:pt>
                <c:pt idx="6361">
                  <c:v>6362</c:v>
                </c:pt>
                <c:pt idx="6362">
                  <c:v>6363</c:v>
                </c:pt>
                <c:pt idx="6363">
                  <c:v>6364</c:v>
                </c:pt>
                <c:pt idx="6364">
                  <c:v>6365</c:v>
                </c:pt>
                <c:pt idx="6365">
                  <c:v>6366</c:v>
                </c:pt>
                <c:pt idx="6366">
                  <c:v>6367</c:v>
                </c:pt>
                <c:pt idx="6367">
                  <c:v>6368</c:v>
                </c:pt>
                <c:pt idx="6368">
                  <c:v>6369</c:v>
                </c:pt>
                <c:pt idx="6369">
                  <c:v>6370</c:v>
                </c:pt>
                <c:pt idx="6370">
                  <c:v>6371</c:v>
                </c:pt>
                <c:pt idx="6371">
                  <c:v>6372</c:v>
                </c:pt>
                <c:pt idx="6372">
                  <c:v>6373</c:v>
                </c:pt>
                <c:pt idx="6373">
                  <c:v>6374</c:v>
                </c:pt>
                <c:pt idx="6374">
                  <c:v>6375</c:v>
                </c:pt>
                <c:pt idx="6375">
                  <c:v>6376</c:v>
                </c:pt>
                <c:pt idx="6376">
                  <c:v>6377</c:v>
                </c:pt>
                <c:pt idx="6377">
                  <c:v>6378</c:v>
                </c:pt>
                <c:pt idx="6378">
                  <c:v>6379</c:v>
                </c:pt>
                <c:pt idx="6379">
                  <c:v>6380</c:v>
                </c:pt>
                <c:pt idx="6380">
                  <c:v>6381</c:v>
                </c:pt>
                <c:pt idx="6381">
                  <c:v>6382</c:v>
                </c:pt>
                <c:pt idx="6382">
                  <c:v>6383</c:v>
                </c:pt>
                <c:pt idx="6383">
                  <c:v>6384</c:v>
                </c:pt>
                <c:pt idx="6384">
                  <c:v>6385</c:v>
                </c:pt>
                <c:pt idx="6385">
                  <c:v>6386</c:v>
                </c:pt>
                <c:pt idx="6386">
                  <c:v>6387</c:v>
                </c:pt>
                <c:pt idx="6387">
                  <c:v>6388</c:v>
                </c:pt>
                <c:pt idx="6388">
                  <c:v>6389</c:v>
                </c:pt>
                <c:pt idx="6389">
                  <c:v>6390</c:v>
                </c:pt>
                <c:pt idx="6390">
                  <c:v>6391</c:v>
                </c:pt>
                <c:pt idx="6391">
                  <c:v>6392</c:v>
                </c:pt>
                <c:pt idx="6392">
                  <c:v>6393</c:v>
                </c:pt>
                <c:pt idx="6393">
                  <c:v>6394</c:v>
                </c:pt>
                <c:pt idx="6394">
                  <c:v>6395</c:v>
                </c:pt>
                <c:pt idx="6395">
                  <c:v>6396</c:v>
                </c:pt>
                <c:pt idx="6396">
                  <c:v>6397</c:v>
                </c:pt>
                <c:pt idx="6397">
                  <c:v>6398</c:v>
                </c:pt>
                <c:pt idx="6398">
                  <c:v>6399</c:v>
                </c:pt>
                <c:pt idx="6399">
                  <c:v>6400</c:v>
                </c:pt>
                <c:pt idx="6400">
                  <c:v>6401</c:v>
                </c:pt>
                <c:pt idx="6401">
                  <c:v>6402</c:v>
                </c:pt>
                <c:pt idx="6402">
                  <c:v>6403</c:v>
                </c:pt>
                <c:pt idx="6403">
                  <c:v>6404</c:v>
                </c:pt>
                <c:pt idx="6404">
                  <c:v>6405</c:v>
                </c:pt>
                <c:pt idx="6405">
                  <c:v>6406</c:v>
                </c:pt>
                <c:pt idx="6406">
                  <c:v>6407</c:v>
                </c:pt>
                <c:pt idx="6407">
                  <c:v>6408</c:v>
                </c:pt>
                <c:pt idx="6408">
                  <c:v>6409</c:v>
                </c:pt>
                <c:pt idx="6409">
                  <c:v>6410</c:v>
                </c:pt>
                <c:pt idx="6410">
                  <c:v>6411</c:v>
                </c:pt>
                <c:pt idx="6411">
                  <c:v>6412</c:v>
                </c:pt>
                <c:pt idx="6412">
                  <c:v>6413</c:v>
                </c:pt>
                <c:pt idx="6413">
                  <c:v>6414</c:v>
                </c:pt>
                <c:pt idx="6414">
                  <c:v>6415</c:v>
                </c:pt>
                <c:pt idx="6415">
                  <c:v>6416</c:v>
                </c:pt>
                <c:pt idx="6416">
                  <c:v>6417</c:v>
                </c:pt>
                <c:pt idx="6417">
                  <c:v>6418</c:v>
                </c:pt>
                <c:pt idx="6418">
                  <c:v>6419</c:v>
                </c:pt>
                <c:pt idx="6419">
                  <c:v>6420</c:v>
                </c:pt>
                <c:pt idx="6420">
                  <c:v>6421</c:v>
                </c:pt>
                <c:pt idx="6421">
                  <c:v>6422</c:v>
                </c:pt>
                <c:pt idx="6422">
                  <c:v>6423</c:v>
                </c:pt>
                <c:pt idx="6423">
                  <c:v>6424</c:v>
                </c:pt>
                <c:pt idx="6424">
                  <c:v>6425</c:v>
                </c:pt>
                <c:pt idx="6425">
                  <c:v>6426</c:v>
                </c:pt>
                <c:pt idx="6426">
                  <c:v>6427</c:v>
                </c:pt>
                <c:pt idx="6427">
                  <c:v>6428</c:v>
                </c:pt>
                <c:pt idx="6428">
                  <c:v>6429</c:v>
                </c:pt>
                <c:pt idx="6429">
                  <c:v>6430</c:v>
                </c:pt>
                <c:pt idx="6430">
                  <c:v>6431</c:v>
                </c:pt>
                <c:pt idx="6431">
                  <c:v>6432</c:v>
                </c:pt>
                <c:pt idx="6432">
                  <c:v>6433</c:v>
                </c:pt>
                <c:pt idx="6433">
                  <c:v>6434</c:v>
                </c:pt>
                <c:pt idx="6434">
                  <c:v>6435</c:v>
                </c:pt>
                <c:pt idx="6435">
                  <c:v>6436</c:v>
                </c:pt>
                <c:pt idx="6436">
                  <c:v>6437</c:v>
                </c:pt>
                <c:pt idx="6437">
                  <c:v>6438</c:v>
                </c:pt>
                <c:pt idx="6438">
                  <c:v>6439</c:v>
                </c:pt>
                <c:pt idx="6439">
                  <c:v>6440</c:v>
                </c:pt>
                <c:pt idx="6440">
                  <c:v>6441</c:v>
                </c:pt>
                <c:pt idx="6441">
                  <c:v>6442</c:v>
                </c:pt>
                <c:pt idx="6442">
                  <c:v>6443</c:v>
                </c:pt>
                <c:pt idx="6443">
                  <c:v>6444</c:v>
                </c:pt>
                <c:pt idx="6444">
                  <c:v>6445</c:v>
                </c:pt>
                <c:pt idx="6445">
                  <c:v>6446</c:v>
                </c:pt>
                <c:pt idx="6446">
                  <c:v>6447</c:v>
                </c:pt>
                <c:pt idx="6447">
                  <c:v>6448</c:v>
                </c:pt>
                <c:pt idx="6448">
                  <c:v>6449</c:v>
                </c:pt>
                <c:pt idx="6449">
                  <c:v>6450</c:v>
                </c:pt>
                <c:pt idx="6450">
                  <c:v>6451</c:v>
                </c:pt>
                <c:pt idx="6451">
                  <c:v>6452</c:v>
                </c:pt>
                <c:pt idx="6452">
                  <c:v>6453</c:v>
                </c:pt>
                <c:pt idx="6453">
                  <c:v>6454</c:v>
                </c:pt>
                <c:pt idx="6454">
                  <c:v>6455</c:v>
                </c:pt>
                <c:pt idx="6455">
                  <c:v>6456</c:v>
                </c:pt>
                <c:pt idx="6456">
                  <c:v>6457</c:v>
                </c:pt>
                <c:pt idx="6457">
                  <c:v>6458</c:v>
                </c:pt>
                <c:pt idx="6458">
                  <c:v>6459</c:v>
                </c:pt>
                <c:pt idx="6459">
                  <c:v>6460</c:v>
                </c:pt>
                <c:pt idx="6460">
                  <c:v>6461</c:v>
                </c:pt>
                <c:pt idx="6461">
                  <c:v>6462</c:v>
                </c:pt>
                <c:pt idx="6462">
                  <c:v>6463</c:v>
                </c:pt>
                <c:pt idx="6463">
                  <c:v>6464</c:v>
                </c:pt>
                <c:pt idx="6464">
                  <c:v>6465</c:v>
                </c:pt>
                <c:pt idx="6465">
                  <c:v>6466</c:v>
                </c:pt>
                <c:pt idx="6466">
                  <c:v>6467</c:v>
                </c:pt>
                <c:pt idx="6467">
                  <c:v>6468</c:v>
                </c:pt>
                <c:pt idx="6468">
                  <c:v>6469</c:v>
                </c:pt>
                <c:pt idx="6469">
                  <c:v>6470</c:v>
                </c:pt>
                <c:pt idx="6470">
                  <c:v>6471</c:v>
                </c:pt>
                <c:pt idx="6471">
                  <c:v>6472</c:v>
                </c:pt>
                <c:pt idx="6472">
                  <c:v>6473</c:v>
                </c:pt>
                <c:pt idx="6473">
                  <c:v>6474</c:v>
                </c:pt>
                <c:pt idx="6474">
                  <c:v>6475</c:v>
                </c:pt>
                <c:pt idx="6475">
                  <c:v>6476</c:v>
                </c:pt>
                <c:pt idx="6476">
                  <c:v>6477</c:v>
                </c:pt>
                <c:pt idx="6477">
                  <c:v>6478</c:v>
                </c:pt>
                <c:pt idx="6478">
                  <c:v>6479</c:v>
                </c:pt>
                <c:pt idx="6479">
                  <c:v>6480</c:v>
                </c:pt>
                <c:pt idx="6480">
                  <c:v>6481</c:v>
                </c:pt>
                <c:pt idx="6481">
                  <c:v>6482</c:v>
                </c:pt>
                <c:pt idx="6482">
                  <c:v>6483</c:v>
                </c:pt>
                <c:pt idx="6483">
                  <c:v>6484</c:v>
                </c:pt>
                <c:pt idx="6484">
                  <c:v>6485</c:v>
                </c:pt>
                <c:pt idx="6485">
                  <c:v>6486</c:v>
                </c:pt>
                <c:pt idx="6486">
                  <c:v>6487</c:v>
                </c:pt>
                <c:pt idx="6487">
                  <c:v>6488</c:v>
                </c:pt>
                <c:pt idx="6488">
                  <c:v>6489</c:v>
                </c:pt>
                <c:pt idx="6489">
                  <c:v>6490</c:v>
                </c:pt>
                <c:pt idx="6490">
                  <c:v>6491</c:v>
                </c:pt>
                <c:pt idx="6491">
                  <c:v>6492</c:v>
                </c:pt>
                <c:pt idx="6492">
                  <c:v>6493</c:v>
                </c:pt>
                <c:pt idx="6493">
                  <c:v>6494</c:v>
                </c:pt>
                <c:pt idx="6494">
                  <c:v>6495</c:v>
                </c:pt>
                <c:pt idx="6495">
                  <c:v>6496</c:v>
                </c:pt>
                <c:pt idx="6496">
                  <c:v>6497</c:v>
                </c:pt>
                <c:pt idx="6497">
                  <c:v>6498</c:v>
                </c:pt>
                <c:pt idx="6498">
                  <c:v>6499</c:v>
                </c:pt>
                <c:pt idx="6499">
                  <c:v>6500</c:v>
                </c:pt>
                <c:pt idx="6500">
                  <c:v>6501</c:v>
                </c:pt>
                <c:pt idx="6501">
                  <c:v>6502</c:v>
                </c:pt>
                <c:pt idx="6502">
                  <c:v>6503</c:v>
                </c:pt>
                <c:pt idx="6503">
                  <c:v>6504</c:v>
                </c:pt>
                <c:pt idx="6504">
                  <c:v>6505</c:v>
                </c:pt>
                <c:pt idx="6505">
                  <c:v>6506</c:v>
                </c:pt>
                <c:pt idx="6506">
                  <c:v>6507</c:v>
                </c:pt>
                <c:pt idx="6507">
                  <c:v>6508</c:v>
                </c:pt>
                <c:pt idx="6508">
                  <c:v>6509</c:v>
                </c:pt>
                <c:pt idx="6509">
                  <c:v>6510</c:v>
                </c:pt>
                <c:pt idx="6510">
                  <c:v>6511</c:v>
                </c:pt>
                <c:pt idx="6511">
                  <c:v>6512</c:v>
                </c:pt>
                <c:pt idx="6512">
                  <c:v>6513</c:v>
                </c:pt>
                <c:pt idx="6513">
                  <c:v>6514</c:v>
                </c:pt>
                <c:pt idx="6514">
                  <c:v>6515</c:v>
                </c:pt>
                <c:pt idx="6515">
                  <c:v>6516</c:v>
                </c:pt>
                <c:pt idx="6516">
                  <c:v>6517</c:v>
                </c:pt>
                <c:pt idx="6517">
                  <c:v>6518</c:v>
                </c:pt>
                <c:pt idx="6518">
                  <c:v>6519</c:v>
                </c:pt>
                <c:pt idx="6519">
                  <c:v>6520</c:v>
                </c:pt>
                <c:pt idx="6520">
                  <c:v>6521</c:v>
                </c:pt>
                <c:pt idx="6521">
                  <c:v>6522</c:v>
                </c:pt>
                <c:pt idx="6522">
                  <c:v>6523</c:v>
                </c:pt>
                <c:pt idx="6523">
                  <c:v>6524</c:v>
                </c:pt>
                <c:pt idx="6524">
                  <c:v>6525</c:v>
                </c:pt>
                <c:pt idx="6525">
                  <c:v>6526</c:v>
                </c:pt>
                <c:pt idx="6526">
                  <c:v>6527</c:v>
                </c:pt>
                <c:pt idx="6527">
                  <c:v>6528</c:v>
                </c:pt>
                <c:pt idx="6528">
                  <c:v>6529</c:v>
                </c:pt>
                <c:pt idx="6529">
                  <c:v>6530</c:v>
                </c:pt>
                <c:pt idx="6530">
                  <c:v>6531</c:v>
                </c:pt>
                <c:pt idx="6531">
                  <c:v>6532</c:v>
                </c:pt>
                <c:pt idx="6532">
                  <c:v>6533</c:v>
                </c:pt>
                <c:pt idx="6533">
                  <c:v>6534</c:v>
                </c:pt>
                <c:pt idx="6534">
                  <c:v>6535</c:v>
                </c:pt>
                <c:pt idx="6535">
                  <c:v>6536</c:v>
                </c:pt>
                <c:pt idx="6536">
                  <c:v>6537</c:v>
                </c:pt>
                <c:pt idx="6537">
                  <c:v>6538</c:v>
                </c:pt>
                <c:pt idx="6538">
                  <c:v>6539</c:v>
                </c:pt>
                <c:pt idx="6539">
                  <c:v>6540</c:v>
                </c:pt>
                <c:pt idx="6540">
                  <c:v>6541</c:v>
                </c:pt>
                <c:pt idx="6541">
                  <c:v>6542</c:v>
                </c:pt>
                <c:pt idx="6542">
                  <c:v>6543</c:v>
                </c:pt>
                <c:pt idx="6543">
                  <c:v>6544</c:v>
                </c:pt>
                <c:pt idx="6544">
                  <c:v>6545</c:v>
                </c:pt>
                <c:pt idx="6545">
                  <c:v>6546</c:v>
                </c:pt>
                <c:pt idx="6546">
                  <c:v>6547</c:v>
                </c:pt>
                <c:pt idx="6547">
                  <c:v>6548</c:v>
                </c:pt>
                <c:pt idx="6548">
                  <c:v>6549</c:v>
                </c:pt>
                <c:pt idx="6549">
                  <c:v>6550</c:v>
                </c:pt>
                <c:pt idx="6550">
                  <c:v>6551</c:v>
                </c:pt>
                <c:pt idx="6551">
                  <c:v>6552</c:v>
                </c:pt>
                <c:pt idx="6552">
                  <c:v>6553</c:v>
                </c:pt>
                <c:pt idx="6553">
                  <c:v>6554</c:v>
                </c:pt>
                <c:pt idx="6554">
                  <c:v>6555</c:v>
                </c:pt>
                <c:pt idx="6555">
                  <c:v>6556</c:v>
                </c:pt>
                <c:pt idx="6556">
                  <c:v>6557</c:v>
                </c:pt>
                <c:pt idx="6557">
                  <c:v>6558</c:v>
                </c:pt>
                <c:pt idx="6558">
                  <c:v>6559</c:v>
                </c:pt>
                <c:pt idx="6559">
                  <c:v>6560</c:v>
                </c:pt>
                <c:pt idx="6560">
                  <c:v>6561</c:v>
                </c:pt>
                <c:pt idx="6561">
                  <c:v>6562</c:v>
                </c:pt>
                <c:pt idx="6562">
                  <c:v>6563</c:v>
                </c:pt>
                <c:pt idx="6563">
                  <c:v>6564</c:v>
                </c:pt>
                <c:pt idx="6564">
                  <c:v>6565</c:v>
                </c:pt>
                <c:pt idx="6565">
                  <c:v>6566</c:v>
                </c:pt>
                <c:pt idx="6566">
                  <c:v>6567</c:v>
                </c:pt>
                <c:pt idx="6567">
                  <c:v>6568</c:v>
                </c:pt>
                <c:pt idx="6568">
                  <c:v>6569</c:v>
                </c:pt>
                <c:pt idx="6569">
                  <c:v>6570</c:v>
                </c:pt>
                <c:pt idx="6570">
                  <c:v>6571</c:v>
                </c:pt>
                <c:pt idx="6571">
                  <c:v>6572</c:v>
                </c:pt>
                <c:pt idx="6572">
                  <c:v>6573</c:v>
                </c:pt>
                <c:pt idx="6573">
                  <c:v>6574</c:v>
                </c:pt>
                <c:pt idx="6574">
                  <c:v>6575</c:v>
                </c:pt>
                <c:pt idx="6575">
                  <c:v>6576</c:v>
                </c:pt>
                <c:pt idx="6576">
                  <c:v>6577</c:v>
                </c:pt>
                <c:pt idx="6577">
                  <c:v>6578</c:v>
                </c:pt>
                <c:pt idx="6578">
                  <c:v>6579</c:v>
                </c:pt>
                <c:pt idx="6579">
                  <c:v>6580</c:v>
                </c:pt>
                <c:pt idx="6580">
                  <c:v>6581</c:v>
                </c:pt>
                <c:pt idx="6581">
                  <c:v>6582</c:v>
                </c:pt>
                <c:pt idx="6582">
                  <c:v>6583</c:v>
                </c:pt>
                <c:pt idx="6583">
                  <c:v>6584</c:v>
                </c:pt>
                <c:pt idx="6584">
                  <c:v>6585</c:v>
                </c:pt>
                <c:pt idx="6585">
                  <c:v>6586</c:v>
                </c:pt>
                <c:pt idx="6586">
                  <c:v>6587</c:v>
                </c:pt>
                <c:pt idx="6587">
                  <c:v>6588</c:v>
                </c:pt>
                <c:pt idx="6588">
                  <c:v>6589</c:v>
                </c:pt>
                <c:pt idx="6589">
                  <c:v>6590</c:v>
                </c:pt>
                <c:pt idx="6590">
                  <c:v>6591</c:v>
                </c:pt>
                <c:pt idx="6591">
                  <c:v>6592</c:v>
                </c:pt>
                <c:pt idx="6592">
                  <c:v>6593</c:v>
                </c:pt>
                <c:pt idx="6593">
                  <c:v>6594</c:v>
                </c:pt>
                <c:pt idx="6594">
                  <c:v>6595</c:v>
                </c:pt>
                <c:pt idx="6595">
                  <c:v>6596</c:v>
                </c:pt>
                <c:pt idx="6596">
                  <c:v>6597</c:v>
                </c:pt>
                <c:pt idx="6597">
                  <c:v>6598</c:v>
                </c:pt>
                <c:pt idx="6598">
                  <c:v>6599</c:v>
                </c:pt>
                <c:pt idx="6599">
                  <c:v>6600</c:v>
                </c:pt>
                <c:pt idx="6600">
                  <c:v>6601</c:v>
                </c:pt>
                <c:pt idx="6601">
                  <c:v>6602</c:v>
                </c:pt>
                <c:pt idx="6602">
                  <c:v>6603</c:v>
                </c:pt>
                <c:pt idx="6603">
                  <c:v>6604</c:v>
                </c:pt>
                <c:pt idx="6604">
                  <c:v>6605</c:v>
                </c:pt>
                <c:pt idx="6605">
                  <c:v>6606</c:v>
                </c:pt>
                <c:pt idx="6606">
                  <c:v>6607</c:v>
                </c:pt>
                <c:pt idx="6607">
                  <c:v>6608</c:v>
                </c:pt>
                <c:pt idx="6608">
                  <c:v>6609</c:v>
                </c:pt>
                <c:pt idx="6609">
                  <c:v>6610</c:v>
                </c:pt>
                <c:pt idx="6610">
                  <c:v>6611</c:v>
                </c:pt>
                <c:pt idx="6611">
                  <c:v>6612</c:v>
                </c:pt>
                <c:pt idx="6612">
                  <c:v>6613</c:v>
                </c:pt>
                <c:pt idx="6613">
                  <c:v>6614</c:v>
                </c:pt>
                <c:pt idx="6614">
                  <c:v>6615</c:v>
                </c:pt>
                <c:pt idx="6615">
                  <c:v>6616</c:v>
                </c:pt>
                <c:pt idx="6616">
                  <c:v>6617</c:v>
                </c:pt>
                <c:pt idx="6617">
                  <c:v>6618</c:v>
                </c:pt>
                <c:pt idx="6618">
                  <c:v>6619</c:v>
                </c:pt>
                <c:pt idx="6619">
                  <c:v>6620</c:v>
                </c:pt>
                <c:pt idx="6620">
                  <c:v>6621</c:v>
                </c:pt>
                <c:pt idx="6621">
                  <c:v>6622</c:v>
                </c:pt>
                <c:pt idx="6622">
                  <c:v>6623</c:v>
                </c:pt>
                <c:pt idx="6623">
                  <c:v>6624</c:v>
                </c:pt>
                <c:pt idx="6624">
                  <c:v>6625</c:v>
                </c:pt>
                <c:pt idx="6625">
                  <c:v>6626</c:v>
                </c:pt>
                <c:pt idx="6626">
                  <c:v>6627</c:v>
                </c:pt>
                <c:pt idx="6627">
                  <c:v>6628</c:v>
                </c:pt>
                <c:pt idx="6628">
                  <c:v>6629</c:v>
                </c:pt>
                <c:pt idx="6629">
                  <c:v>6630</c:v>
                </c:pt>
                <c:pt idx="6630">
                  <c:v>6631</c:v>
                </c:pt>
                <c:pt idx="6631">
                  <c:v>6632</c:v>
                </c:pt>
                <c:pt idx="6632">
                  <c:v>6633</c:v>
                </c:pt>
                <c:pt idx="6633">
                  <c:v>6634</c:v>
                </c:pt>
                <c:pt idx="6634">
                  <c:v>6635</c:v>
                </c:pt>
                <c:pt idx="6635">
                  <c:v>6636</c:v>
                </c:pt>
                <c:pt idx="6636">
                  <c:v>6637</c:v>
                </c:pt>
                <c:pt idx="6637">
                  <c:v>6638</c:v>
                </c:pt>
                <c:pt idx="6638">
                  <c:v>6639</c:v>
                </c:pt>
                <c:pt idx="6639">
                  <c:v>6640</c:v>
                </c:pt>
                <c:pt idx="6640">
                  <c:v>6641</c:v>
                </c:pt>
                <c:pt idx="6641">
                  <c:v>6642</c:v>
                </c:pt>
                <c:pt idx="6642">
                  <c:v>6643</c:v>
                </c:pt>
                <c:pt idx="6643">
                  <c:v>6644</c:v>
                </c:pt>
                <c:pt idx="6644">
                  <c:v>6645</c:v>
                </c:pt>
                <c:pt idx="6645">
                  <c:v>6646</c:v>
                </c:pt>
                <c:pt idx="6646">
                  <c:v>6647</c:v>
                </c:pt>
                <c:pt idx="6647">
                  <c:v>6648</c:v>
                </c:pt>
                <c:pt idx="6648">
                  <c:v>6649</c:v>
                </c:pt>
                <c:pt idx="6649">
                  <c:v>6650</c:v>
                </c:pt>
                <c:pt idx="6650">
                  <c:v>6651</c:v>
                </c:pt>
                <c:pt idx="6651">
                  <c:v>6652</c:v>
                </c:pt>
                <c:pt idx="6652">
                  <c:v>6653</c:v>
                </c:pt>
                <c:pt idx="6653">
                  <c:v>6654</c:v>
                </c:pt>
                <c:pt idx="6654">
                  <c:v>6655</c:v>
                </c:pt>
                <c:pt idx="6655">
                  <c:v>6656</c:v>
                </c:pt>
                <c:pt idx="6656">
                  <c:v>6657</c:v>
                </c:pt>
                <c:pt idx="6657">
                  <c:v>6658</c:v>
                </c:pt>
                <c:pt idx="6658">
                  <c:v>6659</c:v>
                </c:pt>
                <c:pt idx="6659">
                  <c:v>6660</c:v>
                </c:pt>
                <c:pt idx="6660">
                  <c:v>6661</c:v>
                </c:pt>
                <c:pt idx="6661">
                  <c:v>6662</c:v>
                </c:pt>
                <c:pt idx="6662">
                  <c:v>6663</c:v>
                </c:pt>
                <c:pt idx="6663">
                  <c:v>6664</c:v>
                </c:pt>
                <c:pt idx="6664">
                  <c:v>6665</c:v>
                </c:pt>
                <c:pt idx="6665">
                  <c:v>6666</c:v>
                </c:pt>
                <c:pt idx="6666">
                  <c:v>6667</c:v>
                </c:pt>
                <c:pt idx="6667">
                  <c:v>6668</c:v>
                </c:pt>
                <c:pt idx="6668">
                  <c:v>6669</c:v>
                </c:pt>
                <c:pt idx="6669">
                  <c:v>6670</c:v>
                </c:pt>
                <c:pt idx="6670">
                  <c:v>6671</c:v>
                </c:pt>
                <c:pt idx="6671">
                  <c:v>6672</c:v>
                </c:pt>
                <c:pt idx="6672">
                  <c:v>6673</c:v>
                </c:pt>
                <c:pt idx="6673">
                  <c:v>6674</c:v>
                </c:pt>
                <c:pt idx="6674">
                  <c:v>6675</c:v>
                </c:pt>
                <c:pt idx="6675">
                  <c:v>6676</c:v>
                </c:pt>
                <c:pt idx="6676">
                  <c:v>6677</c:v>
                </c:pt>
                <c:pt idx="6677">
                  <c:v>6678</c:v>
                </c:pt>
                <c:pt idx="6678">
                  <c:v>6679</c:v>
                </c:pt>
                <c:pt idx="6679">
                  <c:v>6680</c:v>
                </c:pt>
                <c:pt idx="6680">
                  <c:v>6681</c:v>
                </c:pt>
                <c:pt idx="6681">
                  <c:v>6682</c:v>
                </c:pt>
                <c:pt idx="6682">
                  <c:v>6683</c:v>
                </c:pt>
                <c:pt idx="6683">
                  <c:v>6684</c:v>
                </c:pt>
                <c:pt idx="6684">
                  <c:v>6685</c:v>
                </c:pt>
                <c:pt idx="6685">
                  <c:v>6686</c:v>
                </c:pt>
                <c:pt idx="6686">
                  <c:v>6687</c:v>
                </c:pt>
                <c:pt idx="6687">
                  <c:v>6688</c:v>
                </c:pt>
                <c:pt idx="6688">
                  <c:v>6689</c:v>
                </c:pt>
                <c:pt idx="6689">
                  <c:v>6690</c:v>
                </c:pt>
                <c:pt idx="6690">
                  <c:v>6691</c:v>
                </c:pt>
                <c:pt idx="6691">
                  <c:v>6692</c:v>
                </c:pt>
                <c:pt idx="6692">
                  <c:v>6693</c:v>
                </c:pt>
                <c:pt idx="6693">
                  <c:v>6694</c:v>
                </c:pt>
                <c:pt idx="6694">
                  <c:v>6695</c:v>
                </c:pt>
                <c:pt idx="6695">
                  <c:v>6696</c:v>
                </c:pt>
                <c:pt idx="6696">
                  <c:v>6697</c:v>
                </c:pt>
                <c:pt idx="6697">
                  <c:v>6698</c:v>
                </c:pt>
                <c:pt idx="6698">
                  <c:v>6699</c:v>
                </c:pt>
                <c:pt idx="6699">
                  <c:v>6700</c:v>
                </c:pt>
                <c:pt idx="6700">
                  <c:v>6701</c:v>
                </c:pt>
                <c:pt idx="6701">
                  <c:v>6702</c:v>
                </c:pt>
                <c:pt idx="6702">
                  <c:v>6703</c:v>
                </c:pt>
                <c:pt idx="6703">
                  <c:v>6704</c:v>
                </c:pt>
                <c:pt idx="6704">
                  <c:v>6705</c:v>
                </c:pt>
                <c:pt idx="6705">
                  <c:v>6706</c:v>
                </c:pt>
                <c:pt idx="6706">
                  <c:v>6707</c:v>
                </c:pt>
                <c:pt idx="6707">
                  <c:v>6708</c:v>
                </c:pt>
                <c:pt idx="6708">
                  <c:v>6709</c:v>
                </c:pt>
                <c:pt idx="6709">
                  <c:v>6710</c:v>
                </c:pt>
                <c:pt idx="6710">
                  <c:v>6711</c:v>
                </c:pt>
                <c:pt idx="6711">
                  <c:v>6712</c:v>
                </c:pt>
                <c:pt idx="6712">
                  <c:v>6713</c:v>
                </c:pt>
                <c:pt idx="6713">
                  <c:v>6714</c:v>
                </c:pt>
                <c:pt idx="6714">
                  <c:v>6715</c:v>
                </c:pt>
                <c:pt idx="6715">
                  <c:v>6716</c:v>
                </c:pt>
                <c:pt idx="6716">
                  <c:v>6717</c:v>
                </c:pt>
                <c:pt idx="6717">
                  <c:v>6718</c:v>
                </c:pt>
                <c:pt idx="6718">
                  <c:v>6719</c:v>
                </c:pt>
                <c:pt idx="6719">
                  <c:v>6720</c:v>
                </c:pt>
                <c:pt idx="6720">
                  <c:v>6721</c:v>
                </c:pt>
                <c:pt idx="6721">
                  <c:v>6722</c:v>
                </c:pt>
                <c:pt idx="6722">
                  <c:v>6723</c:v>
                </c:pt>
                <c:pt idx="6723">
                  <c:v>6724</c:v>
                </c:pt>
                <c:pt idx="6724">
                  <c:v>6725</c:v>
                </c:pt>
                <c:pt idx="6725">
                  <c:v>6726</c:v>
                </c:pt>
                <c:pt idx="6726">
                  <c:v>6727</c:v>
                </c:pt>
                <c:pt idx="6727">
                  <c:v>6728</c:v>
                </c:pt>
                <c:pt idx="6728">
                  <c:v>6729</c:v>
                </c:pt>
                <c:pt idx="6729">
                  <c:v>6730</c:v>
                </c:pt>
                <c:pt idx="6730">
                  <c:v>6731</c:v>
                </c:pt>
                <c:pt idx="6731">
                  <c:v>6732</c:v>
                </c:pt>
                <c:pt idx="6732">
                  <c:v>6733</c:v>
                </c:pt>
                <c:pt idx="6733">
                  <c:v>6734</c:v>
                </c:pt>
                <c:pt idx="6734">
                  <c:v>6735</c:v>
                </c:pt>
                <c:pt idx="6735">
                  <c:v>6736</c:v>
                </c:pt>
                <c:pt idx="6736">
                  <c:v>6737</c:v>
                </c:pt>
                <c:pt idx="6737">
                  <c:v>6738</c:v>
                </c:pt>
                <c:pt idx="6738">
                  <c:v>6739</c:v>
                </c:pt>
                <c:pt idx="6739">
                  <c:v>6740</c:v>
                </c:pt>
                <c:pt idx="6740">
                  <c:v>6741</c:v>
                </c:pt>
                <c:pt idx="6741">
                  <c:v>6742</c:v>
                </c:pt>
                <c:pt idx="6742">
                  <c:v>6743</c:v>
                </c:pt>
                <c:pt idx="6743">
                  <c:v>6744</c:v>
                </c:pt>
                <c:pt idx="6744">
                  <c:v>6745</c:v>
                </c:pt>
                <c:pt idx="6745">
                  <c:v>6746</c:v>
                </c:pt>
                <c:pt idx="6746">
                  <c:v>6747</c:v>
                </c:pt>
                <c:pt idx="6747">
                  <c:v>6748</c:v>
                </c:pt>
                <c:pt idx="6748">
                  <c:v>6749</c:v>
                </c:pt>
                <c:pt idx="6749">
                  <c:v>6750</c:v>
                </c:pt>
                <c:pt idx="6750">
                  <c:v>6751</c:v>
                </c:pt>
                <c:pt idx="6751">
                  <c:v>6752</c:v>
                </c:pt>
                <c:pt idx="6752">
                  <c:v>6753</c:v>
                </c:pt>
                <c:pt idx="6753">
                  <c:v>6754</c:v>
                </c:pt>
                <c:pt idx="6754">
                  <c:v>6755</c:v>
                </c:pt>
                <c:pt idx="6755">
                  <c:v>6756</c:v>
                </c:pt>
                <c:pt idx="6756">
                  <c:v>6757</c:v>
                </c:pt>
                <c:pt idx="6757">
                  <c:v>6758</c:v>
                </c:pt>
                <c:pt idx="6758">
                  <c:v>6759</c:v>
                </c:pt>
                <c:pt idx="6759">
                  <c:v>6760</c:v>
                </c:pt>
                <c:pt idx="6760">
                  <c:v>6761</c:v>
                </c:pt>
                <c:pt idx="6761">
                  <c:v>6762</c:v>
                </c:pt>
                <c:pt idx="6762">
                  <c:v>6763</c:v>
                </c:pt>
                <c:pt idx="6763">
                  <c:v>6764</c:v>
                </c:pt>
                <c:pt idx="6764">
                  <c:v>6765</c:v>
                </c:pt>
                <c:pt idx="6765">
                  <c:v>6766</c:v>
                </c:pt>
                <c:pt idx="6766">
                  <c:v>6767</c:v>
                </c:pt>
                <c:pt idx="6767">
                  <c:v>6768</c:v>
                </c:pt>
                <c:pt idx="6768">
                  <c:v>6769</c:v>
                </c:pt>
                <c:pt idx="6769">
                  <c:v>6770</c:v>
                </c:pt>
                <c:pt idx="6770">
                  <c:v>6771</c:v>
                </c:pt>
                <c:pt idx="6771">
                  <c:v>6772</c:v>
                </c:pt>
                <c:pt idx="6772">
                  <c:v>6773</c:v>
                </c:pt>
                <c:pt idx="6773">
                  <c:v>6774</c:v>
                </c:pt>
                <c:pt idx="6774">
                  <c:v>6775</c:v>
                </c:pt>
                <c:pt idx="6775">
                  <c:v>6776</c:v>
                </c:pt>
                <c:pt idx="6776">
                  <c:v>6777</c:v>
                </c:pt>
                <c:pt idx="6777">
                  <c:v>6778</c:v>
                </c:pt>
                <c:pt idx="6778">
                  <c:v>6779</c:v>
                </c:pt>
                <c:pt idx="6779">
                  <c:v>6780</c:v>
                </c:pt>
                <c:pt idx="6780">
                  <c:v>6781</c:v>
                </c:pt>
                <c:pt idx="6781">
                  <c:v>6782</c:v>
                </c:pt>
                <c:pt idx="6782">
                  <c:v>6783</c:v>
                </c:pt>
                <c:pt idx="6783">
                  <c:v>6784</c:v>
                </c:pt>
                <c:pt idx="6784">
                  <c:v>6785</c:v>
                </c:pt>
                <c:pt idx="6785">
                  <c:v>6786</c:v>
                </c:pt>
                <c:pt idx="6786">
                  <c:v>6787</c:v>
                </c:pt>
                <c:pt idx="6787">
                  <c:v>6788</c:v>
                </c:pt>
                <c:pt idx="6788">
                  <c:v>6789</c:v>
                </c:pt>
                <c:pt idx="6789">
                  <c:v>6790</c:v>
                </c:pt>
                <c:pt idx="6790">
                  <c:v>6791</c:v>
                </c:pt>
                <c:pt idx="6791">
                  <c:v>6792</c:v>
                </c:pt>
                <c:pt idx="6792">
                  <c:v>6793</c:v>
                </c:pt>
                <c:pt idx="6793">
                  <c:v>6794</c:v>
                </c:pt>
                <c:pt idx="6794">
                  <c:v>6795</c:v>
                </c:pt>
                <c:pt idx="6795">
                  <c:v>6796</c:v>
                </c:pt>
                <c:pt idx="6796">
                  <c:v>6797</c:v>
                </c:pt>
                <c:pt idx="6797">
                  <c:v>6798</c:v>
                </c:pt>
                <c:pt idx="6798">
                  <c:v>6799</c:v>
                </c:pt>
                <c:pt idx="6799">
                  <c:v>6800</c:v>
                </c:pt>
                <c:pt idx="6800">
                  <c:v>6801</c:v>
                </c:pt>
                <c:pt idx="6801">
                  <c:v>6802</c:v>
                </c:pt>
                <c:pt idx="6802">
                  <c:v>6803</c:v>
                </c:pt>
                <c:pt idx="6803">
                  <c:v>6804</c:v>
                </c:pt>
                <c:pt idx="6804">
                  <c:v>6805</c:v>
                </c:pt>
                <c:pt idx="6805">
                  <c:v>6806</c:v>
                </c:pt>
                <c:pt idx="6806">
                  <c:v>6807</c:v>
                </c:pt>
                <c:pt idx="6807">
                  <c:v>6808</c:v>
                </c:pt>
                <c:pt idx="6808">
                  <c:v>6809</c:v>
                </c:pt>
                <c:pt idx="6809">
                  <c:v>6810</c:v>
                </c:pt>
                <c:pt idx="6810">
                  <c:v>6811</c:v>
                </c:pt>
                <c:pt idx="6811">
                  <c:v>6812</c:v>
                </c:pt>
                <c:pt idx="6812">
                  <c:v>6813</c:v>
                </c:pt>
                <c:pt idx="6813">
                  <c:v>6814</c:v>
                </c:pt>
                <c:pt idx="6814">
                  <c:v>6815</c:v>
                </c:pt>
                <c:pt idx="6815">
                  <c:v>6816</c:v>
                </c:pt>
                <c:pt idx="6816">
                  <c:v>6817</c:v>
                </c:pt>
                <c:pt idx="6817">
                  <c:v>6818</c:v>
                </c:pt>
                <c:pt idx="6818">
                  <c:v>6819</c:v>
                </c:pt>
                <c:pt idx="6819">
                  <c:v>6820</c:v>
                </c:pt>
                <c:pt idx="6820">
                  <c:v>6821</c:v>
                </c:pt>
                <c:pt idx="6821">
                  <c:v>6822</c:v>
                </c:pt>
                <c:pt idx="6822">
                  <c:v>6823</c:v>
                </c:pt>
                <c:pt idx="6823">
                  <c:v>6824</c:v>
                </c:pt>
                <c:pt idx="6824">
                  <c:v>6825</c:v>
                </c:pt>
                <c:pt idx="6825">
                  <c:v>6826</c:v>
                </c:pt>
                <c:pt idx="6826">
                  <c:v>6827</c:v>
                </c:pt>
                <c:pt idx="6827">
                  <c:v>6828</c:v>
                </c:pt>
                <c:pt idx="6828">
                  <c:v>6829</c:v>
                </c:pt>
                <c:pt idx="6829">
                  <c:v>6830</c:v>
                </c:pt>
                <c:pt idx="6830">
                  <c:v>6831</c:v>
                </c:pt>
                <c:pt idx="6831">
                  <c:v>6832</c:v>
                </c:pt>
                <c:pt idx="6832">
                  <c:v>6833</c:v>
                </c:pt>
                <c:pt idx="6833">
                  <c:v>6834</c:v>
                </c:pt>
                <c:pt idx="6834">
                  <c:v>6835</c:v>
                </c:pt>
                <c:pt idx="6835">
                  <c:v>6836</c:v>
                </c:pt>
                <c:pt idx="6836">
                  <c:v>6837</c:v>
                </c:pt>
                <c:pt idx="6837">
                  <c:v>6838</c:v>
                </c:pt>
                <c:pt idx="6838">
                  <c:v>6839</c:v>
                </c:pt>
                <c:pt idx="6839">
                  <c:v>6840</c:v>
                </c:pt>
                <c:pt idx="6840">
                  <c:v>6841</c:v>
                </c:pt>
                <c:pt idx="6841">
                  <c:v>6842</c:v>
                </c:pt>
                <c:pt idx="6842">
                  <c:v>6843</c:v>
                </c:pt>
                <c:pt idx="6843">
                  <c:v>6844</c:v>
                </c:pt>
                <c:pt idx="6844">
                  <c:v>6845</c:v>
                </c:pt>
                <c:pt idx="6845">
                  <c:v>6846</c:v>
                </c:pt>
                <c:pt idx="6846">
                  <c:v>6847</c:v>
                </c:pt>
                <c:pt idx="6847">
                  <c:v>6848</c:v>
                </c:pt>
                <c:pt idx="6848">
                  <c:v>6849</c:v>
                </c:pt>
                <c:pt idx="6849">
                  <c:v>6850</c:v>
                </c:pt>
                <c:pt idx="6850">
                  <c:v>6851</c:v>
                </c:pt>
                <c:pt idx="6851">
                  <c:v>6852</c:v>
                </c:pt>
                <c:pt idx="6852">
                  <c:v>6853</c:v>
                </c:pt>
                <c:pt idx="6853">
                  <c:v>6854</c:v>
                </c:pt>
                <c:pt idx="6854">
                  <c:v>6855</c:v>
                </c:pt>
                <c:pt idx="6855">
                  <c:v>6856</c:v>
                </c:pt>
                <c:pt idx="6856">
                  <c:v>6857</c:v>
                </c:pt>
                <c:pt idx="6857">
                  <c:v>6858</c:v>
                </c:pt>
                <c:pt idx="6858">
                  <c:v>6859</c:v>
                </c:pt>
                <c:pt idx="6859">
                  <c:v>6860</c:v>
                </c:pt>
                <c:pt idx="6860">
                  <c:v>6861</c:v>
                </c:pt>
                <c:pt idx="6861">
                  <c:v>6862</c:v>
                </c:pt>
                <c:pt idx="6862">
                  <c:v>6863</c:v>
                </c:pt>
                <c:pt idx="6863">
                  <c:v>6864</c:v>
                </c:pt>
                <c:pt idx="6864">
                  <c:v>6865</c:v>
                </c:pt>
                <c:pt idx="6865">
                  <c:v>6866</c:v>
                </c:pt>
                <c:pt idx="6866">
                  <c:v>6867</c:v>
                </c:pt>
                <c:pt idx="6867">
                  <c:v>6868</c:v>
                </c:pt>
                <c:pt idx="6868">
                  <c:v>6869</c:v>
                </c:pt>
                <c:pt idx="6869">
                  <c:v>6870</c:v>
                </c:pt>
                <c:pt idx="6870">
                  <c:v>6871</c:v>
                </c:pt>
                <c:pt idx="6871">
                  <c:v>6872</c:v>
                </c:pt>
                <c:pt idx="6872">
                  <c:v>6873</c:v>
                </c:pt>
                <c:pt idx="6873">
                  <c:v>6874</c:v>
                </c:pt>
                <c:pt idx="6874">
                  <c:v>6875</c:v>
                </c:pt>
                <c:pt idx="6875">
                  <c:v>6876</c:v>
                </c:pt>
                <c:pt idx="6876">
                  <c:v>6877</c:v>
                </c:pt>
                <c:pt idx="6877">
                  <c:v>6878</c:v>
                </c:pt>
                <c:pt idx="6878">
                  <c:v>6879</c:v>
                </c:pt>
                <c:pt idx="6879">
                  <c:v>6880</c:v>
                </c:pt>
                <c:pt idx="6880">
                  <c:v>6881</c:v>
                </c:pt>
                <c:pt idx="6881">
                  <c:v>6882</c:v>
                </c:pt>
                <c:pt idx="6882">
                  <c:v>6883</c:v>
                </c:pt>
                <c:pt idx="6883">
                  <c:v>6884</c:v>
                </c:pt>
                <c:pt idx="6884">
                  <c:v>6885</c:v>
                </c:pt>
                <c:pt idx="6885">
                  <c:v>6886</c:v>
                </c:pt>
                <c:pt idx="6886">
                  <c:v>6887</c:v>
                </c:pt>
                <c:pt idx="6887">
                  <c:v>6888</c:v>
                </c:pt>
                <c:pt idx="6888">
                  <c:v>6889</c:v>
                </c:pt>
                <c:pt idx="6889">
                  <c:v>6890</c:v>
                </c:pt>
                <c:pt idx="6890">
                  <c:v>6891</c:v>
                </c:pt>
                <c:pt idx="6891">
                  <c:v>6892</c:v>
                </c:pt>
                <c:pt idx="6892">
                  <c:v>6893</c:v>
                </c:pt>
                <c:pt idx="6893">
                  <c:v>6894</c:v>
                </c:pt>
                <c:pt idx="6894">
                  <c:v>6895</c:v>
                </c:pt>
                <c:pt idx="6895">
                  <c:v>6896</c:v>
                </c:pt>
                <c:pt idx="6896">
                  <c:v>6897</c:v>
                </c:pt>
                <c:pt idx="6897">
                  <c:v>6898</c:v>
                </c:pt>
                <c:pt idx="6898">
                  <c:v>6899</c:v>
                </c:pt>
                <c:pt idx="6899">
                  <c:v>6900</c:v>
                </c:pt>
                <c:pt idx="6900">
                  <c:v>6901</c:v>
                </c:pt>
                <c:pt idx="6901">
                  <c:v>6902</c:v>
                </c:pt>
                <c:pt idx="6902">
                  <c:v>6903</c:v>
                </c:pt>
                <c:pt idx="6903">
                  <c:v>6904</c:v>
                </c:pt>
                <c:pt idx="6904">
                  <c:v>6905</c:v>
                </c:pt>
                <c:pt idx="6905">
                  <c:v>6906</c:v>
                </c:pt>
                <c:pt idx="6906">
                  <c:v>6907</c:v>
                </c:pt>
                <c:pt idx="6907">
                  <c:v>6908</c:v>
                </c:pt>
                <c:pt idx="6908">
                  <c:v>6909</c:v>
                </c:pt>
                <c:pt idx="6909">
                  <c:v>6910</c:v>
                </c:pt>
                <c:pt idx="6910">
                  <c:v>6911</c:v>
                </c:pt>
                <c:pt idx="6911">
                  <c:v>6912</c:v>
                </c:pt>
                <c:pt idx="6912">
                  <c:v>6913</c:v>
                </c:pt>
                <c:pt idx="6913">
                  <c:v>6914</c:v>
                </c:pt>
                <c:pt idx="6914">
                  <c:v>6915</c:v>
                </c:pt>
                <c:pt idx="6915">
                  <c:v>6916</c:v>
                </c:pt>
                <c:pt idx="6916">
                  <c:v>6917</c:v>
                </c:pt>
                <c:pt idx="6917">
                  <c:v>6918</c:v>
                </c:pt>
                <c:pt idx="6918">
                  <c:v>6919</c:v>
                </c:pt>
                <c:pt idx="6919">
                  <c:v>6920</c:v>
                </c:pt>
                <c:pt idx="6920">
                  <c:v>6921</c:v>
                </c:pt>
                <c:pt idx="6921">
                  <c:v>6922</c:v>
                </c:pt>
                <c:pt idx="6922">
                  <c:v>6923</c:v>
                </c:pt>
                <c:pt idx="6923">
                  <c:v>6924</c:v>
                </c:pt>
                <c:pt idx="6924">
                  <c:v>6925</c:v>
                </c:pt>
                <c:pt idx="6925">
                  <c:v>6926</c:v>
                </c:pt>
                <c:pt idx="6926">
                  <c:v>6927</c:v>
                </c:pt>
                <c:pt idx="6927">
                  <c:v>6928</c:v>
                </c:pt>
                <c:pt idx="6928">
                  <c:v>6929</c:v>
                </c:pt>
                <c:pt idx="6929">
                  <c:v>6930</c:v>
                </c:pt>
                <c:pt idx="6930">
                  <c:v>6931</c:v>
                </c:pt>
                <c:pt idx="6931">
                  <c:v>6932</c:v>
                </c:pt>
                <c:pt idx="6932">
                  <c:v>6933</c:v>
                </c:pt>
                <c:pt idx="6933">
                  <c:v>6934</c:v>
                </c:pt>
                <c:pt idx="6934">
                  <c:v>6935</c:v>
                </c:pt>
                <c:pt idx="6935">
                  <c:v>6936</c:v>
                </c:pt>
                <c:pt idx="6936">
                  <c:v>6937</c:v>
                </c:pt>
                <c:pt idx="6937">
                  <c:v>6938</c:v>
                </c:pt>
                <c:pt idx="6938">
                  <c:v>6939</c:v>
                </c:pt>
                <c:pt idx="6939">
                  <c:v>6940</c:v>
                </c:pt>
                <c:pt idx="6940">
                  <c:v>6941</c:v>
                </c:pt>
                <c:pt idx="6941">
                  <c:v>6942</c:v>
                </c:pt>
                <c:pt idx="6942">
                  <c:v>6943</c:v>
                </c:pt>
                <c:pt idx="6943">
                  <c:v>6944</c:v>
                </c:pt>
                <c:pt idx="6944">
                  <c:v>6945</c:v>
                </c:pt>
                <c:pt idx="6945">
                  <c:v>6946</c:v>
                </c:pt>
                <c:pt idx="6946">
                  <c:v>6947</c:v>
                </c:pt>
                <c:pt idx="6947">
                  <c:v>6948</c:v>
                </c:pt>
                <c:pt idx="6948">
                  <c:v>6949</c:v>
                </c:pt>
                <c:pt idx="6949">
                  <c:v>6950</c:v>
                </c:pt>
                <c:pt idx="6950">
                  <c:v>6951</c:v>
                </c:pt>
                <c:pt idx="6951">
                  <c:v>6952</c:v>
                </c:pt>
                <c:pt idx="6952">
                  <c:v>6953</c:v>
                </c:pt>
                <c:pt idx="6953">
                  <c:v>6954</c:v>
                </c:pt>
                <c:pt idx="6954">
                  <c:v>6955</c:v>
                </c:pt>
                <c:pt idx="6955">
                  <c:v>6956</c:v>
                </c:pt>
                <c:pt idx="6956">
                  <c:v>6957</c:v>
                </c:pt>
                <c:pt idx="6957">
                  <c:v>6958</c:v>
                </c:pt>
                <c:pt idx="6958">
                  <c:v>6959</c:v>
                </c:pt>
                <c:pt idx="6959">
                  <c:v>6960</c:v>
                </c:pt>
                <c:pt idx="6960">
                  <c:v>6961</c:v>
                </c:pt>
                <c:pt idx="6961">
                  <c:v>6962</c:v>
                </c:pt>
                <c:pt idx="6962">
                  <c:v>6963</c:v>
                </c:pt>
                <c:pt idx="6963">
                  <c:v>6964</c:v>
                </c:pt>
                <c:pt idx="6964">
                  <c:v>6965</c:v>
                </c:pt>
                <c:pt idx="6965">
                  <c:v>6966</c:v>
                </c:pt>
                <c:pt idx="6966">
                  <c:v>6967</c:v>
                </c:pt>
                <c:pt idx="6967">
                  <c:v>6968</c:v>
                </c:pt>
                <c:pt idx="6968">
                  <c:v>6969</c:v>
                </c:pt>
                <c:pt idx="6969">
                  <c:v>6970</c:v>
                </c:pt>
                <c:pt idx="6970">
                  <c:v>6971</c:v>
                </c:pt>
                <c:pt idx="6971">
                  <c:v>6972</c:v>
                </c:pt>
                <c:pt idx="6972">
                  <c:v>6973</c:v>
                </c:pt>
                <c:pt idx="6973">
                  <c:v>6974</c:v>
                </c:pt>
                <c:pt idx="6974">
                  <c:v>6975</c:v>
                </c:pt>
                <c:pt idx="6975">
                  <c:v>6976</c:v>
                </c:pt>
                <c:pt idx="6976">
                  <c:v>6977</c:v>
                </c:pt>
                <c:pt idx="6977">
                  <c:v>6978</c:v>
                </c:pt>
                <c:pt idx="6978">
                  <c:v>6979</c:v>
                </c:pt>
                <c:pt idx="6979">
                  <c:v>6980</c:v>
                </c:pt>
                <c:pt idx="6980">
                  <c:v>6981</c:v>
                </c:pt>
                <c:pt idx="6981">
                  <c:v>6982</c:v>
                </c:pt>
                <c:pt idx="6982">
                  <c:v>6983</c:v>
                </c:pt>
                <c:pt idx="6983">
                  <c:v>6984</c:v>
                </c:pt>
                <c:pt idx="6984">
                  <c:v>6985</c:v>
                </c:pt>
                <c:pt idx="6985">
                  <c:v>6986</c:v>
                </c:pt>
                <c:pt idx="6986">
                  <c:v>6987</c:v>
                </c:pt>
                <c:pt idx="6987">
                  <c:v>6988</c:v>
                </c:pt>
                <c:pt idx="6988">
                  <c:v>6989</c:v>
                </c:pt>
                <c:pt idx="6989">
                  <c:v>6990</c:v>
                </c:pt>
                <c:pt idx="6990">
                  <c:v>6991</c:v>
                </c:pt>
                <c:pt idx="6991">
                  <c:v>6992</c:v>
                </c:pt>
                <c:pt idx="6992">
                  <c:v>6993</c:v>
                </c:pt>
                <c:pt idx="6993">
                  <c:v>6994</c:v>
                </c:pt>
                <c:pt idx="6994">
                  <c:v>6995</c:v>
                </c:pt>
                <c:pt idx="6995">
                  <c:v>6996</c:v>
                </c:pt>
                <c:pt idx="6996">
                  <c:v>6997</c:v>
                </c:pt>
                <c:pt idx="6997">
                  <c:v>6998</c:v>
                </c:pt>
                <c:pt idx="6998">
                  <c:v>6999</c:v>
                </c:pt>
                <c:pt idx="6999">
                  <c:v>7000</c:v>
                </c:pt>
                <c:pt idx="7000">
                  <c:v>7001</c:v>
                </c:pt>
                <c:pt idx="7001">
                  <c:v>7002</c:v>
                </c:pt>
                <c:pt idx="7002">
                  <c:v>7003</c:v>
                </c:pt>
                <c:pt idx="7003">
                  <c:v>7004</c:v>
                </c:pt>
                <c:pt idx="7004">
                  <c:v>7005</c:v>
                </c:pt>
                <c:pt idx="7005">
                  <c:v>7006</c:v>
                </c:pt>
                <c:pt idx="7006">
                  <c:v>7007</c:v>
                </c:pt>
                <c:pt idx="7007">
                  <c:v>7008</c:v>
                </c:pt>
                <c:pt idx="7008">
                  <c:v>7009</c:v>
                </c:pt>
                <c:pt idx="7009">
                  <c:v>7010</c:v>
                </c:pt>
                <c:pt idx="7010">
                  <c:v>7011</c:v>
                </c:pt>
                <c:pt idx="7011">
                  <c:v>7012</c:v>
                </c:pt>
                <c:pt idx="7012">
                  <c:v>7013</c:v>
                </c:pt>
                <c:pt idx="7013">
                  <c:v>7014</c:v>
                </c:pt>
                <c:pt idx="7014">
                  <c:v>7015</c:v>
                </c:pt>
                <c:pt idx="7015">
                  <c:v>7016</c:v>
                </c:pt>
                <c:pt idx="7016">
                  <c:v>7017</c:v>
                </c:pt>
                <c:pt idx="7017">
                  <c:v>7018</c:v>
                </c:pt>
                <c:pt idx="7018">
                  <c:v>7019</c:v>
                </c:pt>
                <c:pt idx="7019">
                  <c:v>7020</c:v>
                </c:pt>
                <c:pt idx="7020">
                  <c:v>7021</c:v>
                </c:pt>
                <c:pt idx="7021">
                  <c:v>7022</c:v>
                </c:pt>
                <c:pt idx="7022">
                  <c:v>7023</c:v>
                </c:pt>
                <c:pt idx="7023">
                  <c:v>7024</c:v>
                </c:pt>
                <c:pt idx="7024">
                  <c:v>7025</c:v>
                </c:pt>
                <c:pt idx="7025">
                  <c:v>7026</c:v>
                </c:pt>
                <c:pt idx="7026">
                  <c:v>7027</c:v>
                </c:pt>
                <c:pt idx="7027">
                  <c:v>7028</c:v>
                </c:pt>
                <c:pt idx="7028">
                  <c:v>7029</c:v>
                </c:pt>
                <c:pt idx="7029">
                  <c:v>7030</c:v>
                </c:pt>
                <c:pt idx="7030">
                  <c:v>7031</c:v>
                </c:pt>
                <c:pt idx="7031">
                  <c:v>7032</c:v>
                </c:pt>
                <c:pt idx="7032">
                  <c:v>7033</c:v>
                </c:pt>
                <c:pt idx="7033">
                  <c:v>7034</c:v>
                </c:pt>
                <c:pt idx="7034">
                  <c:v>7035</c:v>
                </c:pt>
                <c:pt idx="7035">
                  <c:v>7036</c:v>
                </c:pt>
                <c:pt idx="7036">
                  <c:v>7037</c:v>
                </c:pt>
                <c:pt idx="7037">
                  <c:v>7038</c:v>
                </c:pt>
                <c:pt idx="7038">
                  <c:v>7039</c:v>
                </c:pt>
                <c:pt idx="7039">
                  <c:v>7040</c:v>
                </c:pt>
                <c:pt idx="7040">
                  <c:v>7041</c:v>
                </c:pt>
                <c:pt idx="7041">
                  <c:v>7042</c:v>
                </c:pt>
                <c:pt idx="7042">
                  <c:v>7043</c:v>
                </c:pt>
                <c:pt idx="7043">
                  <c:v>7044</c:v>
                </c:pt>
                <c:pt idx="7044">
                  <c:v>7045</c:v>
                </c:pt>
                <c:pt idx="7045">
                  <c:v>7046</c:v>
                </c:pt>
                <c:pt idx="7046">
                  <c:v>7047</c:v>
                </c:pt>
                <c:pt idx="7047">
                  <c:v>7048</c:v>
                </c:pt>
                <c:pt idx="7048">
                  <c:v>7049</c:v>
                </c:pt>
                <c:pt idx="7049">
                  <c:v>7050</c:v>
                </c:pt>
                <c:pt idx="7050">
                  <c:v>7051</c:v>
                </c:pt>
                <c:pt idx="7051">
                  <c:v>7052</c:v>
                </c:pt>
                <c:pt idx="7052">
                  <c:v>7053</c:v>
                </c:pt>
                <c:pt idx="7053">
                  <c:v>7054</c:v>
                </c:pt>
                <c:pt idx="7054">
                  <c:v>7055</c:v>
                </c:pt>
                <c:pt idx="7055">
                  <c:v>7056</c:v>
                </c:pt>
                <c:pt idx="7056">
                  <c:v>7057</c:v>
                </c:pt>
                <c:pt idx="7057">
                  <c:v>7058</c:v>
                </c:pt>
                <c:pt idx="7058">
                  <c:v>7059</c:v>
                </c:pt>
                <c:pt idx="7059">
                  <c:v>7060</c:v>
                </c:pt>
                <c:pt idx="7060">
                  <c:v>7061</c:v>
                </c:pt>
                <c:pt idx="7061">
                  <c:v>7062</c:v>
                </c:pt>
                <c:pt idx="7062">
                  <c:v>7063</c:v>
                </c:pt>
                <c:pt idx="7063">
                  <c:v>7064</c:v>
                </c:pt>
                <c:pt idx="7064">
                  <c:v>7065</c:v>
                </c:pt>
                <c:pt idx="7065">
                  <c:v>7066</c:v>
                </c:pt>
                <c:pt idx="7066">
                  <c:v>7067</c:v>
                </c:pt>
                <c:pt idx="7067">
                  <c:v>7068</c:v>
                </c:pt>
                <c:pt idx="7068">
                  <c:v>7069</c:v>
                </c:pt>
                <c:pt idx="7069">
                  <c:v>7070</c:v>
                </c:pt>
                <c:pt idx="7070">
                  <c:v>7071</c:v>
                </c:pt>
                <c:pt idx="7071">
                  <c:v>7072</c:v>
                </c:pt>
                <c:pt idx="7072">
                  <c:v>7073</c:v>
                </c:pt>
                <c:pt idx="7073">
                  <c:v>7074</c:v>
                </c:pt>
                <c:pt idx="7074">
                  <c:v>7075</c:v>
                </c:pt>
                <c:pt idx="7075">
                  <c:v>7076</c:v>
                </c:pt>
                <c:pt idx="7076">
                  <c:v>7077</c:v>
                </c:pt>
                <c:pt idx="7077">
                  <c:v>7078</c:v>
                </c:pt>
                <c:pt idx="7078">
                  <c:v>7079</c:v>
                </c:pt>
                <c:pt idx="7079">
                  <c:v>7080</c:v>
                </c:pt>
                <c:pt idx="7080">
                  <c:v>7081</c:v>
                </c:pt>
                <c:pt idx="7081">
                  <c:v>7082</c:v>
                </c:pt>
                <c:pt idx="7082">
                  <c:v>7083</c:v>
                </c:pt>
                <c:pt idx="7083">
                  <c:v>7084</c:v>
                </c:pt>
                <c:pt idx="7084">
                  <c:v>7085</c:v>
                </c:pt>
                <c:pt idx="7085">
                  <c:v>7086</c:v>
                </c:pt>
                <c:pt idx="7086">
                  <c:v>7087</c:v>
                </c:pt>
                <c:pt idx="7087">
                  <c:v>7088</c:v>
                </c:pt>
                <c:pt idx="7088">
                  <c:v>7089</c:v>
                </c:pt>
                <c:pt idx="7089">
                  <c:v>7090</c:v>
                </c:pt>
                <c:pt idx="7090">
                  <c:v>7091</c:v>
                </c:pt>
                <c:pt idx="7091">
                  <c:v>7092</c:v>
                </c:pt>
                <c:pt idx="7092">
                  <c:v>7093</c:v>
                </c:pt>
                <c:pt idx="7093">
                  <c:v>7094</c:v>
                </c:pt>
                <c:pt idx="7094">
                  <c:v>7095</c:v>
                </c:pt>
                <c:pt idx="7095">
                  <c:v>7096</c:v>
                </c:pt>
                <c:pt idx="7096">
                  <c:v>7097</c:v>
                </c:pt>
                <c:pt idx="7097">
                  <c:v>7098</c:v>
                </c:pt>
                <c:pt idx="7098">
                  <c:v>7099</c:v>
                </c:pt>
                <c:pt idx="7099">
                  <c:v>7100</c:v>
                </c:pt>
                <c:pt idx="7100">
                  <c:v>7101</c:v>
                </c:pt>
                <c:pt idx="7101">
                  <c:v>7102</c:v>
                </c:pt>
                <c:pt idx="7102">
                  <c:v>7103</c:v>
                </c:pt>
                <c:pt idx="7103">
                  <c:v>7104</c:v>
                </c:pt>
                <c:pt idx="7104">
                  <c:v>7105</c:v>
                </c:pt>
                <c:pt idx="7105">
                  <c:v>7106</c:v>
                </c:pt>
                <c:pt idx="7106">
                  <c:v>7107</c:v>
                </c:pt>
                <c:pt idx="7107">
                  <c:v>7108</c:v>
                </c:pt>
                <c:pt idx="7108">
                  <c:v>7109</c:v>
                </c:pt>
                <c:pt idx="7109">
                  <c:v>7110</c:v>
                </c:pt>
                <c:pt idx="7110">
                  <c:v>7111</c:v>
                </c:pt>
                <c:pt idx="7111">
                  <c:v>7112</c:v>
                </c:pt>
                <c:pt idx="7112">
                  <c:v>7113</c:v>
                </c:pt>
                <c:pt idx="7113">
                  <c:v>7114</c:v>
                </c:pt>
                <c:pt idx="7114">
                  <c:v>7115</c:v>
                </c:pt>
                <c:pt idx="7115">
                  <c:v>7116</c:v>
                </c:pt>
                <c:pt idx="7116">
                  <c:v>7117</c:v>
                </c:pt>
                <c:pt idx="7117">
                  <c:v>7118</c:v>
                </c:pt>
                <c:pt idx="7118">
                  <c:v>7119</c:v>
                </c:pt>
                <c:pt idx="7119">
                  <c:v>7120</c:v>
                </c:pt>
                <c:pt idx="7120">
                  <c:v>7121</c:v>
                </c:pt>
                <c:pt idx="7121">
                  <c:v>7122</c:v>
                </c:pt>
                <c:pt idx="7122">
                  <c:v>7123</c:v>
                </c:pt>
                <c:pt idx="7123">
                  <c:v>7124</c:v>
                </c:pt>
                <c:pt idx="7124">
                  <c:v>7125</c:v>
                </c:pt>
                <c:pt idx="7125">
                  <c:v>7126</c:v>
                </c:pt>
                <c:pt idx="7126">
                  <c:v>7127</c:v>
                </c:pt>
                <c:pt idx="7127">
                  <c:v>7128</c:v>
                </c:pt>
                <c:pt idx="7128">
                  <c:v>7129</c:v>
                </c:pt>
                <c:pt idx="7129">
                  <c:v>7130</c:v>
                </c:pt>
                <c:pt idx="7130">
                  <c:v>7131</c:v>
                </c:pt>
                <c:pt idx="7131">
                  <c:v>7132</c:v>
                </c:pt>
                <c:pt idx="7132">
                  <c:v>7133</c:v>
                </c:pt>
                <c:pt idx="7133">
                  <c:v>7134</c:v>
                </c:pt>
                <c:pt idx="7134">
                  <c:v>7135</c:v>
                </c:pt>
                <c:pt idx="7135">
                  <c:v>7136</c:v>
                </c:pt>
                <c:pt idx="7136">
                  <c:v>7137</c:v>
                </c:pt>
                <c:pt idx="7137">
                  <c:v>7138</c:v>
                </c:pt>
                <c:pt idx="7138">
                  <c:v>7139</c:v>
                </c:pt>
                <c:pt idx="7139">
                  <c:v>7140</c:v>
                </c:pt>
                <c:pt idx="7140">
                  <c:v>7141</c:v>
                </c:pt>
                <c:pt idx="7141">
                  <c:v>7142</c:v>
                </c:pt>
                <c:pt idx="7142">
                  <c:v>7143</c:v>
                </c:pt>
                <c:pt idx="7143">
                  <c:v>7144</c:v>
                </c:pt>
                <c:pt idx="7144">
                  <c:v>7145</c:v>
                </c:pt>
                <c:pt idx="7145">
                  <c:v>7146</c:v>
                </c:pt>
                <c:pt idx="7146">
                  <c:v>7147</c:v>
                </c:pt>
                <c:pt idx="7147">
                  <c:v>7148</c:v>
                </c:pt>
                <c:pt idx="7148">
                  <c:v>7149</c:v>
                </c:pt>
                <c:pt idx="7149">
                  <c:v>7150</c:v>
                </c:pt>
                <c:pt idx="7150">
                  <c:v>7151</c:v>
                </c:pt>
                <c:pt idx="7151">
                  <c:v>7152</c:v>
                </c:pt>
                <c:pt idx="7152">
                  <c:v>7153</c:v>
                </c:pt>
                <c:pt idx="7153">
                  <c:v>7154</c:v>
                </c:pt>
                <c:pt idx="7154">
                  <c:v>7155</c:v>
                </c:pt>
                <c:pt idx="7155">
                  <c:v>7156</c:v>
                </c:pt>
                <c:pt idx="7156">
                  <c:v>7157</c:v>
                </c:pt>
                <c:pt idx="7157">
                  <c:v>7158</c:v>
                </c:pt>
                <c:pt idx="7158">
                  <c:v>7159</c:v>
                </c:pt>
                <c:pt idx="7159">
                  <c:v>7160</c:v>
                </c:pt>
                <c:pt idx="7160">
                  <c:v>7161</c:v>
                </c:pt>
                <c:pt idx="7161">
                  <c:v>7162</c:v>
                </c:pt>
                <c:pt idx="7162">
                  <c:v>7163</c:v>
                </c:pt>
                <c:pt idx="7163">
                  <c:v>7164</c:v>
                </c:pt>
                <c:pt idx="7164">
                  <c:v>7165</c:v>
                </c:pt>
                <c:pt idx="7165">
                  <c:v>7166</c:v>
                </c:pt>
                <c:pt idx="7166">
                  <c:v>7167</c:v>
                </c:pt>
                <c:pt idx="7167">
                  <c:v>7168</c:v>
                </c:pt>
                <c:pt idx="7168">
                  <c:v>7169</c:v>
                </c:pt>
                <c:pt idx="7169">
                  <c:v>7170</c:v>
                </c:pt>
                <c:pt idx="7170">
                  <c:v>7171</c:v>
                </c:pt>
                <c:pt idx="7171">
                  <c:v>7172</c:v>
                </c:pt>
                <c:pt idx="7172">
                  <c:v>7173</c:v>
                </c:pt>
                <c:pt idx="7173">
                  <c:v>7174</c:v>
                </c:pt>
                <c:pt idx="7174">
                  <c:v>7175</c:v>
                </c:pt>
                <c:pt idx="7175">
                  <c:v>7176</c:v>
                </c:pt>
                <c:pt idx="7176">
                  <c:v>7177</c:v>
                </c:pt>
                <c:pt idx="7177">
                  <c:v>7178</c:v>
                </c:pt>
                <c:pt idx="7178">
                  <c:v>7179</c:v>
                </c:pt>
                <c:pt idx="7179">
                  <c:v>7180</c:v>
                </c:pt>
                <c:pt idx="7180">
                  <c:v>7181</c:v>
                </c:pt>
                <c:pt idx="7181">
                  <c:v>7182</c:v>
                </c:pt>
                <c:pt idx="7182">
                  <c:v>7183</c:v>
                </c:pt>
                <c:pt idx="7183">
                  <c:v>7184</c:v>
                </c:pt>
                <c:pt idx="7184">
                  <c:v>7185</c:v>
                </c:pt>
                <c:pt idx="7185">
                  <c:v>7186</c:v>
                </c:pt>
                <c:pt idx="7186">
                  <c:v>7187</c:v>
                </c:pt>
                <c:pt idx="7187">
                  <c:v>7188</c:v>
                </c:pt>
                <c:pt idx="7188">
                  <c:v>7189</c:v>
                </c:pt>
                <c:pt idx="7189">
                  <c:v>7190</c:v>
                </c:pt>
                <c:pt idx="7190">
                  <c:v>7191</c:v>
                </c:pt>
                <c:pt idx="7191">
                  <c:v>7192</c:v>
                </c:pt>
                <c:pt idx="7192">
                  <c:v>7193</c:v>
                </c:pt>
                <c:pt idx="7193">
                  <c:v>7194</c:v>
                </c:pt>
                <c:pt idx="7194">
                  <c:v>7195</c:v>
                </c:pt>
                <c:pt idx="7195">
                  <c:v>7196</c:v>
                </c:pt>
                <c:pt idx="7196">
                  <c:v>7197</c:v>
                </c:pt>
                <c:pt idx="7197">
                  <c:v>7198</c:v>
                </c:pt>
                <c:pt idx="7198">
                  <c:v>7199</c:v>
                </c:pt>
                <c:pt idx="7199">
                  <c:v>7200</c:v>
                </c:pt>
                <c:pt idx="7200">
                  <c:v>7201</c:v>
                </c:pt>
                <c:pt idx="7201">
                  <c:v>7202</c:v>
                </c:pt>
                <c:pt idx="7202">
                  <c:v>7203</c:v>
                </c:pt>
                <c:pt idx="7203">
                  <c:v>7204</c:v>
                </c:pt>
                <c:pt idx="7204">
                  <c:v>7205</c:v>
                </c:pt>
                <c:pt idx="7205">
                  <c:v>7206</c:v>
                </c:pt>
                <c:pt idx="7206">
                  <c:v>7207</c:v>
                </c:pt>
                <c:pt idx="7207">
                  <c:v>7208</c:v>
                </c:pt>
                <c:pt idx="7208">
                  <c:v>7209</c:v>
                </c:pt>
                <c:pt idx="7209">
                  <c:v>7210</c:v>
                </c:pt>
                <c:pt idx="7210">
                  <c:v>7211</c:v>
                </c:pt>
                <c:pt idx="7211">
                  <c:v>7212</c:v>
                </c:pt>
                <c:pt idx="7212">
                  <c:v>7213</c:v>
                </c:pt>
                <c:pt idx="7213">
                  <c:v>7214</c:v>
                </c:pt>
                <c:pt idx="7214">
                  <c:v>7215</c:v>
                </c:pt>
                <c:pt idx="7215">
                  <c:v>7216</c:v>
                </c:pt>
                <c:pt idx="7216">
                  <c:v>7217</c:v>
                </c:pt>
                <c:pt idx="7217">
                  <c:v>7218</c:v>
                </c:pt>
                <c:pt idx="7218">
                  <c:v>7219</c:v>
                </c:pt>
                <c:pt idx="7219">
                  <c:v>7220</c:v>
                </c:pt>
                <c:pt idx="7220">
                  <c:v>7221</c:v>
                </c:pt>
                <c:pt idx="7221">
                  <c:v>7222</c:v>
                </c:pt>
                <c:pt idx="7222">
                  <c:v>7223</c:v>
                </c:pt>
                <c:pt idx="7223">
                  <c:v>7224</c:v>
                </c:pt>
                <c:pt idx="7224">
                  <c:v>7225</c:v>
                </c:pt>
                <c:pt idx="7225">
                  <c:v>7226</c:v>
                </c:pt>
                <c:pt idx="7226">
                  <c:v>7227</c:v>
                </c:pt>
                <c:pt idx="7227">
                  <c:v>7228</c:v>
                </c:pt>
                <c:pt idx="7228">
                  <c:v>7229</c:v>
                </c:pt>
                <c:pt idx="7229">
                  <c:v>7230</c:v>
                </c:pt>
                <c:pt idx="7230">
                  <c:v>7231</c:v>
                </c:pt>
                <c:pt idx="7231">
                  <c:v>7232</c:v>
                </c:pt>
                <c:pt idx="7232">
                  <c:v>7233</c:v>
                </c:pt>
                <c:pt idx="7233">
                  <c:v>7234</c:v>
                </c:pt>
                <c:pt idx="7234">
                  <c:v>7235</c:v>
                </c:pt>
                <c:pt idx="7235">
                  <c:v>7236</c:v>
                </c:pt>
                <c:pt idx="7236">
                  <c:v>7237</c:v>
                </c:pt>
                <c:pt idx="7237">
                  <c:v>7238</c:v>
                </c:pt>
                <c:pt idx="7238">
                  <c:v>7239</c:v>
                </c:pt>
                <c:pt idx="7239">
                  <c:v>7240</c:v>
                </c:pt>
                <c:pt idx="7240">
                  <c:v>7241</c:v>
                </c:pt>
                <c:pt idx="7241">
                  <c:v>7242</c:v>
                </c:pt>
                <c:pt idx="7242">
                  <c:v>7243</c:v>
                </c:pt>
                <c:pt idx="7243">
                  <c:v>7244</c:v>
                </c:pt>
                <c:pt idx="7244">
                  <c:v>7245</c:v>
                </c:pt>
                <c:pt idx="7245">
                  <c:v>7246</c:v>
                </c:pt>
                <c:pt idx="7246">
                  <c:v>7247</c:v>
                </c:pt>
                <c:pt idx="7247">
                  <c:v>7248</c:v>
                </c:pt>
                <c:pt idx="7248">
                  <c:v>7249</c:v>
                </c:pt>
                <c:pt idx="7249">
                  <c:v>7250</c:v>
                </c:pt>
                <c:pt idx="7250">
                  <c:v>7251</c:v>
                </c:pt>
                <c:pt idx="7251">
                  <c:v>7252</c:v>
                </c:pt>
                <c:pt idx="7252">
                  <c:v>7253</c:v>
                </c:pt>
                <c:pt idx="7253">
                  <c:v>7254</c:v>
                </c:pt>
                <c:pt idx="7254">
                  <c:v>7255</c:v>
                </c:pt>
                <c:pt idx="7255">
                  <c:v>7256</c:v>
                </c:pt>
                <c:pt idx="7256">
                  <c:v>7257</c:v>
                </c:pt>
                <c:pt idx="7257">
                  <c:v>7258</c:v>
                </c:pt>
                <c:pt idx="7258">
                  <c:v>7259</c:v>
                </c:pt>
                <c:pt idx="7259">
                  <c:v>7260</c:v>
                </c:pt>
                <c:pt idx="7260">
                  <c:v>7261</c:v>
                </c:pt>
                <c:pt idx="7261">
                  <c:v>7262</c:v>
                </c:pt>
                <c:pt idx="7262">
                  <c:v>7263</c:v>
                </c:pt>
                <c:pt idx="7263">
                  <c:v>7264</c:v>
                </c:pt>
                <c:pt idx="7264">
                  <c:v>7265</c:v>
                </c:pt>
                <c:pt idx="7265">
                  <c:v>7266</c:v>
                </c:pt>
                <c:pt idx="7266">
                  <c:v>7267</c:v>
                </c:pt>
                <c:pt idx="7267">
                  <c:v>7268</c:v>
                </c:pt>
                <c:pt idx="7268">
                  <c:v>7269</c:v>
                </c:pt>
                <c:pt idx="7269">
                  <c:v>7270</c:v>
                </c:pt>
                <c:pt idx="7270">
                  <c:v>7271</c:v>
                </c:pt>
                <c:pt idx="7271">
                  <c:v>7272</c:v>
                </c:pt>
                <c:pt idx="7272">
                  <c:v>7273</c:v>
                </c:pt>
                <c:pt idx="7273">
                  <c:v>7274</c:v>
                </c:pt>
                <c:pt idx="7274">
                  <c:v>7275</c:v>
                </c:pt>
                <c:pt idx="7275">
                  <c:v>7276</c:v>
                </c:pt>
                <c:pt idx="7276">
                  <c:v>7277</c:v>
                </c:pt>
                <c:pt idx="7277">
                  <c:v>7278</c:v>
                </c:pt>
                <c:pt idx="7278">
                  <c:v>7279</c:v>
                </c:pt>
                <c:pt idx="7279">
                  <c:v>7280</c:v>
                </c:pt>
                <c:pt idx="7280">
                  <c:v>7281</c:v>
                </c:pt>
                <c:pt idx="7281">
                  <c:v>7282</c:v>
                </c:pt>
                <c:pt idx="7282">
                  <c:v>7283</c:v>
                </c:pt>
                <c:pt idx="7283">
                  <c:v>7284</c:v>
                </c:pt>
                <c:pt idx="7284">
                  <c:v>7285</c:v>
                </c:pt>
                <c:pt idx="7285">
                  <c:v>7286</c:v>
                </c:pt>
                <c:pt idx="7286">
                  <c:v>7287</c:v>
                </c:pt>
                <c:pt idx="7287">
                  <c:v>7288</c:v>
                </c:pt>
                <c:pt idx="7288">
                  <c:v>7289</c:v>
                </c:pt>
                <c:pt idx="7289">
                  <c:v>7290</c:v>
                </c:pt>
                <c:pt idx="7290">
                  <c:v>7291</c:v>
                </c:pt>
                <c:pt idx="7291">
                  <c:v>7292</c:v>
                </c:pt>
                <c:pt idx="7292">
                  <c:v>7293</c:v>
                </c:pt>
                <c:pt idx="7293">
                  <c:v>7294</c:v>
                </c:pt>
                <c:pt idx="7294">
                  <c:v>7295</c:v>
                </c:pt>
                <c:pt idx="7295">
                  <c:v>7296</c:v>
                </c:pt>
                <c:pt idx="7296">
                  <c:v>7297</c:v>
                </c:pt>
                <c:pt idx="7297">
                  <c:v>7298</c:v>
                </c:pt>
                <c:pt idx="7298">
                  <c:v>7299</c:v>
                </c:pt>
                <c:pt idx="7299">
                  <c:v>7300</c:v>
                </c:pt>
                <c:pt idx="7300">
                  <c:v>7301</c:v>
                </c:pt>
                <c:pt idx="7301">
                  <c:v>7302</c:v>
                </c:pt>
                <c:pt idx="7302">
                  <c:v>7303</c:v>
                </c:pt>
                <c:pt idx="7303">
                  <c:v>7304</c:v>
                </c:pt>
                <c:pt idx="7304">
                  <c:v>7305</c:v>
                </c:pt>
                <c:pt idx="7305">
                  <c:v>7306</c:v>
                </c:pt>
                <c:pt idx="7306">
                  <c:v>7307</c:v>
                </c:pt>
                <c:pt idx="7307">
                  <c:v>7308</c:v>
                </c:pt>
                <c:pt idx="7308">
                  <c:v>7309</c:v>
                </c:pt>
                <c:pt idx="7309">
                  <c:v>7310</c:v>
                </c:pt>
                <c:pt idx="7310">
                  <c:v>7311</c:v>
                </c:pt>
                <c:pt idx="7311">
                  <c:v>7312</c:v>
                </c:pt>
                <c:pt idx="7312">
                  <c:v>7313</c:v>
                </c:pt>
                <c:pt idx="7313">
                  <c:v>7314</c:v>
                </c:pt>
                <c:pt idx="7314">
                  <c:v>7315</c:v>
                </c:pt>
                <c:pt idx="7315">
                  <c:v>7316</c:v>
                </c:pt>
                <c:pt idx="7316">
                  <c:v>7317</c:v>
                </c:pt>
                <c:pt idx="7317">
                  <c:v>7318</c:v>
                </c:pt>
                <c:pt idx="7318">
                  <c:v>7319</c:v>
                </c:pt>
                <c:pt idx="7319">
                  <c:v>7320</c:v>
                </c:pt>
                <c:pt idx="7320">
                  <c:v>7321</c:v>
                </c:pt>
                <c:pt idx="7321">
                  <c:v>7322</c:v>
                </c:pt>
                <c:pt idx="7322">
                  <c:v>7323</c:v>
                </c:pt>
                <c:pt idx="7323">
                  <c:v>7324</c:v>
                </c:pt>
                <c:pt idx="7324">
                  <c:v>7325</c:v>
                </c:pt>
                <c:pt idx="7325">
                  <c:v>7326</c:v>
                </c:pt>
                <c:pt idx="7326">
                  <c:v>7327</c:v>
                </c:pt>
                <c:pt idx="7327">
                  <c:v>7328</c:v>
                </c:pt>
                <c:pt idx="7328">
                  <c:v>7329</c:v>
                </c:pt>
                <c:pt idx="7329">
                  <c:v>7330</c:v>
                </c:pt>
                <c:pt idx="7330">
                  <c:v>7331</c:v>
                </c:pt>
                <c:pt idx="7331">
                  <c:v>7332</c:v>
                </c:pt>
                <c:pt idx="7332">
                  <c:v>7333</c:v>
                </c:pt>
                <c:pt idx="7333">
                  <c:v>7334</c:v>
                </c:pt>
                <c:pt idx="7334">
                  <c:v>7335</c:v>
                </c:pt>
                <c:pt idx="7335">
                  <c:v>7336</c:v>
                </c:pt>
                <c:pt idx="7336">
                  <c:v>7337</c:v>
                </c:pt>
                <c:pt idx="7337">
                  <c:v>7338</c:v>
                </c:pt>
                <c:pt idx="7338">
                  <c:v>7339</c:v>
                </c:pt>
                <c:pt idx="7339">
                  <c:v>7340</c:v>
                </c:pt>
                <c:pt idx="7340">
                  <c:v>7341</c:v>
                </c:pt>
                <c:pt idx="7341">
                  <c:v>7342</c:v>
                </c:pt>
                <c:pt idx="7342">
                  <c:v>7343</c:v>
                </c:pt>
                <c:pt idx="7343">
                  <c:v>7344</c:v>
                </c:pt>
                <c:pt idx="7344">
                  <c:v>7345</c:v>
                </c:pt>
                <c:pt idx="7345">
                  <c:v>7346</c:v>
                </c:pt>
                <c:pt idx="7346">
                  <c:v>7347</c:v>
                </c:pt>
                <c:pt idx="7347">
                  <c:v>7348</c:v>
                </c:pt>
                <c:pt idx="7348">
                  <c:v>7349</c:v>
                </c:pt>
                <c:pt idx="7349">
                  <c:v>7350</c:v>
                </c:pt>
                <c:pt idx="7350">
                  <c:v>7351</c:v>
                </c:pt>
                <c:pt idx="7351">
                  <c:v>7352</c:v>
                </c:pt>
                <c:pt idx="7352">
                  <c:v>7353</c:v>
                </c:pt>
                <c:pt idx="7353">
                  <c:v>7354</c:v>
                </c:pt>
                <c:pt idx="7354">
                  <c:v>7355</c:v>
                </c:pt>
                <c:pt idx="7355">
                  <c:v>7356</c:v>
                </c:pt>
                <c:pt idx="7356">
                  <c:v>7357</c:v>
                </c:pt>
                <c:pt idx="7357">
                  <c:v>7358</c:v>
                </c:pt>
                <c:pt idx="7358">
                  <c:v>7359</c:v>
                </c:pt>
                <c:pt idx="7359">
                  <c:v>7360</c:v>
                </c:pt>
                <c:pt idx="7360">
                  <c:v>7361</c:v>
                </c:pt>
                <c:pt idx="7361">
                  <c:v>7362</c:v>
                </c:pt>
                <c:pt idx="7362">
                  <c:v>7363</c:v>
                </c:pt>
                <c:pt idx="7363">
                  <c:v>7364</c:v>
                </c:pt>
                <c:pt idx="7364">
                  <c:v>7365</c:v>
                </c:pt>
                <c:pt idx="7365">
                  <c:v>7366</c:v>
                </c:pt>
                <c:pt idx="7366">
                  <c:v>7367</c:v>
                </c:pt>
                <c:pt idx="7367">
                  <c:v>7368</c:v>
                </c:pt>
                <c:pt idx="7368">
                  <c:v>7369</c:v>
                </c:pt>
                <c:pt idx="7369">
                  <c:v>7370</c:v>
                </c:pt>
                <c:pt idx="7370">
                  <c:v>7371</c:v>
                </c:pt>
                <c:pt idx="7371">
                  <c:v>7372</c:v>
                </c:pt>
                <c:pt idx="7372">
                  <c:v>7373</c:v>
                </c:pt>
                <c:pt idx="7373">
                  <c:v>7374</c:v>
                </c:pt>
                <c:pt idx="7374">
                  <c:v>7375</c:v>
                </c:pt>
                <c:pt idx="7375">
                  <c:v>7376</c:v>
                </c:pt>
                <c:pt idx="7376">
                  <c:v>7377</c:v>
                </c:pt>
                <c:pt idx="7377">
                  <c:v>7378</c:v>
                </c:pt>
                <c:pt idx="7378">
                  <c:v>7379</c:v>
                </c:pt>
                <c:pt idx="7379">
                  <c:v>7380</c:v>
                </c:pt>
                <c:pt idx="7380">
                  <c:v>7381</c:v>
                </c:pt>
                <c:pt idx="7381">
                  <c:v>7382</c:v>
                </c:pt>
                <c:pt idx="7382">
                  <c:v>7383</c:v>
                </c:pt>
                <c:pt idx="7383">
                  <c:v>7384</c:v>
                </c:pt>
                <c:pt idx="7384">
                  <c:v>7385</c:v>
                </c:pt>
                <c:pt idx="7385">
                  <c:v>7386</c:v>
                </c:pt>
                <c:pt idx="7386">
                  <c:v>7387</c:v>
                </c:pt>
                <c:pt idx="7387">
                  <c:v>7388</c:v>
                </c:pt>
                <c:pt idx="7388">
                  <c:v>7389</c:v>
                </c:pt>
                <c:pt idx="7389">
                  <c:v>7390</c:v>
                </c:pt>
                <c:pt idx="7390">
                  <c:v>7391</c:v>
                </c:pt>
                <c:pt idx="7391">
                  <c:v>7392</c:v>
                </c:pt>
                <c:pt idx="7392">
                  <c:v>7393</c:v>
                </c:pt>
                <c:pt idx="7393">
                  <c:v>7394</c:v>
                </c:pt>
                <c:pt idx="7394">
                  <c:v>7395</c:v>
                </c:pt>
                <c:pt idx="7395">
                  <c:v>7396</c:v>
                </c:pt>
                <c:pt idx="7396">
                  <c:v>7397</c:v>
                </c:pt>
                <c:pt idx="7397">
                  <c:v>7398</c:v>
                </c:pt>
                <c:pt idx="7398">
                  <c:v>7399</c:v>
                </c:pt>
                <c:pt idx="7399">
                  <c:v>7400</c:v>
                </c:pt>
                <c:pt idx="7400">
                  <c:v>7401</c:v>
                </c:pt>
                <c:pt idx="7401">
                  <c:v>7402</c:v>
                </c:pt>
                <c:pt idx="7402">
                  <c:v>7403</c:v>
                </c:pt>
                <c:pt idx="7403">
                  <c:v>7404</c:v>
                </c:pt>
                <c:pt idx="7404">
                  <c:v>7405</c:v>
                </c:pt>
                <c:pt idx="7405">
                  <c:v>7406</c:v>
                </c:pt>
                <c:pt idx="7406">
                  <c:v>7407</c:v>
                </c:pt>
                <c:pt idx="7407">
                  <c:v>7408</c:v>
                </c:pt>
                <c:pt idx="7408">
                  <c:v>7409</c:v>
                </c:pt>
                <c:pt idx="7409">
                  <c:v>7410</c:v>
                </c:pt>
                <c:pt idx="7410">
                  <c:v>7411</c:v>
                </c:pt>
                <c:pt idx="7411">
                  <c:v>7412</c:v>
                </c:pt>
                <c:pt idx="7412">
                  <c:v>7413</c:v>
                </c:pt>
                <c:pt idx="7413">
                  <c:v>7414</c:v>
                </c:pt>
                <c:pt idx="7414">
                  <c:v>7415</c:v>
                </c:pt>
                <c:pt idx="7415">
                  <c:v>7416</c:v>
                </c:pt>
                <c:pt idx="7416">
                  <c:v>7417</c:v>
                </c:pt>
                <c:pt idx="7417">
                  <c:v>7418</c:v>
                </c:pt>
                <c:pt idx="7418">
                  <c:v>7419</c:v>
                </c:pt>
                <c:pt idx="7419">
                  <c:v>7420</c:v>
                </c:pt>
                <c:pt idx="7420">
                  <c:v>7421</c:v>
                </c:pt>
                <c:pt idx="7421">
                  <c:v>7422</c:v>
                </c:pt>
                <c:pt idx="7422">
                  <c:v>7423</c:v>
                </c:pt>
                <c:pt idx="7423">
                  <c:v>7424</c:v>
                </c:pt>
                <c:pt idx="7424">
                  <c:v>7425</c:v>
                </c:pt>
                <c:pt idx="7425">
                  <c:v>7426</c:v>
                </c:pt>
                <c:pt idx="7426">
                  <c:v>7427</c:v>
                </c:pt>
                <c:pt idx="7427">
                  <c:v>7428</c:v>
                </c:pt>
                <c:pt idx="7428">
                  <c:v>7429</c:v>
                </c:pt>
                <c:pt idx="7429">
                  <c:v>7430</c:v>
                </c:pt>
                <c:pt idx="7430">
                  <c:v>7431</c:v>
                </c:pt>
                <c:pt idx="7431">
                  <c:v>7432</c:v>
                </c:pt>
                <c:pt idx="7432">
                  <c:v>7433</c:v>
                </c:pt>
                <c:pt idx="7433">
                  <c:v>7434</c:v>
                </c:pt>
                <c:pt idx="7434">
                  <c:v>7435</c:v>
                </c:pt>
                <c:pt idx="7435">
                  <c:v>7436</c:v>
                </c:pt>
                <c:pt idx="7436">
                  <c:v>7437</c:v>
                </c:pt>
                <c:pt idx="7437">
                  <c:v>7438</c:v>
                </c:pt>
                <c:pt idx="7438">
                  <c:v>7439</c:v>
                </c:pt>
                <c:pt idx="7439">
                  <c:v>7440</c:v>
                </c:pt>
                <c:pt idx="7440">
                  <c:v>7441</c:v>
                </c:pt>
                <c:pt idx="7441">
                  <c:v>7442</c:v>
                </c:pt>
                <c:pt idx="7442">
                  <c:v>7443</c:v>
                </c:pt>
                <c:pt idx="7443">
                  <c:v>7444</c:v>
                </c:pt>
                <c:pt idx="7444">
                  <c:v>7445</c:v>
                </c:pt>
                <c:pt idx="7445">
                  <c:v>7446</c:v>
                </c:pt>
                <c:pt idx="7446">
                  <c:v>7447</c:v>
                </c:pt>
                <c:pt idx="7447">
                  <c:v>7448</c:v>
                </c:pt>
                <c:pt idx="7448">
                  <c:v>7449</c:v>
                </c:pt>
                <c:pt idx="7449">
                  <c:v>7450</c:v>
                </c:pt>
                <c:pt idx="7450">
                  <c:v>7451</c:v>
                </c:pt>
                <c:pt idx="7451">
                  <c:v>7452</c:v>
                </c:pt>
                <c:pt idx="7452">
                  <c:v>7453</c:v>
                </c:pt>
                <c:pt idx="7453">
                  <c:v>7454</c:v>
                </c:pt>
                <c:pt idx="7454">
                  <c:v>7455</c:v>
                </c:pt>
                <c:pt idx="7455">
                  <c:v>7456</c:v>
                </c:pt>
                <c:pt idx="7456">
                  <c:v>7457</c:v>
                </c:pt>
                <c:pt idx="7457">
                  <c:v>7458</c:v>
                </c:pt>
                <c:pt idx="7458">
                  <c:v>7459</c:v>
                </c:pt>
                <c:pt idx="7459">
                  <c:v>7460</c:v>
                </c:pt>
                <c:pt idx="7460">
                  <c:v>7461</c:v>
                </c:pt>
                <c:pt idx="7461">
                  <c:v>7462</c:v>
                </c:pt>
                <c:pt idx="7462">
                  <c:v>7463</c:v>
                </c:pt>
                <c:pt idx="7463">
                  <c:v>7464</c:v>
                </c:pt>
                <c:pt idx="7464">
                  <c:v>7465</c:v>
                </c:pt>
                <c:pt idx="7465">
                  <c:v>7466</c:v>
                </c:pt>
                <c:pt idx="7466">
                  <c:v>7467</c:v>
                </c:pt>
                <c:pt idx="7467">
                  <c:v>7468</c:v>
                </c:pt>
                <c:pt idx="7468">
                  <c:v>7469</c:v>
                </c:pt>
                <c:pt idx="7469">
                  <c:v>7470</c:v>
                </c:pt>
                <c:pt idx="7470">
                  <c:v>7471</c:v>
                </c:pt>
                <c:pt idx="7471">
                  <c:v>7472</c:v>
                </c:pt>
                <c:pt idx="7472">
                  <c:v>7473</c:v>
                </c:pt>
                <c:pt idx="7473">
                  <c:v>7474</c:v>
                </c:pt>
                <c:pt idx="7474">
                  <c:v>7475</c:v>
                </c:pt>
                <c:pt idx="7475">
                  <c:v>7476</c:v>
                </c:pt>
                <c:pt idx="7476">
                  <c:v>7477</c:v>
                </c:pt>
                <c:pt idx="7477">
                  <c:v>7478</c:v>
                </c:pt>
                <c:pt idx="7478">
                  <c:v>7479</c:v>
                </c:pt>
                <c:pt idx="7479">
                  <c:v>7480</c:v>
                </c:pt>
                <c:pt idx="7480">
                  <c:v>7481</c:v>
                </c:pt>
                <c:pt idx="7481">
                  <c:v>7482</c:v>
                </c:pt>
                <c:pt idx="7482">
                  <c:v>7483</c:v>
                </c:pt>
                <c:pt idx="7483">
                  <c:v>7484</c:v>
                </c:pt>
                <c:pt idx="7484">
                  <c:v>7485</c:v>
                </c:pt>
                <c:pt idx="7485">
                  <c:v>7486</c:v>
                </c:pt>
                <c:pt idx="7486">
                  <c:v>7487</c:v>
                </c:pt>
                <c:pt idx="7487">
                  <c:v>7488</c:v>
                </c:pt>
                <c:pt idx="7488">
                  <c:v>7489</c:v>
                </c:pt>
                <c:pt idx="7489">
                  <c:v>7490</c:v>
                </c:pt>
                <c:pt idx="7490">
                  <c:v>7491</c:v>
                </c:pt>
                <c:pt idx="7491">
                  <c:v>7492</c:v>
                </c:pt>
                <c:pt idx="7492">
                  <c:v>7493</c:v>
                </c:pt>
                <c:pt idx="7493">
                  <c:v>7494</c:v>
                </c:pt>
                <c:pt idx="7494">
                  <c:v>7495</c:v>
                </c:pt>
                <c:pt idx="7495">
                  <c:v>7496</c:v>
                </c:pt>
                <c:pt idx="7496">
                  <c:v>7497</c:v>
                </c:pt>
                <c:pt idx="7497">
                  <c:v>7498</c:v>
                </c:pt>
                <c:pt idx="7498">
                  <c:v>7499</c:v>
                </c:pt>
                <c:pt idx="7499">
                  <c:v>7500</c:v>
                </c:pt>
                <c:pt idx="7500">
                  <c:v>7501</c:v>
                </c:pt>
                <c:pt idx="7501">
                  <c:v>7502</c:v>
                </c:pt>
                <c:pt idx="7502">
                  <c:v>7503</c:v>
                </c:pt>
                <c:pt idx="7503">
                  <c:v>7504</c:v>
                </c:pt>
                <c:pt idx="7504">
                  <c:v>7505</c:v>
                </c:pt>
                <c:pt idx="7505">
                  <c:v>7506</c:v>
                </c:pt>
                <c:pt idx="7506">
                  <c:v>7507</c:v>
                </c:pt>
                <c:pt idx="7507">
                  <c:v>7508</c:v>
                </c:pt>
                <c:pt idx="7508">
                  <c:v>7509</c:v>
                </c:pt>
                <c:pt idx="7509">
                  <c:v>7510</c:v>
                </c:pt>
                <c:pt idx="7510">
                  <c:v>7511</c:v>
                </c:pt>
                <c:pt idx="7511">
                  <c:v>7512</c:v>
                </c:pt>
                <c:pt idx="7512">
                  <c:v>7513</c:v>
                </c:pt>
                <c:pt idx="7513">
                  <c:v>7514</c:v>
                </c:pt>
                <c:pt idx="7514">
                  <c:v>7515</c:v>
                </c:pt>
                <c:pt idx="7515">
                  <c:v>7516</c:v>
                </c:pt>
                <c:pt idx="7516">
                  <c:v>7517</c:v>
                </c:pt>
                <c:pt idx="7517">
                  <c:v>7518</c:v>
                </c:pt>
                <c:pt idx="7518">
                  <c:v>7519</c:v>
                </c:pt>
                <c:pt idx="7519">
                  <c:v>7520</c:v>
                </c:pt>
                <c:pt idx="7520">
                  <c:v>7521</c:v>
                </c:pt>
                <c:pt idx="7521">
                  <c:v>7522</c:v>
                </c:pt>
                <c:pt idx="7522">
                  <c:v>7523</c:v>
                </c:pt>
                <c:pt idx="7523">
                  <c:v>7524</c:v>
                </c:pt>
                <c:pt idx="7524">
                  <c:v>7525</c:v>
                </c:pt>
                <c:pt idx="7525">
                  <c:v>7526</c:v>
                </c:pt>
                <c:pt idx="7526">
                  <c:v>7527</c:v>
                </c:pt>
                <c:pt idx="7527">
                  <c:v>7528</c:v>
                </c:pt>
                <c:pt idx="7528">
                  <c:v>7529</c:v>
                </c:pt>
                <c:pt idx="7529">
                  <c:v>7530</c:v>
                </c:pt>
                <c:pt idx="7530">
                  <c:v>7531</c:v>
                </c:pt>
                <c:pt idx="7531">
                  <c:v>7532</c:v>
                </c:pt>
                <c:pt idx="7532">
                  <c:v>7533</c:v>
                </c:pt>
                <c:pt idx="7533">
                  <c:v>7534</c:v>
                </c:pt>
                <c:pt idx="7534">
                  <c:v>7535</c:v>
                </c:pt>
                <c:pt idx="7535">
                  <c:v>7536</c:v>
                </c:pt>
                <c:pt idx="7536">
                  <c:v>7537</c:v>
                </c:pt>
                <c:pt idx="7537">
                  <c:v>7538</c:v>
                </c:pt>
                <c:pt idx="7538">
                  <c:v>7539</c:v>
                </c:pt>
                <c:pt idx="7539">
                  <c:v>7540</c:v>
                </c:pt>
                <c:pt idx="7540">
                  <c:v>7541</c:v>
                </c:pt>
                <c:pt idx="7541">
                  <c:v>7542</c:v>
                </c:pt>
                <c:pt idx="7542">
                  <c:v>7543</c:v>
                </c:pt>
                <c:pt idx="7543">
                  <c:v>7544</c:v>
                </c:pt>
                <c:pt idx="7544">
                  <c:v>7545</c:v>
                </c:pt>
                <c:pt idx="7545">
                  <c:v>7546</c:v>
                </c:pt>
                <c:pt idx="7546">
                  <c:v>7547</c:v>
                </c:pt>
                <c:pt idx="7547">
                  <c:v>7548</c:v>
                </c:pt>
                <c:pt idx="7548">
                  <c:v>7549</c:v>
                </c:pt>
                <c:pt idx="7549">
                  <c:v>7550</c:v>
                </c:pt>
                <c:pt idx="7550">
                  <c:v>7551</c:v>
                </c:pt>
                <c:pt idx="7551">
                  <c:v>7552</c:v>
                </c:pt>
                <c:pt idx="7552">
                  <c:v>7553</c:v>
                </c:pt>
                <c:pt idx="7553">
                  <c:v>7554</c:v>
                </c:pt>
                <c:pt idx="7554">
                  <c:v>7555</c:v>
                </c:pt>
                <c:pt idx="7555">
                  <c:v>7556</c:v>
                </c:pt>
                <c:pt idx="7556">
                  <c:v>7557</c:v>
                </c:pt>
                <c:pt idx="7557">
                  <c:v>7558</c:v>
                </c:pt>
                <c:pt idx="7558">
                  <c:v>7559</c:v>
                </c:pt>
                <c:pt idx="7559">
                  <c:v>7560</c:v>
                </c:pt>
                <c:pt idx="7560">
                  <c:v>7561</c:v>
                </c:pt>
                <c:pt idx="7561">
                  <c:v>7562</c:v>
                </c:pt>
                <c:pt idx="7562">
                  <c:v>7563</c:v>
                </c:pt>
                <c:pt idx="7563">
                  <c:v>7564</c:v>
                </c:pt>
                <c:pt idx="7564">
                  <c:v>7565</c:v>
                </c:pt>
                <c:pt idx="7565">
                  <c:v>7566</c:v>
                </c:pt>
                <c:pt idx="7566">
                  <c:v>7567</c:v>
                </c:pt>
                <c:pt idx="7567">
                  <c:v>7568</c:v>
                </c:pt>
                <c:pt idx="7568">
                  <c:v>7569</c:v>
                </c:pt>
                <c:pt idx="7569">
                  <c:v>7570</c:v>
                </c:pt>
                <c:pt idx="7570">
                  <c:v>7571</c:v>
                </c:pt>
                <c:pt idx="7571">
                  <c:v>7572</c:v>
                </c:pt>
                <c:pt idx="7572">
                  <c:v>7573</c:v>
                </c:pt>
                <c:pt idx="7573">
                  <c:v>7574</c:v>
                </c:pt>
                <c:pt idx="7574">
                  <c:v>7575</c:v>
                </c:pt>
                <c:pt idx="7575">
                  <c:v>7576</c:v>
                </c:pt>
                <c:pt idx="7576">
                  <c:v>7577</c:v>
                </c:pt>
                <c:pt idx="7577">
                  <c:v>7578</c:v>
                </c:pt>
                <c:pt idx="7578">
                  <c:v>7579</c:v>
                </c:pt>
                <c:pt idx="7579">
                  <c:v>7580</c:v>
                </c:pt>
                <c:pt idx="7580">
                  <c:v>7581</c:v>
                </c:pt>
                <c:pt idx="7581">
                  <c:v>7582</c:v>
                </c:pt>
                <c:pt idx="7582">
                  <c:v>7583</c:v>
                </c:pt>
                <c:pt idx="7583">
                  <c:v>7584</c:v>
                </c:pt>
                <c:pt idx="7584">
                  <c:v>7585</c:v>
                </c:pt>
                <c:pt idx="7585">
                  <c:v>7586</c:v>
                </c:pt>
                <c:pt idx="7586">
                  <c:v>7587</c:v>
                </c:pt>
                <c:pt idx="7587">
                  <c:v>7588</c:v>
                </c:pt>
                <c:pt idx="7588">
                  <c:v>7589</c:v>
                </c:pt>
                <c:pt idx="7589">
                  <c:v>7590</c:v>
                </c:pt>
                <c:pt idx="7590">
                  <c:v>7591</c:v>
                </c:pt>
                <c:pt idx="7591">
                  <c:v>7592</c:v>
                </c:pt>
                <c:pt idx="7592">
                  <c:v>7593</c:v>
                </c:pt>
                <c:pt idx="7593">
                  <c:v>7594</c:v>
                </c:pt>
                <c:pt idx="7594">
                  <c:v>7595</c:v>
                </c:pt>
                <c:pt idx="7595">
                  <c:v>7596</c:v>
                </c:pt>
                <c:pt idx="7596">
                  <c:v>7597</c:v>
                </c:pt>
                <c:pt idx="7597">
                  <c:v>7598</c:v>
                </c:pt>
                <c:pt idx="7598">
                  <c:v>7599</c:v>
                </c:pt>
                <c:pt idx="7599">
                  <c:v>7600</c:v>
                </c:pt>
                <c:pt idx="7600">
                  <c:v>7601</c:v>
                </c:pt>
                <c:pt idx="7601">
                  <c:v>7602</c:v>
                </c:pt>
                <c:pt idx="7602">
                  <c:v>7603</c:v>
                </c:pt>
                <c:pt idx="7603">
                  <c:v>7604</c:v>
                </c:pt>
                <c:pt idx="7604">
                  <c:v>7605</c:v>
                </c:pt>
                <c:pt idx="7605">
                  <c:v>7606</c:v>
                </c:pt>
                <c:pt idx="7606">
                  <c:v>7607</c:v>
                </c:pt>
                <c:pt idx="7607">
                  <c:v>7608</c:v>
                </c:pt>
                <c:pt idx="7608">
                  <c:v>7609</c:v>
                </c:pt>
                <c:pt idx="7609">
                  <c:v>7610</c:v>
                </c:pt>
                <c:pt idx="7610">
                  <c:v>7611</c:v>
                </c:pt>
                <c:pt idx="7611">
                  <c:v>7612</c:v>
                </c:pt>
                <c:pt idx="7612">
                  <c:v>7613</c:v>
                </c:pt>
                <c:pt idx="7613">
                  <c:v>7614</c:v>
                </c:pt>
                <c:pt idx="7614">
                  <c:v>7615</c:v>
                </c:pt>
                <c:pt idx="7615">
                  <c:v>7616</c:v>
                </c:pt>
                <c:pt idx="7616">
                  <c:v>7617</c:v>
                </c:pt>
                <c:pt idx="7617">
                  <c:v>7618</c:v>
                </c:pt>
                <c:pt idx="7618">
                  <c:v>7619</c:v>
                </c:pt>
                <c:pt idx="7619">
                  <c:v>7620</c:v>
                </c:pt>
                <c:pt idx="7620">
                  <c:v>7621</c:v>
                </c:pt>
                <c:pt idx="7621">
                  <c:v>7622</c:v>
                </c:pt>
                <c:pt idx="7622">
                  <c:v>7623</c:v>
                </c:pt>
                <c:pt idx="7623">
                  <c:v>7624</c:v>
                </c:pt>
                <c:pt idx="7624">
                  <c:v>7625</c:v>
                </c:pt>
                <c:pt idx="7625">
                  <c:v>7626</c:v>
                </c:pt>
                <c:pt idx="7626">
                  <c:v>7627</c:v>
                </c:pt>
                <c:pt idx="7627">
                  <c:v>7628</c:v>
                </c:pt>
                <c:pt idx="7628">
                  <c:v>7629</c:v>
                </c:pt>
                <c:pt idx="7629">
                  <c:v>7630</c:v>
                </c:pt>
                <c:pt idx="7630">
                  <c:v>7631</c:v>
                </c:pt>
                <c:pt idx="7631">
                  <c:v>7632</c:v>
                </c:pt>
                <c:pt idx="7632">
                  <c:v>7633</c:v>
                </c:pt>
                <c:pt idx="7633">
                  <c:v>7634</c:v>
                </c:pt>
                <c:pt idx="7634">
                  <c:v>7635</c:v>
                </c:pt>
                <c:pt idx="7635">
                  <c:v>7636</c:v>
                </c:pt>
                <c:pt idx="7636">
                  <c:v>7637</c:v>
                </c:pt>
                <c:pt idx="7637">
                  <c:v>7638</c:v>
                </c:pt>
                <c:pt idx="7638">
                  <c:v>7639</c:v>
                </c:pt>
                <c:pt idx="7639">
                  <c:v>7640</c:v>
                </c:pt>
                <c:pt idx="7640">
                  <c:v>7641</c:v>
                </c:pt>
                <c:pt idx="7641">
                  <c:v>7642</c:v>
                </c:pt>
                <c:pt idx="7642">
                  <c:v>7643</c:v>
                </c:pt>
                <c:pt idx="7643">
                  <c:v>7644</c:v>
                </c:pt>
                <c:pt idx="7644">
                  <c:v>7645</c:v>
                </c:pt>
                <c:pt idx="7645">
                  <c:v>7646</c:v>
                </c:pt>
                <c:pt idx="7646">
                  <c:v>7647</c:v>
                </c:pt>
                <c:pt idx="7647">
                  <c:v>7648</c:v>
                </c:pt>
                <c:pt idx="7648">
                  <c:v>7649</c:v>
                </c:pt>
                <c:pt idx="7649">
                  <c:v>7650</c:v>
                </c:pt>
                <c:pt idx="7650">
                  <c:v>7651</c:v>
                </c:pt>
                <c:pt idx="7651">
                  <c:v>7652</c:v>
                </c:pt>
                <c:pt idx="7652">
                  <c:v>7653</c:v>
                </c:pt>
                <c:pt idx="7653">
                  <c:v>7654</c:v>
                </c:pt>
                <c:pt idx="7654">
                  <c:v>7655</c:v>
                </c:pt>
                <c:pt idx="7655">
                  <c:v>7656</c:v>
                </c:pt>
                <c:pt idx="7656">
                  <c:v>7657</c:v>
                </c:pt>
                <c:pt idx="7657">
                  <c:v>7658</c:v>
                </c:pt>
                <c:pt idx="7658">
                  <c:v>7659</c:v>
                </c:pt>
                <c:pt idx="7659">
                  <c:v>7660</c:v>
                </c:pt>
                <c:pt idx="7660">
                  <c:v>7661</c:v>
                </c:pt>
                <c:pt idx="7661">
                  <c:v>7662</c:v>
                </c:pt>
                <c:pt idx="7662">
                  <c:v>7663</c:v>
                </c:pt>
                <c:pt idx="7663">
                  <c:v>7664</c:v>
                </c:pt>
                <c:pt idx="7664">
                  <c:v>7665</c:v>
                </c:pt>
                <c:pt idx="7665">
                  <c:v>7666</c:v>
                </c:pt>
                <c:pt idx="7666">
                  <c:v>7667</c:v>
                </c:pt>
                <c:pt idx="7667">
                  <c:v>7668</c:v>
                </c:pt>
                <c:pt idx="7668">
                  <c:v>7669</c:v>
                </c:pt>
                <c:pt idx="7669">
                  <c:v>7670</c:v>
                </c:pt>
                <c:pt idx="7670">
                  <c:v>7671</c:v>
                </c:pt>
                <c:pt idx="7671">
                  <c:v>7672</c:v>
                </c:pt>
                <c:pt idx="7672">
                  <c:v>7673</c:v>
                </c:pt>
                <c:pt idx="7673">
                  <c:v>7674</c:v>
                </c:pt>
                <c:pt idx="7674">
                  <c:v>7675</c:v>
                </c:pt>
                <c:pt idx="7675">
                  <c:v>7676</c:v>
                </c:pt>
                <c:pt idx="7676">
                  <c:v>7677</c:v>
                </c:pt>
                <c:pt idx="7677">
                  <c:v>7678</c:v>
                </c:pt>
                <c:pt idx="7678">
                  <c:v>7679</c:v>
                </c:pt>
                <c:pt idx="7679">
                  <c:v>7680</c:v>
                </c:pt>
                <c:pt idx="7680">
                  <c:v>7681</c:v>
                </c:pt>
                <c:pt idx="7681">
                  <c:v>7682</c:v>
                </c:pt>
                <c:pt idx="7682">
                  <c:v>7683</c:v>
                </c:pt>
                <c:pt idx="7683">
                  <c:v>7684</c:v>
                </c:pt>
                <c:pt idx="7684">
                  <c:v>7685</c:v>
                </c:pt>
                <c:pt idx="7685">
                  <c:v>7686</c:v>
                </c:pt>
                <c:pt idx="7686">
                  <c:v>7687</c:v>
                </c:pt>
                <c:pt idx="7687">
                  <c:v>7688</c:v>
                </c:pt>
                <c:pt idx="7688">
                  <c:v>7689</c:v>
                </c:pt>
                <c:pt idx="7689">
                  <c:v>7690</c:v>
                </c:pt>
                <c:pt idx="7690">
                  <c:v>7691</c:v>
                </c:pt>
                <c:pt idx="7691">
                  <c:v>7692</c:v>
                </c:pt>
                <c:pt idx="7692">
                  <c:v>7693</c:v>
                </c:pt>
                <c:pt idx="7693">
                  <c:v>7694</c:v>
                </c:pt>
                <c:pt idx="7694">
                  <c:v>7695</c:v>
                </c:pt>
                <c:pt idx="7695">
                  <c:v>7696</c:v>
                </c:pt>
                <c:pt idx="7696">
                  <c:v>7697</c:v>
                </c:pt>
                <c:pt idx="7697">
                  <c:v>7698</c:v>
                </c:pt>
                <c:pt idx="7698">
                  <c:v>7699</c:v>
                </c:pt>
                <c:pt idx="7699">
                  <c:v>7700</c:v>
                </c:pt>
                <c:pt idx="7700">
                  <c:v>7701</c:v>
                </c:pt>
                <c:pt idx="7701">
                  <c:v>7702</c:v>
                </c:pt>
                <c:pt idx="7702">
                  <c:v>7703</c:v>
                </c:pt>
                <c:pt idx="7703">
                  <c:v>7704</c:v>
                </c:pt>
                <c:pt idx="7704">
                  <c:v>7705</c:v>
                </c:pt>
                <c:pt idx="7705">
                  <c:v>7706</c:v>
                </c:pt>
                <c:pt idx="7706">
                  <c:v>7707</c:v>
                </c:pt>
                <c:pt idx="7707">
                  <c:v>7708</c:v>
                </c:pt>
                <c:pt idx="7708">
                  <c:v>7709</c:v>
                </c:pt>
                <c:pt idx="7709">
                  <c:v>7710</c:v>
                </c:pt>
                <c:pt idx="7710">
                  <c:v>7711</c:v>
                </c:pt>
                <c:pt idx="7711">
                  <c:v>7712</c:v>
                </c:pt>
                <c:pt idx="7712">
                  <c:v>7713</c:v>
                </c:pt>
                <c:pt idx="7713">
                  <c:v>7714</c:v>
                </c:pt>
                <c:pt idx="7714">
                  <c:v>7715</c:v>
                </c:pt>
                <c:pt idx="7715">
                  <c:v>7716</c:v>
                </c:pt>
                <c:pt idx="7716">
                  <c:v>7717</c:v>
                </c:pt>
                <c:pt idx="7717">
                  <c:v>7718</c:v>
                </c:pt>
                <c:pt idx="7718">
                  <c:v>7719</c:v>
                </c:pt>
                <c:pt idx="7719">
                  <c:v>7720</c:v>
                </c:pt>
                <c:pt idx="7720">
                  <c:v>7721</c:v>
                </c:pt>
                <c:pt idx="7721">
                  <c:v>7722</c:v>
                </c:pt>
                <c:pt idx="7722">
                  <c:v>7723</c:v>
                </c:pt>
                <c:pt idx="7723">
                  <c:v>7724</c:v>
                </c:pt>
                <c:pt idx="7724">
                  <c:v>7725</c:v>
                </c:pt>
                <c:pt idx="7725">
                  <c:v>7726</c:v>
                </c:pt>
                <c:pt idx="7726">
                  <c:v>7727</c:v>
                </c:pt>
                <c:pt idx="7727">
                  <c:v>7728</c:v>
                </c:pt>
                <c:pt idx="7728">
                  <c:v>7729</c:v>
                </c:pt>
                <c:pt idx="7729">
                  <c:v>7730</c:v>
                </c:pt>
                <c:pt idx="7730">
                  <c:v>7731</c:v>
                </c:pt>
                <c:pt idx="7731">
                  <c:v>7732</c:v>
                </c:pt>
                <c:pt idx="7732">
                  <c:v>7733</c:v>
                </c:pt>
                <c:pt idx="7733">
                  <c:v>7734</c:v>
                </c:pt>
                <c:pt idx="7734">
                  <c:v>7735</c:v>
                </c:pt>
                <c:pt idx="7735">
                  <c:v>7736</c:v>
                </c:pt>
                <c:pt idx="7736">
                  <c:v>7737</c:v>
                </c:pt>
                <c:pt idx="7737">
                  <c:v>7738</c:v>
                </c:pt>
                <c:pt idx="7738">
                  <c:v>7739</c:v>
                </c:pt>
                <c:pt idx="7739">
                  <c:v>7740</c:v>
                </c:pt>
                <c:pt idx="7740">
                  <c:v>7741</c:v>
                </c:pt>
                <c:pt idx="7741">
                  <c:v>7742</c:v>
                </c:pt>
                <c:pt idx="7742">
                  <c:v>7743</c:v>
                </c:pt>
                <c:pt idx="7743">
                  <c:v>7744</c:v>
                </c:pt>
                <c:pt idx="7744">
                  <c:v>7745</c:v>
                </c:pt>
                <c:pt idx="7745">
                  <c:v>7746</c:v>
                </c:pt>
                <c:pt idx="7746">
                  <c:v>7747</c:v>
                </c:pt>
                <c:pt idx="7747">
                  <c:v>7748</c:v>
                </c:pt>
                <c:pt idx="7748">
                  <c:v>7749</c:v>
                </c:pt>
                <c:pt idx="7749">
                  <c:v>7750</c:v>
                </c:pt>
                <c:pt idx="7750">
                  <c:v>7751</c:v>
                </c:pt>
                <c:pt idx="7751">
                  <c:v>7752</c:v>
                </c:pt>
                <c:pt idx="7752">
                  <c:v>7753</c:v>
                </c:pt>
                <c:pt idx="7753">
                  <c:v>7754</c:v>
                </c:pt>
                <c:pt idx="7754">
                  <c:v>7755</c:v>
                </c:pt>
                <c:pt idx="7755">
                  <c:v>7756</c:v>
                </c:pt>
                <c:pt idx="7756">
                  <c:v>7757</c:v>
                </c:pt>
                <c:pt idx="7757">
                  <c:v>7758</c:v>
                </c:pt>
                <c:pt idx="7758">
                  <c:v>7759</c:v>
                </c:pt>
                <c:pt idx="7759">
                  <c:v>7760</c:v>
                </c:pt>
                <c:pt idx="7760">
                  <c:v>7761</c:v>
                </c:pt>
                <c:pt idx="7761">
                  <c:v>7762</c:v>
                </c:pt>
                <c:pt idx="7762">
                  <c:v>7763</c:v>
                </c:pt>
                <c:pt idx="7763">
                  <c:v>7764</c:v>
                </c:pt>
                <c:pt idx="7764">
                  <c:v>7765</c:v>
                </c:pt>
                <c:pt idx="7765">
                  <c:v>7766</c:v>
                </c:pt>
                <c:pt idx="7766">
                  <c:v>7767</c:v>
                </c:pt>
                <c:pt idx="7767">
                  <c:v>7768</c:v>
                </c:pt>
                <c:pt idx="7768">
                  <c:v>7769</c:v>
                </c:pt>
                <c:pt idx="7769">
                  <c:v>7770</c:v>
                </c:pt>
                <c:pt idx="7770">
                  <c:v>7771</c:v>
                </c:pt>
                <c:pt idx="7771">
                  <c:v>7772</c:v>
                </c:pt>
                <c:pt idx="7772">
                  <c:v>7773</c:v>
                </c:pt>
                <c:pt idx="7773">
                  <c:v>7774</c:v>
                </c:pt>
                <c:pt idx="7774">
                  <c:v>7775</c:v>
                </c:pt>
                <c:pt idx="7775">
                  <c:v>7776</c:v>
                </c:pt>
                <c:pt idx="7776">
                  <c:v>7777</c:v>
                </c:pt>
                <c:pt idx="7777">
                  <c:v>7778</c:v>
                </c:pt>
                <c:pt idx="7778">
                  <c:v>7779</c:v>
                </c:pt>
                <c:pt idx="7779">
                  <c:v>7780</c:v>
                </c:pt>
                <c:pt idx="7780">
                  <c:v>7781</c:v>
                </c:pt>
                <c:pt idx="7781">
                  <c:v>7782</c:v>
                </c:pt>
                <c:pt idx="7782">
                  <c:v>7783</c:v>
                </c:pt>
                <c:pt idx="7783">
                  <c:v>7784</c:v>
                </c:pt>
                <c:pt idx="7784">
                  <c:v>7785</c:v>
                </c:pt>
                <c:pt idx="7785">
                  <c:v>7786</c:v>
                </c:pt>
                <c:pt idx="7786">
                  <c:v>7787</c:v>
                </c:pt>
                <c:pt idx="7787">
                  <c:v>7788</c:v>
                </c:pt>
                <c:pt idx="7788">
                  <c:v>7789</c:v>
                </c:pt>
                <c:pt idx="7789">
                  <c:v>7790</c:v>
                </c:pt>
                <c:pt idx="7790">
                  <c:v>7791</c:v>
                </c:pt>
                <c:pt idx="7791">
                  <c:v>7792</c:v>
                </c:pt>
                <c:pt idx="7792">
                  <c:v>7793</c:v>
                </c:pt>
                <c:pt idx="7793">
                  <c:v>7794</c:v>
                </c:pt>
                <c:pt idx="7794">
                  <c:v>7795</c:v>
                </c:pt>
                <c:pt idx="7795">
                  <c:v>7796</c:v>
                </c:pt>
                <c:pt idx="7796">
                  <c:v>7797</c:v>
                </c:pt>
                <c:pt idx="7797">
                  <c:v>7798</c:v>
                </c:pt>
                <c:pt idx="7798">
                  <c:v>7799</c:v>
                </c:pt>
                <c:pt idx="7799">
                  <c:v>7800</c:v>
                </c:pt>
                <c:pt idx="7800">
                  <c:v>7801</c:v>
                </c:pt>
                <c:pt idx="7801">
                  <c:v>7802</c:v>
                </c:pt>
                <c:pt idx="7802">
                  <c:v>7803</c:v>
                </c:pt>
                <c:pt idx="7803">
                  <c:v>7804</c:v>
                </c:pt>
                <c:pt idx="7804">
                  <c:v>7805</c:v>
                </c:pt>
                <c:pt idx="7805">
                  <c:v>7806</c:v>
                </c:pt>
                <c:pt idx="7806">
                  <c:v>7807</c:v>
                </c:pt>
                <c:pt idx="7807">
                  <c:v>7808</c:v>
                </c:pt>
                <c:pt idx="7808">
                  <c:v>7809</c:v>
                </c:pt>
                <c:pt idx="7809">
                  <c:v>7810</c:v>
                </c:pt>
                <c:pt idx="7810">
                  <c:v>7811</c:v>
                </c:pt>
                <c:pt idx="7811">
                  <c:v>7812</c:v>
                </c:pt>
                <c:pt idx="7812">
                  <c:v>7813</c:v>
                </c:pt>
                <c:pt idx="7813">
                  <c:v>7814</c:v>
                </c:pt>
                <c:pt idx="7814">
                  <c:v>7815</c:v>
                </c:pt>
                <c:pt idx="7815">
                  <c:v>7816</c:v>
                </c:pt>
                <c:pt idx="7816">
                  <c:v>7817</c:v>
                </c:pt>
                <c:pt idx="7817">
                  <c:v>7818</c:v>
                </c:pt>
                <c:pt idx="7818">
                  <c:v>7819</c:v>
                </c:pt>
                <c:pt idx="7819">
                  <c:v>7820</c:v>
                </c:pt>
                <c:pt idx="7820">
                  <c:v>7821</c:v>
                </c:pt>
                <c:pt idx="7821">
                  <c:v>7822</c:v>
                </c:pt>
                <c:pt idx="7822">
                  <c:v>7823</c:v>
                </c:pt>
                <c:pt idx="7823">
                  <c:v>7824</c:v>
                </c:pt>
                <c:pt idx="7824">
                  <c:v>7825</c:v>
                </c:pt>
                <c:pt idx="7825">
                  <c:v>7826</c:v>
                </c:pt>
                <c:pt idx="7826">
                  <c:v>7827</c:v>
                </c:pt>
                <c:pt idx="7827">
                  <c:v>7828</c:v>
                </c:pt>
                <c:pt idx="7828">
                  <c:v>7829</c:v>
                </c:pt>
                <c:pt idx="7829">
                  <c:v>7830</c:v>
                </c:pt>
                <c:pt idx="7830">
                  <c:v>7831</c:v>
                </c:pt>
                <c:pt idx="7831">
                  <c:v>7832</c:v>
                </c:pt>
                <c:pt idx="7832">
                  <c:v>7833</c:v>
                </c:pt>
                <c:pt idx="7833">
                  <c:v>7834</c:v>
                </c:pt>
                <c:pt idx="7834">
                  <c:v>7835</c:v>
                </c:pt>
                <c:pt idx="7835">
                  <c:v>7836</c:v>
                </c:pt>
                <c:pt idx="7836">
                  <c:v>7837</c:v>
                </c:pt>
                <c:pt idx="7837">
                  <c:v>7838</c:v>
                </c:pt>
                <c:pt idx="7838">
                  <c:v>7839</c:v>
                </c:pt>
                <c:pt idx="7839">
                  <c:v>7840</c:v>
                </c:pt>
                <c:pt idx="7840">
                  <c:v>7841</c:v>
                </c:pt>
                <c:pt idx="7841">
                  <c:v>7842</c:v>
                </c:pt>
                <c:pt idx="7842">
                  <c:v>7843</c:v>
                </c:pt>
                <c:pt idx="7843">
                  <c:v>7844</c:v>
                </c:pt>
                <c:pt idx="7844">
                  <c:v>7845</c:v>
                </c:pt>
                <c:pt idx="7845">
                  <c:v>7846</c:v>
                </c:pt>
                <c:pt idx="7846">
                  <c:v>7847</c:v>
                </c:pt>
                <c:pt idx="7847">
                  <c:v>7848</c:v>
                </c:pt>
                <c:pt idx="7848">
                  <c:v>7849</c:v>
                </c:pt>
                <c:pt idx="7849">
                  <c:v>7850</c:v>
                </c:pt>
                <c:pt idx="7850">
                  <c:v>7851</c:v>
                </c:pt>
                <c:pt idx="7851">
                  <c:v>7852</c:v>
                </c:pt>
                <c:pt idx="7852">
                  <c:v>7853</c:v>
                </c:pt>
                <c:pt idx="7853">
                  <c:v>7854</c:v>
                </c:pt>
                <c:pt idx="7854">
                  <c:v>7855</c:v>
                </c:pt>
                <c:pt idx="7855">
                  <c:v>7856</c:v>
                </c:pt>
                <c:pt idx="7856">
                  <c:v>7857</c:v>
                </c:pt>
                <c:pt idx="7857">
                  <c:v>7858</c:v>
                </c:pt>
                <c:pt idx="7858">
                  <c:v>7859</c:v>
                </c:pt>
                <c:pt idx="7859">
                  <c:v>7860</c:v>
                </c:pt>
                <c:pt idx="7860">
                  <c:v>7861</c:v>
                </c:pt>
                <c:pt idx="7861">
                  <c:v>7862</c:v>
                </c:pt>
                <c:pt idx="7862">
                  <c:v>7863</c:v>
                </c:pt>
                <c:pt idx="7863">
                  <c:v>7864</c:v>
                </c:pt>
                <c:pt idx="7864">
                  <c:v>7865</c:v>
                </c:pt>
                <c:pt idx="7865">
                  <c:v>7866</c:v>
                </c:pt>
                <c:pt idx="7866">
                  <c:v>7867</c:v>
                </c:pt>
                <c:pt idx="7867">
                  <c:v>7868</c:v>
                </c:pt>
                <c:pt idx="7868">
                  <c:v>7869</c:v>
                </c:pt>
                <c:pt idx="7869">
                  <c:v>7870</c:v>
                </c:pt>
                <c:pt idx="7870">
                  <c:v>7871</c:v>
                </c:pt>
                <c:pt idx="7871">
                  <c:v>7872</c:v>
                </c:pt>
                <c:pt idx="7872">
                  <c:v>7873</c:v>
                </c:pt>
                <c:pt idx="7873">
                  <c:v>7874</c:v>
                </c:pt>
                <c:pt idx="7874">
                  <c:v>7875</c:v>
                </c:pt>
                <c:pt idx="7875">
                  <c:v>7876</c:v>
                </c:pt>
                <c:pt idx="7876">
                  <c:v>7877</c:v>
                </c:pt>
                <c:pt idx="7877">
                  <c:v>7878</c:v>
                </c:pt>
                <c:pt idx="7878">
                  <c:v>7879</c:v>
                </c:pt>
                <c:pt idx="7879">
                  <c:v>7880</c:v>
                </c:pt>
                <c:pt idx="7880">
                  <c:v>7881</c:v>
                </c:pt>
                <c:pt idx="7881">
                  <c:v>7882</c:v>
                </c:pt>
                <c:pt idx="7882">
                  <c:v>7883</c:v>
                </c:pt>
                <c:pt idx="7883">
                  <c:v>7884</c:v>
                </c:pt>
                <c:pt idx="7884">
                  <c:v>7885</c:v>
                </c:pt>
                <c:pt idx="7885">
                  <c:v>7886</c:v>
                </c:pt>
                <c:pt idx="7886">
                  <c:v>7887</c:v>
                </c:pt>
                <c:pt idx="7887">
                  <c:v>7888</c:v>
                </c:pt>
                <c:pt idx="7888">
                  <c:v>7889</c:v>
                </c:pt>
                <c:pt idx="7889">
                  <c:v>7890</c:v>
                </c:pt>
                <c:pt idx="7890">
                  <c:v>7891</c:v>
                </c:pt>
                <c:pt idx="7891">
                  <c:v>7892</c:v>
                </c:pt>
                <c:pt idx="7892">
                  <c:v>7893</c:v>
                </c:pt>
                <c:pt idx="7893">
                  <c:v>7894</c:v>
                </c:pt>
                <c:pt idx="7894">
                  <c:v>7895</c:v>
                </c:pt>
                <c:pt idx="7895">
                  <c:v>7896</c:v>
                </c:pt>
                <c:pt idx="7896">
                  <c:v>7897</c:v>
                </c:pt>
                <c:pt idx="7897">
                  <c:v>7898</c:v>
                </c:pt>
                <c:pt idx="7898">
                  <c:v>7899</c:v>
                </c:pt>
                <c:pt idx="7899">
                  <c:v>7900</c:v>
                </c:pt>
                <c:pt idx="7900">
                  <c:v>7901</c:v>
                </c:pt>
                <c:pt idx="7901">
                  <c:v>7902</c:v>
                </c:pt>
                <c:pt idx="7902">
                  <c:v>7903</c:v>
                </c:pt>
                <c:pt idx="7903">
                  <c:v>7904</c:v>
                </c:pt>
                <c:pt idx="7904">
                  <c:v>7905</c:v>
                </c:pt>
                <c:pt idx="7905">
                  <c:v>7906</c:v>
                </c:pt>
                <c:pt idx="7906">
                  <c:v>7907</c:v>
                </c:pt>
                <c:pt idx="7907">
                  <c:v>7908</c:v>
                </c:pt>
                <c:pt idx="7908">
                  <c:v>7909</c:v>
                </c:pt>
                <c:pt idx="7909">
                  <c:v>7910</c:v>
                </c:pt>
                <c:pt idx="7910">
                  <c:v>7911</c:v>
                </c:pt>
                <c:pt idx="7911">
                  <c:v>7912</c:v>
                </c:pt>
                <c:pt idx="7912">
                  <c:v>7913</c:v>
                </c:pt>
                <c:pt idx="7913">
                  <c:v>7914</c:v>
                </c:pt>
                <c:pt idx="7914">
                  <c:v>7915</c:v>
                </c:pt>
                <c:pt idx="7915">
                  <c:v>7916</c:v>
                </c:pt>
                <c:pt idx="7916">
                  <c:v>7917</c:v>
                </c:pt>
                <c:pt idx="7917">
                  <c:v>7918</c:v>
                </c:pt>
                <c:pt idx="7918">
                  <c:v>7919</c:v>
                </c:pt>
                <c:pt idx="7919">
                  <c:v>7920</c:v>
                </c:pt>
                <c:pt idx="7920">
                  <c:v>7921</c:v>
                </c:pt>
                <c:pt idx="7921">
                  <c:v>7922</c:v>
                </c:pt>
                <c:pt idx="7922">
                  <c:v>7923</c:v>
                </c:pt>
                <c:pt idx="7923">
                  <c:v>7924</c:v>
                </c:pt>
                <c:pt idx="7924">
                  <c:v>7925</c:v>
                </c:pt>
                <c:pt idx="7925">
                  <c:v>7926</c:v>
                </c:pt>
                <c:pt idx="7926">
                  <c:v>7927</c:v>
                </c:pt>
                <c:pt idx="7927">
                  <c:v>7928</c:v>
                </c:pt>
                <c:pt idx="7928">
                  <c:v>7929</c:v>
                </c:pt>
                <c:pt idx="7929">
                  <c:v>7930</c:v>
                </c:pt>
                <c:pt idx="7930">
                  <c:v>7931</c:v>
                </c:pt>
                <c:pt idx="7931">
                  <c:v>7932</c:v>
                </c:pt>
                <c:pt idx="7932">
                  <c:v>7933</c:v>
                </c:pt>
                <c:pt idx="7933">
                  <c:v>7934</c:v>
                </c:pt>
                <c:pt idx="7934">
                  <c:v>7935</c:v>
                </c:pt>
                <c:pt idx="7935">
                  <c:v>7936</c:v>
                </c:pt>
                <c:pt idx="7936">
                  <c:v>7937</c:v>
                </c:pt>
                <c:pt idx="7937">
                  <c:v>7938</c:v>
                </c:pt>
                <c:pt idx="7938">
                  <c:v>7939</c:v>
                </c:pt>
                <c:pt idx="7939">
                  <c:v>7940</c:v>
                </c:pt>
                <c:pt idx="7940">
                  <c:v>7941</c:v>
                </c:pt>
                <c:pt idx="7941">
                  <c:v>7942</c:v>
                </c:pt>
                <c:pt idx="7942">
                  <c:v>7943</c:v>
                </c:pt>
                <c:pt idx="7943">
                  <c:v>7944</c:v>
                </c:pt>
                <c:pt idx="7944">
                  <c:v>7945</c:v>
                </c:pt>
                <c:pt idx="7945">
                  <c:v>7946</c:v>
                </c:pt>
                <c:pt idx="7946">
                  <c:v>7947</c:v>
                </c:pt>
                <c:pt idx="7947">
                  <c:v>7948</c:v>
                </c:pt>
                <c:pt idx="7948">
                  <c:v>7949</c:v>
                </c:pt>
                <c:pt idx="7949">
                  <c:v>7950</c:v>
                </c:pt>
                <c:pt idx="7950">
                  <c:v>7951</c:v>
                </c:pt>
                <c:pt idx="7951">
                  <c:v>7952</c:v>
                </c:pt>
                <c:pt idx="7952">
                  <c:v>7953</c:v>
                </c:pt>
                <c:pt idx="7953">
                  <c:v>7954</c:v>
                </c:pt>
                <c:pt idx="7954">
                  <c:v>7955</c:v>
                </c:pt>
                <c:pt idx="7955">
                  <c:v>7956</c:v>
                </c:pt>
                <c:pt idx="7956">
                  <c:v>7957</c:v>
                </c:pt>
                <c:pt idx="7957">
                  <c:v>7958</c:v>
                </c:pt>
                <c:pt idx="7958">
                  <c:v>7959</c:v>
                </c:pt>
                <c:pt idx="7959">
                  <c:v>7960</c:v>
                </c:pt>
                <c:pt idx="7960">
                  <c:v>7961</c:v>
                </c:pt>
                <c:pt idx="7961">
                  <c:v>7962</c:v>
                </c:pt>
                <c:pt idx="7962">
                  <c:v>7963</c:v>
                </c:pt>
                <c:pt idx="7963">
                  <c:v>7964</c:v>
                </c:pt>
                <c:pt idx="7964">
                  <c:v>7965</c:v>
                </c:pt>
                <c:pt idx="7965">
                  <c:v>7966</c:v>
                </c:pt>
                <c:pt idx="7966">
                  <c:v>7967</c:v>
                </c:pt>
                <c:pt idx="7967">
                  <c:v>7968</c:v>
                </c:pt>
                <c:pt idx="7968">
                  <c:v>7969</c:v>
                </c:pt>
                <c:pt idx="7969">
                  <c:v>7970</c:v>
                </c:pt>
                <c:pt idx="7970">
                  <c:v>7971</c:v>
                </c:pt>
                <c:pt idx="7971">
                  <c:v>7972</c:v>
                </c:pt>
                <c:pt idx="7972">
                  <c:v>7973</c:v>
                </c:pt>
                <c:pt idx="7973">
                  <c:v>7974</c:v>
                </c:pt>
                <c:pt idx="7974">
                  <c:v>7975</c:v>
                </c:pt>
                <c:pt idx="7975">
                  <c:v>7976</c:v>
                </c:pt>
                <c:pt idx="7976">
                  <c:v>7977</c:v>
                </c:pt>
                <c:pt idx="7977">
                  <c:v>7978</c:v>
                </c:pt>
                <c:pt idx="7978">
                  <c:v>7979</c:v>
                </c:pt>
                <c:pt idx="7979">
                  <c:v>7980</c:v>
                </c:pt>
                <c:pt idx="7980">
                  <c:v>7981</c:v>
                </c:pt>
                <c:pt idx="7981">
                  <c:v>7982</c:v>
                </c:pt>
                <c:pt idx="7982">
                  <c:v>7983</c:v>
                </c:pt>
                <c:pt idx="7983">
                  <c:v>7984</c:v>
                </c:pt>
                <c:pt idx="7984">
                  <c:v>7985</c:v>
                </c:pt>
                <c:pt idx="7985">
                  <c:v>7986</c:v>
                </c:pt>
                <c:pt idx="7986">
                  <c:v>7987</c:v>
                </c:pt>
                <c:pt idx="7987">
                  <c:v>7988</c:v>
                </c:pt>
                <c:pt idx="7988">
                  <c:v>7989</c:v>
                </c:pt>
                <c:pt idx="7989">
                  <c:v>7990</c:v>
                </c:pt>
                <c:pt idx="7990">
                  <c:v>7991</c:v>
                </c:pt>
                <c:pt idx="7991">
                  <c:v>7992</c:v>
                </c:pt>
                <c:pt idx="7992">
                  <c:v>7993</c:v>
                </c:pt>
                <c:pt idx="7993">
                  <c:v>7994</c:v>
                </c:pt>
                <c:pt idx="7994">
                  <c:v>7995</c:v>
                </c:pt>
                <c:pt idx="7995">
                  <c:v>7996</c:v>
                </c:pt>
                <c:pt idx="7996">
                  <c:v>7997</c:v>
                </c:pt>
                <c:pt idx="7997">
                  <c:v>7998</c:v>
                </c:pt>
                <c:pt idx="7998">
                  <c:v>7999</c:v>
                </c:pt>
                <c:pt idx="7999">
                  <c:v>8000</c:v>
                </c:pt>
                <c:pt idx="8000">
                  <c:v>8001</c:v>
                </c:pt>
                <c:pt idx="8001">
                  <c:v>8002</c:v>
                </c:pt>
                <c:pt idx="8002">
                  <c:v>8003</c:v>
                </c:pt>
                <c:pt idx="8003">
                  <c:v>8004</c:v>
                </c:pt>
                <c:pt idx="8004">
                  <c:v>8005</c:v>
                </c:pt>
                <c:pt idx="8005">
                  <c:v>8006</c:v>
                </c:pt>
                <c:pt idx="8006">
                  <c:v>8007</c:v>
                </c:pt>
                <c:pt idx="8007">
                  <c:v>8008</c:v>
                </c:pt>
                <c:pt idx="8008">
                  <c:v>8009</c:v>
                </c:pt>
                <c:pt idx="8009">
                  <c:v>8010</c:v>
                </c:pt>
                <c:pt idx="8010">
                  <c:v>8011</c:v>
                </c:pt>
                <c:pt idx="8011">
                  <c:v>8012</c:v>
                </c:pt>
                <c:pt idx="8012">
                  <c:v>8013</c:v>
                </c:pt>
                <c:pt idx="8013">
                  <c:v>8014</c:v>
                </c:pt>
                <c:pt idx="8014">
                  <c:v>8015</c:v>
                </c:pt>
                <c:pt idx="8015">
                  <c:v>8016</c:v>
                </c:pt>
                <c:pt idx="8016">
                  <c:v>8017</c:v>
                </c:pt>
                <c:pt idx="8017">
                  <c:v>8018</c:v>
                </c:pt>
                <c:pt idx="8018">
                  <c:v>8019</c:v>
                </c:pt>
                <c:pt idx="8019">
                  <c:v>8020</c:v>
                </c:pt>
                <c:pt idx="8020">
                  <c:v>8021</c:v>
                </c:pt>
                <c:pt idx="8021">
                  <c:v>8022</c:v>
                </c:pt>
                <c:pt idx="8022">
                  <c:v>8023</c:v>
                </c:pt>
                <c:pt idx="8023">
                  <c:v>8024</c:v>
                </c:pt>
                <c:pt idx="8024">
                  <c:v>8025</c:v>
                </c:pt>
                <c:pt idx="8025">
                  <c:v>8026</c:v>
                </c:pt>
                <c:pt idx="8026">
                  <c:v>8027</c:v>
                </c:pt>
                <c:pt idx="8027">
                  <c:v>8028</c:v>
                </c:pt>
                <c:pt idx="8028">
                  <c:v>8029</c:v>
                </c:pt>
                <c:pt idx="8029">
                  <c:v>8030</c:v>
                </c:pt>
                <c:pt idx="8030">
                  <c:v>8031</c:v>
                </c:pt>
                <c:pt idx="8031">
                  <c:v>8032</c:v>
                </c:pt>
                <c:pt idx="8032">
                  <c:v>8033</c:v>
                </c:pt>
                <c:pt idx="8033">
                  <c:v>8034</c:v>
                </c:pt>
                <c:pt idx="8034">
                  <c:v>8035</c:v>
                </c:pt>
                <c:pt idx="8035">
                  <c:v>8036</c:v>
                </c:pt>
                <c:pt idx="8036">
                  <c:v>8037</c:v>
                </c:pt>
                <c:pt idx="8037">
                  <c:v>8038</c:v>
                </c:pt>
                <c:pt idx="8038">
                  <c:v>8039</c:v>
                </c:pt>
                <c:pt idx="8039">
                  <c:v>8040</c:v>
                </c:pt>
                <c:pt idx="8040">
                  <c:v>8041</c:v>
                </c:pt>
                <c:pt idx="8041">
                  <c:v>8042</c:v>
                </c:pt>
                <c:pt idx="8042">
                  <c:v>8043</c:v>
                </c:pt>
                <c:pt idx="8043">
                  <c:v>8044</c:v>
                </c:pt>
                <c:pt idx="8044">
                  <c:v>8045</c:v>
                </c:pt>
                <c:pt idx="8045">
                  <c:v>8046</c:v>
                </c:pt>
                <c:pt idx="8046">
                  <c:v>8047</c:v>
                </c:pt>
                <c:pt idx="8047">
                  <c:v>8048</c:v>
                </c:pt>
                <c:pt idx="8048">
                  <c:v>8049</c:v>
                </c:pt>
                <c:pt idx="8049">
                  <c:v>8050</c:v>
                </c:pt>
                <c:pt idx="8050">
                  <c:v>8051</c:v>
                </c:pt>
                <c:pt idx="8051">
                  <c:v>8052</c:v>
                </c:pt>
                <c:pt idx="8052">
                  <c:v>8053</c:v>
                </c:pt>
                <c:pt idx="8053">
                  <c:v>8054</c:v>
                </c:pt>
                <c:pt idx="8054">
                  <c:v>8055</c:v>
                </c:pt>
                <c:pt idx="8055">
                  <c:v>8056</c:v>
                </c:pt>
                <c:pt idx="8056">
                  <c:v>8057</c:v>
                </c:pt>
                <c:pt idx="8057">
                  <c:v>8058</c:v>
                </c:pt>
                <c:pt idx="8058">
                  <c:v>8059</c:v>
                </c:pt>
                <c:pt idx="8059">
                  <c:v>8060</c:v>
                </c:pt>
                <c:pt idx="8060">
                  <c:v>8061</c:v>
                </c:pt>
                <c:pt idx="8061">
                  <c:v>8062</c:v>
                </c:pt>
                <c:pt idx="8062">
                  <c:v>8063</c:v>
                </c:pt>
                <c:pt idx="8063">
                  <c:v>8064</c:v>
                </c:pt>
                <c:pt idx="8064">
                  <c:v>8065</c:v>
                </c:pt>
                <c:pt idx="8065">
                  <c:v>8066</c:v>
                </c:pt>
                <c:pt idx="8066">
                  <c:v>8067</c:v>
                </c:pt>
                <c:pt idx="8067">
                  <c:v>8068</c:v>
                </c:pt>
                <c:pt idx="8068">
                  <c:v>8069</c:v>
                </c:pt>
                <c:pt idx="8069">
                  <c:v>8070</c:v>
                </c:pt>
                <c:pt idx="8070">
                  <c:v>8071</c:v>
                </c:pt>
                <c:pt idx="8071">
                  <c:v>8072</c:v>
                </c:pt>
                <c:pt idx="8072">
                  <c:v>8073</c:v>
                </c:pt>
                <c:pt idx="8073">
                  <c:v>8074</c:v>
                </c:pt>
                <c:pt idx="8074">
                  <c:v>8075</c:v>
                </c:pt>
                <c:pt idx="8075">
                  <c:v>8076</c:v>
                </c:pt>
                <c:pt idx="8076">
                  <c:v>8077</c:v>
                </c:pt>
                <c:pt idx="8077">
                  <c:v>8078</c:v>
                </c:pt>
                <c:pt idx="8078">
                  <c:v>8079</c:v>
                </c:pt>
                <c:pt idx="8079">
                  <c:v>8080</c:v>
                </c:pt>
                <c:pt idx="8080">
                  <c:v>8081</c:v>
                </c:pt>
                <c:pt idx="8081">
                  <c:v>8082</c:v>
                </c:pt>
                <c:pt idx="8082">
                  <c:v>8083</c:v>
                </c:pt>
                <c:pt idx="8083">
                  <c:v>8084</c:v>
                </c:pt>
                <c:pt idx="8084">
                  <c:v>8085</c:v>
                </c:pt>
                <c:pt idx="8085">
                  <c:v>8086</c:v>
                </c:pt>
                <c:pt idx="8086">
                  <c:v>8087</c:v>
                </c:pt>
                <c:pt idx="8087">
                  <c:v>8088</c:v>
                </c:pt>
                <c:pt idx="8088">
                  <c:v>8089</c:v>
                </c:pt>
                <c:pt idx="8089">
                  <c:v>8090</c:v>
                </c:pt>
                <c:pt idx="8090">
                  <c:v>8091</c:v>
                </c:pt>
                <c:pt idx="8091">
                  <c:v>8092</c:v>
                </c:pt>
                <c:pt idx="8092">
                  <c:v>8093</c:v>
                </c:pt>
                <c:pt idx="8093">
                  <c:v>8094</c:v>
                </c:pt>
                <c:pt idx="8094">
                  <c:v>8095</c:v>
                </c:pt>
                <c:pt idx="8095">
                  <c:v>8096</c:v>
                </c:pt>
                <c:pt idx="8096">
                  <c:v>8097</c:v>
                </c:pt>
                <c:pt idx="8097">
                  <c:v>8098</c:v>
                </c:pt>
                <c:pt idx="8098">
                  <c:v>8099</c:v>
                </c:pt>
                <c:pt idx="8099">
                  <c:v>8100</c:v>
                </c:pt>
                <c:pt idx="8100">
                  <c:v>8101</c:v>
                </c:pt>
                <c:pt idx="8101">
                  <c:v>8102</c:v>
                </c:pt>
                <c:pt idx="8102">
                  <c:v>8103</c:v>
                </c:pt>
                <c:pt idx="8103">
                  <c:v>8104</c:v>
                </c:pt>
                <c:pt idx="8104">
                  <c:v>8105</c:v>
                </c:pt>
                <c:pt idx="8105">
                  <c:v>8106</c:v>
                </c:pt>
                <c:pt idx="8106">
                  <c:v>8107</c:v>
                </c:pt>
                <c:pt idx="8107">
                  <c:v>8108</c:v>
                </c:pt>
                <c:pt idx="8108">
                  <c:v>8109</c:v>
                </c:pt>
                <c:pt idx="8109">
                  <c:v>8110</c:v>
                </c:pt>
                <c:pt idx="8110">
                  <c:v>8111</c:v>
                </c:pt>
                <c:pt idx="8111">
                  <c:v>8112</c:v>
                </c:pt>
                <c:pt idx="8112">
                  <c:v>8113</c:v>
                </c:pt>
                <c:pt idx="8113">
                  <c:v>8114</c:v>
                </c:pt>
                <c:pt idx="8114">
                  <c:v>8115</c:v>
                </c:pt>
                <c:pt idx="8115">
                  <c:v>8116</c:v>
                </c:pt>
                <c:pt idx="8116">
                  <c:v>8117</c:v>
                </c:pt>
                <c:pt idx="8117">
                  <c:v>8118</c:v>
                </c:pt>
                <c:pt idx="8118">
                  <c:v>8119</c:v>
                </c:pt>
                <c:pt idx="8119">
                  <c:v>8120</c:v>
                </c:pt>
                <c:pt idx="8120">
                  <c:v>8121</c:v>
                </c:pt>
                <c:pt idx="8121">
                  <c:v>8122</c:v>
                </c:pt>
                <c:pt idx="8122">
                  <c:v>8123</c:v>
                </c:pt>
                <c:pt idx="8123">
                  <c:v>8124</c:v>
                </c:pt>
                <c:pt idx="8124">
                  <c:v>8125</c:v>
                </c:pt>
                <c:pt idx="8125">
                  <c:v>8126</c:v>
                </c:pt>
                <c:pt idx="8126">
                  <c:v>8127</c:v>
                </c:pt>
                <c:pt idx="8127">
                  <c:v>8128</c:v>
                </c:pt>
                <c:pt idx="8128">
                  <c:v>8129</c:v>
                </c:pt>
                <c:pt idx="8129">
                  <c:v>8130</c:v>
                </c:pt>
                <c:pt idx="8130">
                  <c:v>8131</c:v>
                </c:pt>
                <c:pt idx="8131">
                  <c:v>8132</c:v>
                </c:pt>
                <c:pt idx="8132">
                  <c:v>8133</c:v>
                </c:pt>
                <c:pt idx="8133">
                  <c:v>8134</c:v>
                </c:pt>
                <c:pt idx="8134">
                  <c:v>8135</c:v>
                </c:pt>
                <c:pt idx="8135">
                  <c:v>8136</c:v>
                </c:pt>
                <c:pt idx="8136">
                  <c:v>8137</c:v>
                </c:pt>
                <c:pt idx="8137">
                  <c:v>8138</c:v>
                </c:pt>
                <c:pt idx="8138">
                  <c:v>8139</c:v>
                </c:pt>
                <c:pt idx="8139">
                  <c:v>8140</c:v>
                </c:pt>
                <c:pt idx="8140">
                  <c:v>8141</c:v>
                </c:pt>
                <c:pt idx="8141">
                  <c:v>8142</c:v>
                </c:pt>
                <c:pt idx="8142">
                  <c:v>8143</c:v>
                </c:pt>
                <c:pt idx="8143">
                  <c:v>8144</c:v>
                </c:pt>
                <c:pt idx="8144">
                  <c:v>8145</c:v>
                </c:pt>
                <c:pt idx="8145">
                  <c:v>8146</c:v>
                </c:pt>
                <c:pt idx="8146">
                  <c:v>8147</c:v>
                </c:pt>
                <c:pt idx="8147">
                  <c:v>8148</c:v>
                </c:pt>
                <c:pt idx="8148">
                  <c:v>8149</c:v>
                </c:pt>
                <c:pt idx="8149">
                  <c:v>8150</c:v>
                </c:pt>
                <c:pt idx="8150">
                  <c:v>8151</c:v>
                </c:pt>
                <c:pt idx="8151">
                  <c:v>8152</c:v>
                </c:pt>
                <c:pt idx="8152">
                  <c:v>8153</c:v>
                </c:pt>
                <c:pt idx="8153">
                  <c:v>8154</c:v>
                </c:pt>
                <c:pt idx="8154">
                  <c:v>8155</c:v>
                </c:pt>
                <c:pt idx="8155">
                  <c:v>8156</c:v>
                </c:pt>
                <c:pt idx="8156">
                  <c:v>8157</c:v>
                </c:pt>
                <c:pt idx="8157">
                  <c:v>8158</c:v>
                </c:pt>
                <c:pt idx="8158">
                  <c:v>8159</c:v>
                </c:pt>
                <c:pt idx="8159">
                  <c:v>8160</c:v>
                </c:pt>
                <c:pt idx="8160">
                  <c:v>8161</c:v>
                </c:pt>
                <c:pt idx="8161">
                  <c:v>8162</c:v>
                </c:pt>
                <c:pt idx="8162">
                  <c:v>8163</c:v>
                </c:pt>
                <c:pt idx="8163">
                  <c:v>8164</c:v>
                </c:pt>
                <c:pt idx="8164">
                  <c:v>8165</c:v>
                </c:pt>
                <c:pt idx="8165">
                  <c:v>8166</c:v>
                </c:pt>
                <c:pt idx="8166">
                  <c:v>8167</c:v>
                </c:pt>
                <c:pt idx="8167">
                  <c:v>8168</c:v>
                </c:pt>
                <c:pt idx="8168">
                  <c:v>8169</c:v>
                </c:pt>
                <c:pt idx="8169">
                  <c:v>8170</c:v>
                </c:pt>
                <c:pt idx="8170">
                  <c:v>8171</c:v>
                </c:pt>
                <c:pt idx="8171">
                  <c:v>8172</c:v>
                </c:pt>
                <c:pt idx="8172">
                  <c:v>8173</c:v>
                </c:pt>
                <c:pt idx="8173">
                  <c:v>8174</c:v>
                </c:pt>
                <c:pt idx="8174">
                  <c:v>8175</c:v>
                </c:pt>
                <c:pt idx="8175">
                  <c:v>8176</c:v>
                </c:pt>
                <c:pt idx="8176">
                  <c:v>8177</c:v>
                </c:pt>
                <c:pt idx="8177">
                  <c:v>8178</c:v>
                </c:pt>
                <c:pt idx="8178">
                  <c:v>8179</c:v>
                </c:pt>
                <c:pt idx="8179">
                  <c:v>8180</c:v>
                </c:pt>
                <c:pt idx="8180">
                  <c:v>8181</c:v>
                </c:pt>
                <c:pt idx="8181">
                  <c:v>8182</c:v>
                </c:pt>
                <c:pt idx="8182">
                  <c:v>8183</c:v>
                </c:pt>
                <c:pt idx="8183">
                  <c:v>8184</c:v>
                </c:pt>
                <c:pt idx="8184">
                  <c:v>8185</c:v>
                </c:pt>
                <c:pt idx="8185">
                  <c:v>8186</c:v>
                </c:pt>
                <c:pt idx="8186">
                  <c:v>8187</c:v>
                </c:pt>
                <c:pt idx="8187">
                  <c:v>8188</c:v>
                </c:pt>
                <c:pt idx="8188">
                  <c:v>8189</c:v>
                </c:pt>
                <c:pt idx="8189">
                  <c:v>8190</c:v>
                </c:pt>
                <c:pt idx="8190">
                  <c:v>8191</c:v>
                </c:pt>
                <c:pt idx="8191">
                  <c:v>8192</c:v>
                </c:pt>
                <c:pt idx="8192">
                  <c:v>8193</c:v>
                </c:pt>
                <c:pt idx="8193">
                  <c:v>8194</c:v>
                </c:pt>
                <c:pt idx="8194">
                  <c:v>8195</c:v>
                </c:pt>
                <c:pt idx="8195">
                  <c:v>8196</c:v>
                </c:pt>
                <c:pt idx="8196">
                  <c:v>8197</c:v>
                </c:pt>
                <c:pt idx="8197">
                  <c:v>8198</c:v>
                </c:pt>
                <c:pt idx="8198">
                  <c:v>8199</c:v>
                </c:pt>
                <c:pt idx="8199">
                  <c:v>8200</c:v>
                </c:pt>
                <c:pt idx="8200">
                  <c:v>8201</c:v>
                </c:pt>
                <c:pt idx="8201">
                  <c:v>8202</c:v>
                </c:pt>
                <c:pt idx="8202">
                  <c:v>8203</c:v>
                </c:pt>
                <c:pt idx="8203">
                  <c:v>8204</c:v>
                </c:pt>
                <c:pt idx="8204">
                  <c:v>8205</c:v>
                </c:pt>
                <c:pt idx="8205">
                  <c:v>8206</c:v>
                </c:pt>
                <c:pt idx="8206">
                  <c:v>8207</c:v>
                </c:pt>
                <c:pt idx="8207">
                  <c:v>8208</c:v>
                </c:pt>
                <c:pt idx="8208">
                  <c:v>8209</c:v>
                </c:pt>
                <c:pt idx="8209">
                  <c:v>8210</c:v>
                </c:pt>
                <c:pt idx="8210">
                  <c:v>8211</c:v>
                </c:pt>
                <c:pt idx="8211">
                  <c:v>8212</c:v>
                </c:pt>
                <c:pt idx="8212">
                  <c:v>8213</c:v>
                </c:pt>
                <c:pt idx="8213">
                  <c:v>8214</c:v>
                </c:pt>
                <c:pt idx="8214">
                  <c:v>8215</c:v>
                </c:pt>
                <c:pt idx="8215">
                  <c:v>8216</c:v>
                </c:pt>
                <c:pt idx="8216">
                  <c:v>8217</c:v>
                </c:pt>
                <c:pt idx="8217">
                  <c:v>8218</c:v>
                </c:pt>
                <c:pt idx="8218">
                  <c:v>8219</c:v>
                </c:pt>
                <c:pt idx="8219">
                  <c:v>8220</c:v>
                </c:pt>
                <c:pt idx="8220">
                  <c:v>8221</c:v>
                </c:pt>
                <c:pt idx="8221">
                  <c:v>8222</c:v>
                </c:pt>
                <c:pt idx="8222">
                  <c:v>8223</c:v>
                </c:pt>
                <c:pt idx="8223">
                  <c:v>8224</c:v>
                </c:pt>
                <c:pt idx="8224">
                  <c:v>8225</c:v>
                </c:pt>
                <c:pt idx="8225">
                  <c:v>8226</c:v>
                </c:pt>
                <c:pt idx="8226">
                  <c:v>8227</c:v>
                </c:pt>
                <c:pt idx="8227">
                  <c:v>8228</c:v>
                </c:pt>
                <c:pt idx="8228">
                  <c:v>8229</c:v>
                </c:pt>
                <c:pt idx="8229">
                  <c:v>8230</c:v>
                </c:pt>
                <c:pt idx="8230">
                  <c:v>8231</c:v>
                </c:pt>
                <c:pt idx="8231">
                  <c:v>8232</c:v>
                </c:pt>
                <c:pt idx="8232">
                  <c:v>8233</c:v>
                </c:pt>
                <c:pt idx="8233">
                  <c:v>8234</c:v>
                </c:pt>
                <c:pt idx="8234">
                  <c:v>8235</c:v>
                </c:pt>
                <c:pt idx="8235">
                  <c:v>8236</c:v>
                </c:pt>
                <c:pt idx="8236">
                  <c:v>8237</c:v>
                </c:pt>
                <c:pt idx="8237">
                  <c:v>8238</c:v>
                </c:pt>
                <c:pt idx="8238">
                  <c:v>8239</c:v>
                </c:pt>
                <c:pt idx="8239">
                  <c:v>8240</c:v>
                </c:pt>
                <c:pt idx="8240">
                  <c:v>8241</c:v>
                </c:pt>
                <c:pt idx="8241">
                  <c:v>8242</c:v>
                </c:pt>
                <c:pt idx="8242">
                  <c:v>8243</c:v>
                </c:pt>
                <c:pt idx="8243">
                  <c:v>8244</c:v>
                </c:pt>
                <c:pt idx="8244">
                  <c:v>8245</c:v>
                </c:pt>
                <c:pt idx="8245">
                  <c:v>8246</c:v>
                </c:pt>
                <c:pt idx="8246">
                  <c:v>8247</c:v>
                </c:pt>
                <c:pt idx="8247">
                  <c:v>8248</c:v>
                </c:pt>
                <c:pt idx="8248">
                  <c:v>8249</c:v>
                </c:pt>
                <c:pt idx="8249">
                  <c:v>8250</c:v>
                </c:pt>
                <c:pt idx="8250">
                  <c:v>8251</c:v>
                </c:pt>
                <c:pt idx="8251">
                  <c:v>8252</c:v>
                </c:pt>
                <c:pt idx="8252">
                  <c:v>8253</c:v>
                </c:pt>
                <c:pt idx="8253">
                  <c:v>8254</c:v>
                </c:pt>
                <c:pt idx="8254">
                  <c:v>8255</c:v>
                </c:pt>
                <c:pt idx="8255">
                  <c:v>8256</c:v>
                </c:pt>
                <c:pt idx="8256">
                  <c:v>8257</c:v>
                </c:pt>
                <c:pt idx="8257">
                  <c:v>8258</c:v>
                </c:pt>
                <c:pt idx="8258">
                  <c:v>8259</c:v>
                </c:pt>
                <c:pt idx="8259">
                  <c:v>8260</c:v>
                </c:pt>
                <c:pt idx="8260">
                  <c:v>8261</c:v>
                </c:pt>
                <c:pt idx="8261">
                  <c:v>8262</c:v>
                </c:pt>
                <c:pt idx="8262">
                  <c:v>8263</c:v>
                </c:pt>
                <c:pt idx="8263">
                  <c:v>8264</c:v>
                </c:pt>
                <c:pt idx="8264">
                  <c:v>8265</c:v>
                </c:pt>
                <c:pt idx="8265">
                  <c:v>8266</c:v>
                </c:pt>
                <c:pt idx="8266">
                  <c:v>8267</c:v>
                </c:pt>
                <c:pt idx="8267">
                  <c:v>8268</c:v>
                </c:pt>
                <c:pt idx="8268">
                  <c:v>8269</c:v>
                </c:pt>
                <c:pt idx="8269">
                  <c:v>8270</c:v>
                </c:pt>
                <c:pt idx="8270">
                  <c:v>8271</c:v>
                </c:pt>
                <c:pt idx="8271">
                  <c:v>8272</c:v>
                </c:pt>
                <c:pt idx="8272">
                  <c:v>8273</c:v>
                </c:pt>
                <c:pt idx="8273">
                  <c:v>8274</c:v>
                </c:pt>
                <c:pt idx="8274">
                  <c:v>8275</c:v>
                </c:pt>
                <c:pt idx="8275">
                  <c:v>8276</c:v>
                </c:pt>
                <c:pt idx="8276">
                  <c:v>8277</c:v>
                </c:pt>
                <c:pt idx="8277">
                  <c:v>8278</c:v>
                </c:pt>
                <c:pt idx="8278">
                  <c:v>8279</c:v>
                </c:pt>
                <c:pt idx="8279">
                  <c:v>8280</c:v>
                </c:pt>
                <c:pt idx="8280">
                  <c:v>8281</c:v>
                </c:pt>
                <c:pt idx="8281">
                  <c:v>8282</c:v>
                </c:pt>
                <c:pt idx="8282">
                  <c:v>8283</c:v>
                </c:pt>
                <c:pt idx="8283">
                  <c:v>8284</c:v>
                </c:pt>
                <c:pt idx="8284">
                  <c:v>8285</c:v>
                </c:pt>
                <c:pt idx="8285">
                  <c:v>8286</c:v>
                </c:pt>
                <c:pt idx="8286">
                  <c:v>8287</c:v>
                </c:pt>
                <c:pt idx="8287">
                  <c:v>8288</c:v>
                </c:pt>
                <c:pt idx="8288">
                  <c:v>8289</c:v>
                </c:pt>
                <c:pt idx="8289">
                  <c:v>8290</c:v>
                </c:pt>
                <c:pt idx="8290">
                  <c:v>8291</c:v>
                </c:pt>
                <c:pt idx="8291">
                  <c:v>8292</c:v>
                </c:pt>
                <c:pt idx="8292">
                  <c:v>8293</c:v>
                </c:pt>
                <c:pt idx="8293">
                  <c:v>8294</c:v>
                </c:pt>
                <c:pt idx="8294">
                  <c:v>8295</c:v>
                </c:pt>
                <c:pt idx="8295">
                  <c:v>8296</c:v>
                </c:pt>
                <c:pt idx="8296">
                  <c:v>8297</c:v>
                </c:pt>
                <c:pt idx="8297">
                  <c:v>8298</c:v>
                </c:pt>
                <c:pt idx="8298">
                  <c:v>8299</c:v>
                </c:pt>
                <c:pt idx="8299">
                  <c:v>8300</c:v>
                </c:pt>
                <c:pt idx="8300">
                  <c:v>8301</c:v>
                </c:pt>
                <c:pt idx="8301">
                  <c:v>8302</c:v>
                </c:pt>
                <c:pt idx="8302">
                  <c:v>8303</c:v>
                </c:pt>
                <c:pt idx="8303">
                  <c:v>8304</c:v>
                </c:pt>
                <c:pt idx="8304">
                  <c:v>8305</c:v>
                </c:pt>
                <c:pt idx="8305">
                  <c:v>8306</c:v>
                </c:pt>
                <c:pt idx="8306">
                  <c:v>8307</c:v>
                </c:pt>
                <c:pt idx="8307">
                  <c:v>8308</c:v>
                </c:pt>
                <c:pt idx="8308">
                  <c:v>8309</c:v>
                </c:pt>
                <c:pt idx="8309">
                  <c:v>8310</c:v>
                </c:pt>
                <c:pt idx="8310">
                  <c:v>8311</c:v>
                </c:pt>
                <c:pt idx="8311">
                  <c:v>8312</c:v>
                </c:pt>
                <c:pt idx="8312">
                  <c:v>8313</c:v>
                </c:pt>
                <c:pt idx="8313">
                  <c:v>8314</c:v>
                </c:pt>
                <c:pt idx="8314">
                  <c:v>8315</c:v>
                </c:pt>
                <c:pt idx="8315">
                  <c:v>8316</c:v>
                </c:pt>
                <c:pt idx="8316">
                  <c:v>8317</c:v>
                </c:pt>
                <c:pt idx="8317">
                  <c:v>8318</c:v>
                </c:pt>
                <c:pt idx="8318">
                  <c:v>8319</c:v>
                </c:pt>
                <c:pt idx="8319">
                  <c:v>8320</c:v>
                </c:pt>
                <c:pt idx="8320">
                  <c:v>8321</c:v>
                </c:pt>
                <c:pt idx="8321">
                  <c:v>8322</c:v>
                </c:pt>
                <c:pt idx="8322">
                  <c:v>8323</c:v>
                </c:pt>
                <c:pt idx="8323">
                  <c:v>8324</c:v>
                </c:pt>
                <c:pt idx="8324">
                  <c:v>8325</c:v>
                </c:pt>
                <c:pt idx="8325">
                  <c:v>8326</c:v>
                </c:pt>
                <c:pt idx="8326">
                  <c:v>8327</c:v>
                </c:pt>
                <c:pt idx="8327">
                  <c:v>8328</c:v>
                </c:pt>
                <c:pt idx="8328">
                  <c:v>8329</c:v>
                </c:pt>
                <c:pt idx="8329">
                  <c:v>8330</c:v>
                </c:pt>
                <c:pt idx="8330">
                  <c:v>8331</c:v>
                </c:pt>
                <c:pt idx="8331">
                  <c:v>8332</c:v>
                </c:pt>
                <c:pt idx="8332">
                  <c:v>8333</c:v>
                </c:pt>
                <c:pt idx="8333">
                  <c:v>8334</c:v>
                </c:pt>
                <c:pt idx="8334">
                  <c:v>8335</c:v>
                </c:pt>
                <c:pt idx="8335">
                  <c:v>8336</c:v>
                </c:pt>
                <c:pt idx="8336">
                  <c:v>8337</c:v>
                </c:pt>
                <c:pt idx="8337">
                  <c:v>8338</c:v>
                </c:pt>
                <c:pt idx="8338">
                  <c:v>8339</c:v>
                </c:pt>
                <c:pt idx="8339">
                  <c:v>8340</c:v>
                </c:pt>
                <c:pt idx="8340">
                  <c:v>8341</c:v>
                </c:pt>
                <c:pt idx="8341">
                  <c:v>8342</c:v>
                </c:pt>
                <c:pt idx="8342">
                  <c:v>8343</c:v>
                </c:pt>
                <c:pt idx="8343">
                  <c:v>8344</c:v>
                </c:pt>
                <c:pt idx="8344">
                  <c:v>8345</c:v>
                </c:pt>
                <c:pt idx="8345">
                  <c:v>8346</c:v>
                </c:pt>
                <c:pt idx="8346">
                  <c:v>8347</c:v>
                </c:pt>
                <c:pt idx="8347">
                  <c:v>8348</c:v>
                </c:pt>
                <c:pt idx="8348">
                  <c:v>8349</c:v>
                </c:pt>
                <c:pt idx="8349">
                  <c:v>8350</c:v>
                </c:pt>
                <c:pt idx="8350">
                  <c:v>8351</c:v>
                </c:pt>
                <c:pt idx="8351">
                  <c:v>8352</c:v>
                </c:pt>
                <c:pt idx="8352">
                  <c:v>8353</c:v>
                </c:pt>
                <c:pt idx="8353">
                  <c:v>8354</c:v>
                </c:pt>
                <c:pt idx="8354">
                  <c:v>8355</c:v>
                </c:pt>
                <c:pt idx="8355">
                  <c:v>8356</c:v>
                </c:pt>
                <c:pt idx="8356">
                  <c:v>8357</c:v>
                </c:pt>
                <c:pt idx="8357">
                  <c:v>8358</c:v>
                </c:pt>
                <c:pt idx="8358">
                  <c:v>8359</c:v>
                </c:pt>
                <c:pt idx="8359">
                  <c:v>8360</c:v>
                </c:pt>
                <c:pt idx="8360">
                  <c:v>8361</c:v>
                </c:pt>
                <c:pt idx="8361">
                  <c:v>8362</c:v>
                </c:pt>
                <c:pt idx="8362">
                  <c:v>8363</c:v>
                </c:pt>
                <c:pt idx="8363">
                  <c:v>8364</c:v>
                </c:pt>
                <c:pt idx="8364">
                  <c:v>8365</c:v>
                </c:pt>
                <c:pt idx="8365">
                  <c:v>8366</c:v>
                </c:pt>
                <c:pt idx="8366">
                  <c:v>8367</c:v>
                </c:pt>
                <c:pt idx="8367">
                  <c:v>8368</c:v>
                </c:pt>
                <c:pt idx="8368">
                  <c:v>8369</c:v>
                </c:pt>
                <c:pt idx="8369">
                  <c:v>8370</c:v>
                </c:pt>
                <c:pt idx="8370">
                  <c:v>8371</c:v>
                </c:pt>
                <c:pt idx="8371">
                  <c:v>8372</c:v>
                </c:pt>
                <c:pt idx="8372">
                  <c:v>8373</c:v>
                </c:pt>
                <c:pt idx="8373">
                  <c:v>8374</c:v>
                </c:pt>
                <c:pt idx="8374">
                  <c:v>8375</c:v>
                </c:pt>
                <c:pt idx="8375">
                  <c:v>8376</c:v>
                </c:pt>
                <c:pt idx="8376">
                  <c:v>8377</c:v>
                </c:pt>
                <c:pt idx="8377">
                  <c:v>8378</c:v>
                </c:pt>
                <c:pt idx="8378">
                  <c:v>8379</c:v>
                </c:pt>
                <c:pt idx="8379">
                  <c:v>8380</c:v>
                </c:pt>
                <c:pt idx="8380">
                  <c:v>8381</c:v>
                </c:pt>
                <c:pt idx="8381">
                  <c:v>8382</c:v>
                </c:pt>
                <c:pt idx="8382">
                  <c:v>8383</c:v>
                </c:pt>
                <c:pt idx="8383">
                  <c:v>8384</c:v>
                </c:pt>
                <c:pt idx="8384">
                  <c:v>8385</c:v>
                </c:pt>
                <c:pt idx="8385">
                  <c:v>8386</c:v>
                </c:pt>
                <c:pt idx="8386">
                  <c:v>8387</c:v>
                </c:pt>
                <c:pt idx="8387">
                  <c:v>8388</c:v>
                </c:pt>
                <c:pt idx="8388">
                  <c:v>8389</c:v>
                </c:pt>
                <c:pt idx="8389">
                  <c:v>8390</c:v>
                </c:pt>
                <c:pt idx="8390">
                  <c:v>8391</c:v>
                </c:pt>
                <c:pt idx="8391">
                  <c:v>8392</c:v>
                </c:pt>
                <c:pt idx="8392">
                  <c:v>8393</c:v>
                </c:pt>
                <c:pt idx="8393">
                  <c:v>8394</c:v>
                </c:pt>
                <c:pt idx="8394">
                  <c:v>8395</c:v>
                </c:pt>
                <c:pt idx="8395">
                  <c:v>8396</c:v>
                </c:pt>
                <c:pt idx="8396">
                  <c:v>8397</c:v>
                </c:pt>
                <c:pt idx="8397">
                  <c:v>8398</c:v>
                </c:pt>
                <c:pt idx="8398">
                  <c:v>8399</c:v>
                </c:pt>
                <c:pt idx="8399">
                  <c:v>8400</c:v>
                </c:pt>
                <c:pt idx="8400">
                  <c:v>8401</c:v>
                </c:pt>
                <c:pt idx="8401">
                  <c:v>8402</c:v>
                </c:pt>
                <c:pt idx="8402">
                  <c:v>8403</c:v>
                </c:pt>
                <c:pt idx="8403">
                  <c:v>8404</c:v>
                </c:pt>
                <c:pt idx="8404">
                  <c:v>8405</c:v>
                </c:pt>
                <c:pt idx="8405">
                  <c:v>8406</c:v>
                </c:pt>
                <c:pt idx="8406">
                  <c:v>8407</c:v>
                </c:pt>
                <c:pt idx="8407">
                  <c:v>8408</c:v>
                </c:pt>
                <c:pt idx="8408">
                  <c:v>8409</c:v>
                </c:pt>
                <c:pt idx="8409">
                  <c:v>8410</c:v>
                </c:pt>
                <c:pt idx="8410">
                  <c:v>8411</c:v>
                </c:pt>
                <c:pt idx="8411">
                  <c:v>8412</c:v>
                </c:pt>
                <c:pt idx="8412">
                  <c:v>8413</c:v>
                </c:pt>
                <c:pt idx="8413">
                  <c:v>8414</c:v>
                </c:pt>
                <c:pt idx="8414">
                  <c:v>8415</c:v>
                </c:pt>
                <c:pt idx="8415">
                  <c:v>8416</c:v>
                </c:pt>
                <c:pt idx="8416">
                  <c:v>8417</c:v>
                </c:pt>
                <c:pt idx="8417">
                  <c:v>8418</c:v>
                </c:pt>
                <c:pt idx="8418">
                  <c:v>8419</c:v>
                </c:pt>
                <c:pt idx="8419">
                  <c:v>8420</c:v>
                </c:pt>
                <c:pt idx="8420">
                  <c:v>8421</c:v>
                </c:pt>
                <c:pt idx="8421">
                  <c:v>8422</c:v>
                </c:pt>
                <c:pt idx="8422">
                  <c:v>8423</c:v>
                </c:pt>
                <c:pt idx="8423">
                  <c:v>8424</c:v>
                </c:pt>
                <c:pt idx="8424">
                  <c:v>8425</c:v>
                </c:pt>
                <c:pt idx="8425">
                  <c:v>8426</c:v>
                </c:pt>
                <c:pt idx="8426">
                  <c:v>8427</c:v>
                </c:pt>
                <c:pt idx="8427">
                  <c:v>8428</c:v>
                </c:pt>
                <c:pt idx="8428">
                  <c:v>8429</c:v>
                </c:pt>
                <c:pt idx="8429">
                  <c:v>8430</c:v>
                </c:pt>
                <c:pt idx="8430">
                  <c:v>8431</c:v>
                </c:pt>
                <c:pt idx="8431">
                  <c:v>8432</c:v>
                </c:pt>
                <c:pt idx="8432">
                  <c:v>8433</c:v>
                </c:pt>
                <c:pt idx="8433">
                  <c:v>8434</c:v>
                </c:pt>
                <c:pt idx="8434">
                  <c:v>8435</c:v>
                </c:pt>
                <c:pt idx="8435">
                  <c:v>8436</c:v>
                </c:pt>
                <c:pt idx="8436">
                  <c:v>8437</c:v>
                </c:pt>
                <c:pt idx="8437">
                  <c:v>8438</c:v>
                </c:pt>
                <c:pt idx="8438">
                  <c:v>8439</c:v>
                </c:pt>
                <c:pt idx="8439">
                  <c:v>8440</c:v>
                </c:pt>
                <c:pt idx="8440">
                  <c:v>8441</c:v>
                </c:pt>
                <c:pt idx="8441">
                  <c:v>8442</c:v>
                </c:pt>
                <c:pt idx="8442">
                  <c:v>8443</c:v>
                </c:pt>
                <c:pt idx="8443">
                  <c:v>8444</c:v>
                </c:pt>
                <c:pt idx="8444">
                  <c:v>8445</c:v>
                </c:pt>
                <c:pt idx="8445">
                  <c:v>8446</c:v>
                </c:pt>
                <c:pt idx="8446">
                  <c:v>8447</c:v>
                </c:pt>
                <c:pt idx="8447">
                  <c:v>8448</c:v>
                </c:pt>
                <c:pt idx="8448">
                  <c:v>8449</c:v>
                </c:pt>
                <c:pt idx="8449">
                  <c:v>8450</c:v>
                </c:pt>
                <c:pt idx="8450">
                  <c:v>8451</c:v>
                </c:pt>
                <c:pt idx="8451">
                  <c:v>8452</c:v>
                </c:pt>
                <c:pt idx="8452">
                  <c:v>8453</c:v>
                </c:pt>
                <c:pt idx="8453">
                  <c:v>8454</c:v>
                </c:pt>
                <c:pt idx="8454">
                  <c:v>8455</c:v>
                </c:pt>
                <c:pt idx="8455">
                  <c:v>8456</c:v>
                </c:pt>
                <c:pt idx="8456">
                  <c:v>8457</c:v>
                </c:pt>
                <c:pt idx="8457">
                  <c:v>8458</c:v>
                </c:pt>
                <c:pt idx="8458">
                  <c:v>8459</c:v>
                </c:pt>
                <c:pt idx="8459">
                  <c:v>8460</c:v>
                </c:pt>
                <c:pt idx="8460">
                  <c:v>8461</c:v>
                </c:pt>
                <c:pt idx="8461">
                  <c:v>8462</c:v>
                </c:pt>
                <c:pt idx="8462">
                  <c:v>8463</c:v>
                </c:pt>
                <c:pt idx="8463">
                  <c:v>8464</c:v>
                </c:pt>
                <c:pt idx="8464">
                  <c:v>8465</c:v>
                </c:pt>
                <c:pt idx="8465">
                  <c:v>8466</c:v>
                </c:pt>
                <c:pt idx="8466">
                  <c:v>8467</c:v>
                </c:pt>
                <c:pt idx="8467">
                  <c:v>8468</c:v>
                </c:pt>
                <c:pt idx="8468">
                  <c:v>8469</c:v>
                </c:pt>
                <c:pt idx="8469">
                  <c:v>8470</c:v>
                </c:pt>
                <c:pt idx="8470">
                  <c:v>8471</c:v>
                </c:pt>
                <c:pt idx="8471">
                  <c:v>8472</c:v>
                </c:pt>
                <c:pt idx="8472">
                  <c:v>8473</c:v>
                </c:pt>
                <c:pt idx="8473">
                  <c:v>8474</c:v>
                </c:pt>
                <c:pt idx="8474">
                  <c:v>8475</c:v>
                </c:pt>
                <c:pt idx="8475">
                  <c:v>8476</c:v>
                </c:pt>
                <c:pt idx="8476">
                  <c:v>8477</c:v>
                </c:pt>
                <c:pt idx="8477">
                  <c:v>8478</c:v>
                </c:pt>
                <c:pt idx="8478">
                  <c:v>8479</c:v>
                </c:pt>
                <c:pt idx="8479">
                  <c:v>8480</c:v>
                </c:pt>
                <c:pt idx="8480">
                  <c:v>8481</c:v>
                </c:pt>
                <c:pt idx="8481">
                  <c:v>8482</c:v>
                </c:pt>
                <c:pt idx="8482">
                  <c:v>8483</c:v>
                </c:pt>
                <c:pt idx="8483">
                  <c:v>8484</c:v>
                </c:pt>
                <c:pt idx="8484">
                  <c:v>8485</c:v>
                </c:pt>
                <c:pt idx="8485">
                  <c:v>8486</c:v>
                </c:pt>
                <c:pt idx="8486">
                  <c:v>8487</c:v>
                </c:pt>
                <c:pt idx="8487">
                  <c:v>8488</c:v>
                </c:pt>
                <c:pt idx="8488">
                  <c:v>8489</c:v>
                </c:pt>
                <c:pt idx="8489">
                  <c:v>8490</c:v>
                </c:pt>
                <c:pt idx="8490">
                  <c:v>8491</c:v>
                </c:pt>
                <c:pt idx="8491">
                  <c:v>8492</c:v>
                </c:pt>
                <c:pt idx="8492">
                  <c:v>8493</c:v>
                </c:pt>
                <c:pt idx="8493">
                  <c:v>8494</c:v>
                </c:pt>
                <c:pt idx="8494">
                  <c:v>8495</c:v>
                </c:pt>
                <c:pt idx="8495">
                  <c:v>8496</c:v>
                </c:pt>
                <c:pt idx="8496">
                  <c:v>8497</c:v>
                </c:pt>
                <c:pt idx="8497">
                  <c:v>8498</c:v>
                </c:pt>
                <c:pt idx="8498">
                  <c:v>8499</c:v>
                </c:pt>
                <c:pt idx="8499">
                  <c:v>8500</c:v>
                </c:pt>
                <c:pt idx="8500">
                  <c:v>8501</c:v>
                </c:pt>
                <c:pt idx="8501">
                  <c:v>8502</c:v>
                </c:pt>
                <c:pt idx="8502">
                  <c:v>8503</c:v>
                </c:pt>
                <c:pt idx="8503">
                  <c:v>8504</c:v>
                </c:pt>
                <c:pt idx="8504">
                  <c:v>8505</c:v>
                </c:pt>
                <c:pt idx="8505">
                  <c:v>8506</c:v>
                </c:pt>
                <c:pt idx="8506">
                  <c:v>8507</c:v>
                </c:pt>
                <c:pt idx="8507">
                  <c:v>8508</c:v>
                </c:pt>
                <c:pt idx="8508">
                  <c:v>8509</c:v>
                </c:pt>
                <c:pt idx="8509">
                  <c:v>8510</c:v>
                </c:pt>
                <c:pt idx="8510">
                  <c:v>8511</c:v>
                </c:pt>
                <c:pt idx="8511">
                  <c:v>8512</c:v>
                </c:pt>
                <c:pt idx="8512">
                  <c:v>8513</c:v>
                </c:pt>
                <c:pt idx="8513">
                  <c:v>8514</c:v>
                </c:pt>
                <c:pt idx="8514">
                  <c:v>8515</c:v>
                </c:pt>
                <c:pt idx="8515">
                  <c:v>8516</c:v>
                </c:pt>
                <c:pt idx="8516">
                  <c:v>8517</c:v>
                </c:pt>
                <c:pt idx="8517">
                  <c:v>8518</c:v>
                </c:pt>
                <c:pt idx="8518">
                  <c:v>8519</c:v>
                </c:pt>
                <c:pt idx="8519">
                  <c:v>8520</c:v>
                </c:pt>
                <c:pt idx="8520">
                  <c:v>8521</c:v>
                </c:pt>
                <c:pt idx="8521">
                  <c:v>8522</c:v>
                </c:pt>
                <c:pt idx="8522">
                  <c:v>8523</c:v>
                </c:pt>
                <c:pt idx="8523">
                  <c:v>8524</c:v>
                </c:pt>
                <c:pt idx="8524">
                  <c:v>8525</c:v>
                </c:pt>
                <c:pt idx="8525">
                  <c:v>8526</c:v>
                </c:pt>
                <c:pt idx="8526">
                  <c:v>8527</c:v>
                </c:pt>
                <c:pt idx="8527">
                  <c:v>8528</c:v>
                </c:pt>
                <c:pt idx="8528">
                  <c:v>8529</c:v>
                </c:pt>
                <c:pt idx="8529">
                  <c:v>8530</c:v>
                </c:pt>
                <c:pt idx="8530">
                  <c:v>8531</c:v>
                </c:pt>
                <c:pt idx="8531">
                  <c:v>8532</c:v>
                </c:pt>
                <c:pt idx="8532">
                  <c:v>8533</c:v>
                </c:pt>
                <c:pt idx="8533">
                  <c:v>8534</c:v>
                </c:pt>
                <c:pt idx="8534">
                  <c:v>8535</c:v>
                </c:pt>
                <c:pt idx="8535">
                  <c:v>8536</c:v>
                </c:pt>
                <c:pt idx="8536">
                  <c:v>8537</c:v>
                </c:pt>
                <c:pt idx="8537">
                  <c:v>8538</c:v>
                </c:pt>
                <c:pt idx="8538">
                  <c:v>8539</c:v>
                </c:pt>
                <c:pt idx="8539">
                  <c:v>8540</c:v>
                </c:pt>
                <c:pt idx="8540">
                  <c:v>8541</c:v>
                </c:pt>
                <c:pt idx="8541">
                  <c:v>8542</c:v>
                </c:pt>
                <c:pt idx="8542">
                  <c:v>8543</c:v>
                </c:pt>
                <c:pt idx="8543">
                  <c:v>8544</c:v>
                </c:pt>
                <c:pt idx="8544">
                  <c:v>8545</c:v>
                </c:pt>
                <c:pt idx="8545">
                  <c:v>8546</c:v>
                </c:pt>
                <c:pt idx="8546">
                  <c:v>8547</c:v>
                </c:pt>
                <c:pt idx="8547">
                  <c:v>8548</c:v>
                </c:pt>
                <c:pt idx="8548">
                  <c:v>8549</c:v>
                </c:pt>
                <c:pt idx="8549">
                  <c:v>8550</c:v>
                </c:pt>
                <c:pt idx="8550">
                  <c:v>8551</c:v>
                </c:pt>
                <c:pt idx="8551">
                  <c:v>8552</c:v>
                </c:pt>
                <c:pt idx="8552">
                  <c:v>8553</c:v>
                </c:pt>
                <c:pt idx="8553">
                  <c:v>8554</c:v>
                </c:pt>
                <c:pt idx="8554">
                  <c:v>8555</c:v>
                </c:pt>
                <c:pt idx="8555">
                  <c:v>8556</c:v>
                </c:pt>
                <c:pt idx="8556">
                  <c:v>8557</c:v>
                </c:pt>
                <c:pt idx="8557">
                  <c:v>8558</c:v>
                </c:pt>
                <c:pt idx="8558">
                  <c:v>8559</c:v>
                </c:pt>
                <c:pt idx="8559">
                  <c:v>8560</c:v>
                </c:pt>
                <c:pt idx="8560">
                  <c:v>8561</c:v>
                </c:pt>
                <c:pt idx="8561">
                  <c:v>8562</c:v>
                </c:pt>
                <c:pt idx="8562">
                  <c:v>8563</c:v>
                </c:pt>
                <c:pt idx="8563">
                  <c:v>8564</c:v>
                </c:pt>
                <c:pt idx="8564">
                  <c:v>8565</c:v>
                </c:pt>
                <c:pt idx="8565">
                  <c:v>8566</c:v>
                </c:pt>
                <c:pt idx="8566">
                  <c:v>8567</c:v>
                </c:pt>
                <c:pt idx="8567">
                  <c:v>8568</c:v>
                </c:pt>
                <c:pt idx="8568">
                  <c:v>8569</c:v>
                </c:pt>
                <c:pt idx="8569">
                  <c:v>8570</c:v>
                </c:pt>
                <c:pt idx="8570">
                  <c:v>8571</c:v>
                </c:pt>
                <c:pt idx="8571">
                  <c:v>8572</c:v>
                </c:pt>
                <c:pt idx="8572">
                  <c:v>8573</c:v>
                </c:pt>
                <c:pt idx="8573">
                  <c:v>8574</c:v>
                </c:pt>
                <c:pt idx="8574">
                  <c:v>8575</c:v>
                </c:pt>
                <c:pt idx="8575">
                  <c:v>8576</c:v>
                </c:pt>
                <c:pt idx="8576">
                  <c:v>8577</c:v>
                </c:pt>
                <c:pt idx="8577">
                  <c:v>8578</c:v>
                </c:pt>
                <c:pt idx="8578">
                  <c:v>8579</c:v>
                </c:pt>
                <c:pt idx="8579">
                  <c:v>8580</c:v>
                </c:pt>
                <c:pt idx="8580">
                  <c:v>8581</c:v>
                </c:pt>
                <c:pt idx="8581">
                  <c:v>8582</c:v>
                </c:pt>
                <c:pt idx="8582">
                  <c:v>8583</c:v>
                </c:pt>
                <c:pt idx="8583">
                  <c:v>8584</c:v>
                </c:pt>
                <c:pt idx="8584">
                  <c:v>8585</c:v>
                </c:pt>
                <c:pt idx="8585">
                  <c:v>8586</c:v>
                </c:pt>
                <c:pt idx="8586">
                  <c:v>8587</c:v>
                </c:pt>
                <c:pt idx="8587">
                  <c:v>8588</c:v>
                </c:pt>
                <c:pt idx="8588">
                  <c:v>8589</c:v>
                </c:pt>
                <c:pt idx="8589">
                  <c:v>8590</c:v>
                </c:pt>
                <c:pt idx="8590">
                  <c:v>8591</c:v>
                </c:pt>
                <c:pt idx="8591">
                  <c:v>8592</c:v>
                </c:pt>
                <c:pt idx="8592">
                  <c:v>8593</c:v>
                </c:pt>
                <c:pt idx="8593">
                  <c:v>8594</c:v>
                </c:pt>
                <c:pt idx="8594">
                  <c:v>8595</c:v>
                </c:pt>
                <c:pt idx="8595">
                  <c:v>8596</c:v>
                </c:pt>
                <c:pt idx="8596">
                  <c:v>8597</c:v>
                </c:pt>
                <c:pt idx="8597">
                  <c:v>8598</c:v>
                </c:pt>
                <c:pt idx="8598">
                  <c:v>8599</c:v>
                </c:pt>
                <c:pt idx="8599">
                  <c:v>8600</c:v>
                </c:pt>
                <c:pt idx="8600">
                  <c:v>8601</c:v>
                </c:pt>
                <c:pt idx="8601">
                  <c:v>8602</c:v>
                </c:pt>
                <c:pt idx="8602">
                  <c:v>8603</c:v>
                </c:pt>
                <c:pt idx="8603">
                  <c:v>8604</c:v>
                </c:pt>
                <c:pt idx="8604">
                  <c:v>8605</c:v>
                </c:pt>
                <c:pt idx="8605">
                  <c:v>8606</c:v>
                </c:pt>
                <c:pt idx="8606">
                  <c:v>8607</c:v>
                </c:pt>
                <c:pt idx="8607">
                  <c:v>8608</c:v>
                </c:pt>
                <c:pt idx="8608">
                  <c:v>8609</c:v>
                </c:pt>
                <c:pt idx="8609">
                  <c:v>8610</c:v>
                </c:pt>
                <c:pt idx="8610">
                  <c:v>8611</c:v>
                </c:pt>
                <c:pt idx="8611">
                  <c:v>8612</c:v>
                </c:pt>
                <c:pt idx="8612">
                  <c:v>8613</c:v>
                </c:pt>
                <c:pt idx="8613">
                  <c:v>8614</c:v>
                </c:pt>
                <c:pt idx="8614">
                  <c:v>8615</c:v>
                </c:pt>
                <c:pt idx="8615">
                  <c:v>8616</c:v>
                </c:pt>
                <c:pt idx="8616">
                  <c:v>8617</c:v>
                </c:pt>
                <c:pt idx="8617">
                  <c:v>8618</c:v>
                </c:pt>
                <c:pt idx="8618">
                  <c:v>8619</c:v>
                </c:pt>
                <c:pt idx="8619">
                  <c:v>8620</c:v>
                </c:pt>
                <c:pt idx="8620">
                  <c:v>8621</c:v>
                </c:pt>
                <c:pt idx="8621">
                  <c:v>8622</c:v>
                </c:pt>
                <c:pt idx="8622">
                  <c:v>8623</c:v>
                </c:pt>
                <c:pt idx="8623">
                  <c:v>8624</c:v>
                </c:pt>
                <c:pt idx="8624">
                  <c:v>8625</c:v>
                </c:pt>
                <c:pt idx="8625">
                  <c:v>8626</c:v>
                </c:pt>
                <c:pt idx="8626">
                  <c:v>8627</c:v>
                </c:pt>
                <c:pt idx="8627">
                  <c:v>8628</c:v>
                </c:pt>
                <c:pt idx="8628">
                  <c:v>8629</c:v>
                </c:pt>
                <c:pt idx="8629">
                  <c:v>8630</c:v>
                </c:pt>
                <c:pt idx="8630">
                  <c:v>8631</c:v>
                </c:pt>
                <c:pt idx="8631">
                  <c:v>8632</c:v>
                </c:pt>
                <c:pt idx="8632">
                  <c:v>8633</c:v>
                </c:pt>
                <c:pt idx="8633">
                  <c:v>8634</c:v>
                </c:pt>
                <c:pt idx="8634">
                  <c:v>8635</c:v>
                </c:pt>
                <c:pt idx="8635">
                  <c:v>8636</c:v>
                </c:pt>
                <c:pt idx="8636">
                  <c:v>8637</c:v>
                </c:pt>
                <c:pt idx="8637">
                  <c:v>8638</c:v>
                </c:pt>
                <c:pt idx="8638">
                  <c:v>8639</c:v>
                </c:pt>
                <c:pt idx="8639">
                  <c:v>8640</c:v>
                </c:pt>
                <c:pt idx="8640">
                  <c:v>8641</c:v>
                </c:pt>
                <c:pt idx="8641">
                  <c:v>8642</c:v>
                </c:pt>
                <c:pt idx="8642">
                  <c:v>8643</c:v>
                </c:pt>
                <c:pt idx="8643">
                  <c:v>8644</c:v>
                </c:pt>
                <c:pt idx="8644">
                  <c:v>8645</c:v>
                </c:pt>
                <c:pt idx="8645">
                  <c:v>8646</c:v>
                </c:pt>
                <c:pt idx="8646">
                  <c:v>8647</c:v>
                </c:pt>
                <c:pt idx="8647">
                  <c:v>8648</c:v>
                </c:pt>
                <c:pt idx="8648">
                  <c:v>8649</c:v>
                </c:pt>
                <c:pt idx="8649">
                  <c:v>8650</c:v>
                </c:pt>
                <c:pt idx="8650">
                  <c:v>8651</c:v>
                </c:pt>
                <c:pt idx="8651">
                  <c:v>8652</c:v>
                </c:pt>
                <c:pt idx="8652">
                  <c:v>8653</c:v>
                </c:pt>
                <c:pt idx="8653">
                  <c:v>8654</c:v>
                </c:pt>
                <c:pt idx="8654">
                  <c:v>8655</c:v>
                </c:pt>
                <c:pt idx="8655">
                  <c:v>8656</c:v>
                </c:pt>
                <c:pt idx="8656">
                  <c:v>8657</c:v>
                </c:pt>
                <c:pt idx="8657">
                  <c:v>8658</c:v>
                </c:pt>
                <c:pt idx="8658">
                  <c:v>8659</c:v>
                </c:pt>
                <c:pt idx="8659">
                  <c:v>8660</c:v>
                </c:pt>
                <c:pt idx="8660">
                  <c:v>8661</c:v>
                </c:pt>
                <c:pt idx="8661">
                  <c:v>8662</c:v>
                </c:pt>
                <c:pt idx="8662">
                  <c:v>8663</c:v>
                </c:pt>
                <c:pt idx="8663">
                  <c:v>8664</c:v>
                </c:pt>
                <c:pt idx="8664">
                  <c:v>8665</c:v>
                </c:pt>
                <c:pt idx="8665">
                  <c:v>8666</c:v>
                </c:pt>
                <c:pt idx="8666">
                  <c:v>8667</c:v>
                </c:pt>
                <c:pt idx="8667">
                  <c:v>8668</c:v>
                </c:pt>
                <c:pt idx="8668">
                  <c:v>8669</c:v>
                </c:pt>
                <c:pt idx="8669">
                  <c:v>8670</c:v>
                </c:pt>
                <c:pt idx="8670">
                  <c:v>8671</c:v>
                </c:pt>
                <c:pt idx="8671">
                  <c:v>8672</c:v>
                </c:pt>
                <c:pt idx="8672">
                  <c:v>8673</c:v>
                </c:pt>
                <c:pt idx="8673">
                  <c:v>8674</c:v>
                </c:pt>
                <c:pt idx="8674">
                  <c:v>8675</c:v>
                </c:pt>
                <c:pt idx="8675">
                  <c:v>8676</c:v>
                </c:pt>
                <c:pt idx="8676">
                  <c:v>8677</c:v>
                </c:pt>
                <c:pt idx="8677">
                  <c:v>8678</c:v>
                </c:pt>
                <c:pt idx="8678">
                  <c:v>8679</c:v>
                </c:pt>
                <c:pt idx="8679">
                  <c:v>8680</c:v>
                </c:pt>
                <c:pt idx="8680">
                  <c:v>8681</c:v>
                </c:pt>
                <c:pt idx="8681">
                  <c:v>8682</c:v>
                </c:pt>
                <c:pt idx="8682">
                  <c:v>8683</c:v>
                </c:pt>
                <c:pt idx="8683">
                  <c:v>8684</c:v>
                </c:pt>
                <c:pt idx="8684">
                  <c:v>8685</c:v>
                </c:pt>
                <c:pt idx="8685">
                  <c:v>8686</c:v>
                </c:pt>
                <c:pt idx="8686">
                  <c:v>8687</c:v>
                </c:pt>
                <c:pt idx="8687">
                  <c:v>8688</c:v>
                </c:pt>
                <c:pt idx="8688">
                  <c:v>8689</c:v>
                </c:pt>
                <c:pt idx="8689">
                  <c:v>8690</c:v>
                </c:pt>
                <c:pt idx="8690">
                  <c:v>8691</c:v>
                </c:pt>
                <c:pt idx="8691">
                  <c:v>8692</c:v>
                </c:pt>
                <c:pt idx="8692">
                  <c:v>8693</c:v>
                </c:pt>
                <c:pt idx="8693">
                  <c:v>8694</c:v>
                </c:pt>
                <c:pt idx="8694">
                  <c:v>8695</c:v>
                </c:pt>
                <c:pt idx="8695">
                  <c:v>8696</c:v>
                </c:pt>
                <c:pt idx="8696">
                  <c:v>8697</c:v>
                </c:pt>
                <c:pt idx="8697">
                  <c:v>8698</c:v>
                </c:pt>
                <c:pt idx="8698">
                  <c:v>8699</c:v>
                </c:pt>
                <c:pt idx="8699">
                  <c:v>8700</c:v>
                </c:pt>
                <c:pt idx="8700">
                  <c:v>8701</c:v>
                </c:pt>
                <c:pt idx="8701">
                  <c:v>8702</c:v>
                </c:pt>
                <c:pt idx="8702">
                  <c:v>8703</c:v>
                </c:pt>
                <c:pt idx="8703">
                  <c:v>8704</c:v>
                </c:pt>
                <c:pt idx="8704">
                  <c:v>8705</c:v>
                </c:pt>
                <c:pt idx="8705">
                  <c:v>8706</c:v>
                </c:pt>
                <c:pt idx="8706">
                  <c:v>8707</c:v>
                </c:pt>
                <c:pt idx="8707">
                  <c:v>8708</c:v>
                </c:pt>
                <c:pt idx="8708">
                  <c:v>8709</c:v>
                </c:pt>
                <c:pt idx="8709">
                  <c:v>8710</c:v>
                </c:pt>
                <c:pt idx="8710">
                  <c:v>8711</c:v>
                </c:pt>
                <c:pt idx="8711">
                  <c:v>8712</c:v>
                </c:pt>
                <c:pt idx="8712">
                  <c:v>8713</c:v>
                </c:pt>
                <c:pt idx="8713">
                  <c:v>8714</c:v>
                </c:pt>
                <c:pt idx="8714">
                  <c:v>8715</c:v>
                </c:pt>
                <c:pt idx="8715">
                  <c:v>8716</c:v>
                </c:pt>
                <c:pt idx="8716">
                  <c:v>8717</c:v>
                </c:pt>
                <c:pt idx="8717">
                  <c:v>8718</c:v>
                </c:pt>
                <c:pt idx="8718">
                  <c:v>8719</c:v>
                </c:pt>
                <c:pt idx="8719">
                  <c:v>8720</c:v>
                </c:pt>
                <c:pt idx="8720">
                  <c:v>8721</c:v>
                </c:pt>
                <c:pt idx="8721">
                  <c:v>8722</c:v>
                </c:pt>
                <c:pt idx="8722">
                  <c:v>8723</c:v>
                </c:pt>
                <c:pt idx="8723">
                  <c:v>8724</c:v>
                </c:pt>
                <c:pt idx="8724">
                  <c:v>8725</c:v>
                </c:pt>
                <c:pt idx="8725">
                  <c:v>8726</c:v>
                </c:pt>
                <c:pt idx="8726">
                  <c:v>8727</c:v>
                </c:pt>
                <c:pt idx="8727">
                  <c:v>8728</c:v>
                </c:pt>
                <c:pt idx="8728">
                  <c:v>8729</c:v>
                </c:pt>
                <c:pt idx="8729">
                  <c:v>8730</c:v>
                </c:pt>
                <c:pt idx="8730">
                  <c:v>8731</c:v>
                </c:pt>
                <c:pt idx="8731">
                  <c:v>8732</c:v>
                </c:pt>
                <c:pt idx="8732">
                  <c:v>8733</c:v>
                </c:pt>
                <c:pt idx="8733">
                  <c:v>8734</c:v>
                </c:pt>
                <c:pt idx="8734">
                  <c:v>8735</c:v>
                </c:pt>
                <c:pt idx="8735">
                  <c:v>8736</c:v>
                </c:pt>
                <c:pt idx="8736">
                  <c:v>8737</c:v>
                </c:pt>
                <c:pt idx="8737">
                  <c:v>8738</c:v>
                </c:pt>
                <c:pt idx="8738">
                  <c:v>8739</c:v>
                </c:pt>
                <c:pt idx="8739">
                  <c:v>8740</c:v>
                </c:pt>
                <c:pt idx="8740">
                  <c:v>8741</c:v>
                </c:pt>
                <c:pt idx="8741">
                  <c:v>8742</c:v>
                </c:pt>
                <c:pt idx="8742">
                  <c:v>8743</c:v>
                </c:pt>
                <c:pt idx="8743">
                  <c:v>8744</c:v>
                </c:pt>
                <c:pt idx="8744">
                  <c:v>8745</c:v>
                </c:pt>
                <c:pt idx="8745">
                  <c:v>8746</c:v>
                </c:pt>
                <c:pt idx="8746">
                  <c:v>8747</c:v>
                </c:pt>
                <c:pt idx="8747">
                  <c:v>8748</c:v>
                </c:pt>
                <c:pt idx="8748">
                  <c:v>8749</c:v>
                </c:pt>
                <c:pt idx="8749">
                  <c:v>8750</c:v>
                </c:pt>
                <c:pt idx="8750">
                  <c:v>8751</c:v>
                </c:pt>
                <c:pt idx="8751">
                  <c:v>8752</c:v>
                </c:pt>
                <c:pt idx="8752">
                  <c:v>8753</c:v>
                </c:pt>
                <c:pt idx="8753">
                  <c:v>8754</c:v>
                </c:pt>
                <c:pt idx="8754">
                  <c:v>8755</c:v>
                </c:pt>
                <c:pt idx="8755">
                  <c:v>8756</c:v>
                </c:pt>
                <c:pt idx="8756">
                  <c:v>8757</c:v>
                </c:pt>
                <c:pt idx="8757">
                  <c:v>8758</c:v>
                </c:pt>
                <c:pt idx="8758">
                  <c:v>8759</c:v>
                </c:pt>
                <c:pt idx="8759">
                  <c:v>8760</c:v>
                </c:pt>
                <c:pt idx="8760">
                  <c:v>8761</c:v>
                </c:pt>
                <c:pt idx="8761">
                  <c:v>8762</c:v>
                </c:pt>
                <c:pt idx="8762">
                  <c:v>8763</c:v>
                </c:pt>
                <c:pt idx="8763">
                  <c:v>8764</c:v>
                </c:pt>
                <c:pt idx="8764">
                  <c:v>8765</c:v>
                </c:pt>
                <c:pt idx="8765">
                  <c:v>8766</c:v>
                </c:pt>
                <c:pt idx="8766">
                  <c:v>8767</c:v>
                </c:pt>
                <c:pt idx="8767">
                  <c:v>8768</c:v>
                </c:pt>
                <c:pt idx="8768">
                  <c:v>8769</c:v>
                </c:pt>
                <c:pt idx="8769">
                  <c:v>8770</c:v>
                </c:pt>
                <c:pt idx="8770">
                  <c:v>8771</c:v>
                </c:pt>
                <c:pt idx="8771">
                  <c:v>8772</c:v>
                </c:pt>
                <c:pt idx="8772">
                  <c:v>8773</c:v>
                </c:pt>
                <c:pt idx="8773">
                  <c:v>8774</c:v>
                </c:pt>
                <c:pt idx="8774">
                  <c:v>8775</c:v>
                </c:pt>
                <c:pt idx="8775">
                  <c:v>8776</c:v>
                </c:pt>
                <c:pt idx="8776">
                  <c:v>8777</c:v>
                </c:pt>
                <c:pt idx="8777">
                  <c:v>8778</c:v>
                </c:pt>
                <c:pt idx="8778">
                  <c:v>8779</c:v>
                </c:pt>
                <c:pt idx="8779">
                  <c:v>8780</c:v>
                </c:pt>
                <c:pt idx="8780">
                  <c:v>8781</c:v>
                </c:pt>
                <c:pt idx="8781">
                  <c:v>8782</c:v>
                </c:pt>
                <c:pt idx="8782">
                  <c:v>8783</c:v>
                </c:pt>
                <c:pt idx="8783">
                  <c:v>8784</c:v>
                </c:pt>
                <c:pt idx="8784">
                  <c:v>8785</c:v>
                </c:pt>
                <c:pt idx="8785">
                  <c:v>8786</c:v>
                </c:pt>
                <c:pt idx="8786">
                  <c:v>8787</c:v>
                </c:pt>
                <c:pt idx="8787">
                  <c:v>8788</c:v>
                </c:pt>
                <c:pt idx="8788">
                  <c:v>8789</c:v>
                </c:pt>
                <c:pt idx="8789">
                  <c:v>8790</c:v>
                </c:pt>
                <c:pt idx="8790">
                  <c:v>8791</c:v>
                </c:pt>
                <c:pt idx="8791">
                  <c:v>8792</c:v>
                </c:pt>
                <c:pt idx="8792">
                  <c:v>8793</c:v>
                </c:pt>
                <c:pt idx="8793">
                  <c:v>8794</c:v>
                </c:pt>
                <c:pt idx="8794">
                  <c:v>8795</c:v>
                </c:pt>
                <c:pt idx="8795">
                  <c:v>8796</c:v>
                </c:pt>
                <c:pt idx="8796">
                  <c:v>8797</c:v>
                </c:pt>
                <c:pt idx="8797">
                  <c:v>8798</c:v>
                </c:pt>
                <c:pt idx="8798">
                  <c:v>8799</c:v>
                </c:pt>
                <c:pt idx="8799">
                  <c:v>8800</c:v>
                </c:pt>
                <c:pt idx="8800">
                  <c:v>8801</c:v>
                </c:pt>
                <c:pt idx="8801">
                  <c:v>8802</c:v>
                </c:pt>
                <c:pt idx="8802">
                  <c:v>8803</c:v>
                </c:pt>
                <c:pt idx="8803">
                  <c:v>8804</c:v>
                </c:pt>
                <c:pt idx="8804">
                  <c:v>8805</c:v>
                </c:pt>
                <c:pt idx="8805">
                  <c:v>8806</c:v>
                </c:pt>
                <c:pt idx="8806">
                  <c:v>8807</c:v>
                </c:pt>
                <c:pt idx="8807">
                  <c:v>8808</c:v>
                </c:pt>
                <c:pt idx="8808">
                  <c:v>8809</c:v>
                </c:pt>
                <c:pt idx="8809">
                  <c:v>8810</c:v>
                </c:pt>
                <c:pt idx="8810">
                  <c:v>8811</c:v>
                </c:pt>
                <c:pt idx="8811">
                  <c:v>8812</c:v>
                </c:pt>
                <c:pt idx="8812">
                  <c:v>8813</c:v>
                </c:pt>
                <c:pt idx="8813">
                  <c:v>8814</c:v>
                </c:pt>
                <c:pt idx="8814">
                  <c:v>8815</c:v>
                </c:pt>
                <c:pt idx="8815">
                  <c:v>8816</c:v>
                </c:pt>
                <c:pt idx="8816">
                  <c:v>8817</c:v>
                </c:pt>
                <c:pt idx="8817">
                  <c:v>8818</c:v>
                </c:pt>
                <c:pt idx="8818">
                  <c:v>8819</c:v>
                </c:pt>
                <c:pt idx="8819">
                  <c:v>8820</c:v>
                </c:pt>
                <c:pt idx="8820">
                  <c:v>8821</c:v>
                </c:pt>
                <c:pt idx="8821">
                  <c:v>8822</c:v>
                </c:pt>
                <c:pt idx="8822">
                  <c:v>8823</c:v>
                </c:pt>
                <c:pt idx="8823">
                  <c:v>8824</c:v>
                </c:pt>
                <c:pt idx="8824">
                  <c:v>8825</c:v>
                </c:pt>
                <c:pt idx="8825">
                  <c:v>8826</c:v>
                </c:pt>
                <c:pt idx="8826">
                  <c:v>8827</c:v>
                </c:pt>
                <c:pt idx="8827">
                  <c:v>8828</c:v>
                </c:pt>
                <c:pt idx="8828">
                  <c:v>8829</c:v>
                </c:pt>
                <c:pt idx="8829">
                  <c:v>8830</c:v>
                </c:pt>
                <c:pt idx="8830">
                  <c:v>8831</c:v>
                </c:pt>
                <c:pt idx="8831">
                  <c:v>8832</c:v>
                </c:pt>
                <c:pt idx="8832">
                  <c:v>8833</c:v>
                </c:pt>
                <c:pt idx="8833">
                  <c:v>8834</c:v>
                </c:pt>
                <c:pt idx="8834">
                  <c:v>8835</c:v>
                </c:pt>
                <c:pt idx="8835">
                  <c:v>8836</c:v>
                </c:pt>
                <c:pt idx="8836">
                  <c:v>8837</c:v>
                </c:pt>
                <c:pt idx="8837">
                  <c:v>8838</c:v>
                </c:pt>
                <c:pt idx="8838">
                  <c:v>8839</c:v>
                </c:pt>
                <c:pt idx="8839">
                  <c:v>8840</c:v>
                </c:pt>
                <c:pt idx="8840">
                  <c:v>8841</c:v>
                </c:pt>
                <c:pt idx="8841">
                  <c:v>8842</c:v>
                </c:pt>
                <c:pt idx="8842">
                  <c:v>8843</c:v>
                </c:pt>
                <c:pt idx="8843">
                  <c:v>8844</c:v>
                </c:pt>
                <c:pt idx="8844">
                  <c:v>8845</c:v>
                </c:pt>
                <c:pt idx="8845">
                  <c:v>8846</c:v>
                </c:pt>
                <c:pt idx="8846">
                  <c:v>8847</c:v>
                </c:pt>
                <c:pt idx="8847">
                  <c:v>8848</c:v>
                </c:pt>
                <c:pt idx="8848">
                  <c:v>8849</c:v>
                </c:pt>
                <c:pt idx="8849">
                  <c:v>8850</c:v>
                </c:pt>
                <c:pt idx="8850">
                  <c:v>8851</c:v>
                </c:pt>
                <c:pt idx="8851">
                  <c:v>8852</c:v>
                </c:pt>
                <c:pt idx="8852">
                  <c:v>8853</c:v>
                </c:pt>
                <c:pt idx="8853">
                  <c:v>8854</c:v>
                </c:pt>
                <c:pt idx="8854">
                  <c:v>8855</c:v>
                </c:pt>
                <c:pt idx="8855">
                  <c:v>8856</c:v>
                </c:pt>
                <c:pt idx="8856">
                  <c:v>8857</c:v>
                </c:pt>
                <c:pt idx="8857">
                  <c:v>8858</c:v>
                </c:pt>
                <c:pt idx="8858">
                  <c:v>8859</c:v>
                </c:pt>
                <c:pt idx="8859">
                  <c:v>8860</c:v>
                </c:pt>
                <c:pt idx="8860">
                  <c:v>8861</c:v>
                </c:pt>
                <c:pt idx="8861">
                  <c:v>8862</c:v>
                </c:pt>
                <c:pt idx="8862">
                  <c:v>8863</c:v>
                </c:pt>
                <c:pt idx="8863">
                  <c:v>8864</c:v>
                </c:pt>
                <c:pt idx="8864">
                  <c:v>8865</c:v>
                </c:pt>
                <c:pt idx="8865">
                  <c:v>8866</c:v>
                </c:pt>
                <c:pt idx="8866">
                  <c:v>8867</c:v>
                </c:pt>
                <c:pt idx="8867">
                  <c:v>8868</c:v>
                </c:pt>
                <c:pt idx="8868">
                  <c:v>8869</c:v>
                </c:pt>
                <c:pt idx="8869">
                  <c:v>8870</c:v>
                </c:pt>
                <c:pt idx="8870">
                  <c:v>8871</c:v>
                </c:pt>
                <c:pt idx="8871">
                  <c:v>8872</c:v>
                </c:pt>
                <c:pt idx="8872">
                  <c:v>8873</c:v>
                </c:pt>
                <c:pt idx="8873">
                  <c:v>8874</c:v>
                </c:pt>
                <c:pt idx="8874">
                  <c:v>8875</c:v>
                </c:pt>
                <c:pt idx="8875">
                  <c:v>8876</c:v>
                </c:pt>
                <c:pt idx="8876">
                  <c:v>8877</c:v>
                </c:pt>
                <c:pt idx="8877">
                  <c:v>8878</c:v>
                </c:pt>
                <c:pt idx="8878">
                  <c:v>8879</c:v>
                </c:pt>
                <c:pt idx="8879">
                  <c:v>8880</c:v>
                </c:pt>
                <c:pt idx="8880">
                  <c:v>8881</c:v>
                </c:pt>
                <c:pt idx="8881">
                  <c:v>8882</c:v>
                </c:pt>
                <c:pt idx="8882">
                  <c:v>8883</c:v>
                </c:pt>
                <c:pt idx="8883">
                  <c:v>8884</c:v>
                </c:pt>
                <c:pt idx="8884">
                  <c:v>8885</c:v>
                </c:pt>
                <c:pt idx="8885">
                  <c:v>8886</c:v>
                </c:pt>
                <c:pt idx="8886">
                  <c:v>8887</c:v>
                </c:pt>
                <c:pt idx="8887">
                  <c:v>8888</c:v>
                </c:pt>
                <c:pt idx="8888">
                  <c:v>8889</c:v>
                </c:pt>
                <c:pt idx="8889">
                  <c:v>8890</c:v>
                </c:pt>
                <c:pt idx="8890">
                  <c:v>8891</c:v>
                </c:pt>
                <c:pt idx="8891">
                  <c:v>8892</c:v>
                </c:pt>
                <c:pt idx="8892">
                  <c:v>8893</c:v>
                </c:pt>
                <c:pt idx="8893">
                  <c:v>8894</c:v>
                </c:pt>
                <c:pt idx="8894">
                  <c:v>8895</c:v>
                </c:pt>
                <c:pt idx="8895">
                  <c:v>8896</c:v>
                </c:pt>
                <c:pt idx="8896">
                  <c:v>8897</c:v>
                </c:pt>
                <c:pt idx="8897">
                  <c:v>8898</c:v>
                </c:pt>
                <c:pt idx="8898">
                  <c:v>8899</c:v>
                </c:pt>
                <c:pt idx="8899">
                  <c:v>8900</c:v>
                </c:pt>
                <c:pt idx="8900">
                  <c:v>8901</c:v>
                </c:pt>
                <c:pt idx="8901">
                  <c:v>8902</c:v>
                </c:pt>
                <c:pt idx="8902">
                  <c:v>8903</c:v>
                </c:pt>
                <c:pt idx="8903">
                  <c:v>8904</c:v>
                </c:pt>
                <c:pt idx="8904">
                  <c:v>8905</c:v>
                </c:pt>
                <c:pt idx="8905">
                  <c:v>8906</c:v>
                </c:pt>
                <c:pt idx="8906">
                  <c:v>8907</c:v>
                </c:pt>
                <c:pt idx="8907">
                  <c:v>8908</c:v>
                </c:pt>
                <c:pt idx="8908">
                  <c:v>8909</c:v>
                </c:pt>
                <c:pt idx="8909">
                  <c:v>8910</c:v>
                </c:pt>
                <c:pt idx="8910">
                  <c:v>8911</c:v>
                </c:pt>
                <c:pt idx="8911">
                  <c:v>8912</c:v>
                </c:pt>
                <c:pt idx="8912">
                  <c:v>8913</c:v>
                </c:pt>
                <c:pt idx="8913">
                  <c:v>8914</c:v>
                </c:pt>
                <c:pt idx="8914">
                  <c:v>8915</c:v>
                </c:pt>
                <c:pt idx="8915">
                  <c:v>8916</c:v>
                </c:pt>
                <c:pt idx="8916">
                  <c:v>8917</c:v>
                </c:pt>
                <c:pt idx="8917">
                  <c:v>8918</c:v>
                </c:pt>
                <c:pt idx="8918">
                  <c:v>8919</c:v>
                </c:pt>
                <c:pt idx="8919">
                  <c:v>8920</c:v>
                </c:pt>
                <c:pt idx="8920">
                  <c:v>8921</c:v>
                </c:pt>
                <c:pt idx="8921">
                  <c:v>8922</c:v>
                </c:pt>
                <c:pt idx="8922">
                  <c:v>8923</c:v>
                </c:pt>
                <c:pt idx="8923">
                  <c:v>8924</c:v>
                </c:pt>
                <c:pt idx="8924">
                  <c:v>8925</c:v>
                </c:pt>
                <c:pt idx="8925">
                  <c:v>8926</c:v>
                </c:pt>
                <c:pt idx="8926">
                  <c:v>8927</c:v>
                </c:pt>
                <c:pt idx="8927">
                  <c:v>8928</c:v>
                </c:pt>
                <c:pt idx="8928">
                  <c:v>8929</c:v>
                </c:pt>
                <c:pt idx="8929">
                  <c:v>8930</c:v>
                </c:pt>
                <c:pt idx="8930">
                  <c:v>8931</c:v>
                </c:pt>
                <c:pt idx="8931">
                  <c:v>8932</c:v>
                </c:pt>
                <c:pt idx="8932">
                  <c:v>8933</c:v>
                </c:pt>
                <c:pt idx="8933">
                  <c:v>8934</c:v>
                </c:pt>
                <c:pt idx="8934">
                  <c:v>8935</c:v>
                </c:pt>
                <c:pt idx="8935">
                  <c:v>8936</c:v>
                </c:pt>
                <c:pt idx="8936">
                  <c:v>8937</c:v>
                </c:pt>
                <c:pt idx="8937">
                  <c:v>8938</c:v>
                </c:pt>
                <c:pt idx="8938">
                  <c:v>8939</c:v>
                </c:pt>
                <c:pt idx="8939">
                  <c:v>8940</c:v>
                </c:pt>
                <c:pt idx="8940">
                  <c:v>8941</c:v>
                </c:pt>
                <c:pt idx="8941">
                  <c:v>8942</c:v>
                </c:pt>
                <c:pt idx="8942">
                  <c:v>8943</c:v>
                </c:pt>
                <c:pt idx="8943">
                  <c:v>8944</c:v>
                </c:pt>
                <c:pt idx="8944">
                  <c:v>8945</c:v>
                </c:pt>
                <c:pt idx="8945">
                  <c:v>8946</c:v>
                </c:pt>
                <c:pt idx="8946">
                  <c:v>8947</c:v>
                </c:pt>
                <c:pt idx="8947">
                  <c:v>8948</c:v>
                </c:pt>
                <c:pt idx="8948">
                  <c:v>8949</c:v>
                </c:pt>
                <c:pt idx="8949">
                  <c:v>8950</c:v>
                </c:pt>
                <c:pt idx="8950">
                  <c:v>8951</c:v>
                </c:pt>
                <c:pt idx="8951">
                  <c:v>8952</c:v>
                </c:pt>
                <c:pt idx="8952">
                  <c:v>8953</c:v>
                </c:pt>
                <c:pt idx="8953">
                  <c:v>8954</c:v>
                </c:pt>
                <c:pt idx="8954">
                  <c:v>8955</c:v>
                </c:pt>
                <c:pt idx="8955">
                  <c:v>8956</c:v>
                </c:pt>
                <c:pt idx="8956">
                  <c:v>8957</c:v>
                </c:pt>
                <c:pt idx="8957">
                  <c:v>8958</c:v>
                </c:pt>
                <c:pt idx="8958">
                  <c:v>8959</c:v>
                </c:pt>
                <c:pt idx="8959">
                  <c:v>8960</c:v>
                </c:pt>
                <c:pt idx="8960">
                  <c:v>8961</c:v>
                </c:pt>
                <c:pt idx="8961">
                  <c:v>8962</c:v>
                </c:pt>
                <c:pt idx="8962">
                  <c:v>8963</c:v>
                </c:pt>
                <c:pt idx="8963">
                  <c:v>8964</c:v>
                </c:pt>
                <c:pt idx="8964">
                  <c:v>8965</c:v>
                </c:pt>
                <c:pt idx="8965">
                  <c:v>8966</c:v>
                </c:pt>
                <c:pt idx="8966">
                  <c:v>8967</c:v>
                </c:pt>
                <c:pt idx="8967">
                  <c:v>8968</c:v>
                </c:pt>
                <c:pt idx="8968">
                  <c:v>8969</c:v>
                </c:pt>
                <c:pt idx="8969">
                  <c:v>8970</c:v>
                </c:pt>
                <c:pt idx="8970">
                  <c:v>8971</c:v>
                </c:pt>
                <c:pt idx="8971">
                  <c:v>8972</c:v>
                </c:pt>
                <c:pt idx="8972">
                  <c:v>8973</c:v>
                </c:pt>
                <c:pt idx="8973">
                  <c:v>8974</c:v>
                </c:pt>
                <c:pt idx="8974">
                  <c:v>8975</c:v>
                </c:pt>
                <c:pt idx="8975">
                  <c:v>8976</c:v>
                </c:pt>
                <c:pt idx="8976">
                  <c:v>8977</c:v>
                </c:pt>
                <c:pt idx="8977">
                  <c:v>8978</c:v>
                </c:pt>
                <c:pt idx="8978">
                  <c:v>8979</c:v>
                </c:pt>
                <c:pt idx="8979">
                  <c:v>8980</c:v>
                </c:pt>
                <c:pt idx="8980">
                  <c:v>8981</c:v>
                </c:pt>
                <c:pt idx="8981">
                  <c:v>8982</c:v>
                </c:pt>
                <c:pt idx="8982">
                  <c:v>8983</c:v>
                </c:pt>
                <c:pt idx="8983">
                  <c:v>8984</c:v>
                </c:pt>
                <c:pt idx="8984">
                  <c:v>8985</c:v>
                </c:pt>
                <c:pt idx="8985">
                  <c:v>8986</c:v>
                </c:pt>
                <c:pt idx="8986">
                  <c:v>8987</c:v>
                </c:pt>
                <c:pt idx="8987">
                  <c:v>8988</c:v>
                </c:pt>
                <c:pt idx="8988">
                  <c:v>8989</c:v>
                </c:pt>
                <c:pt idx="8989">
                  <c:v>8990</c:v>
                </c:pt>
                <c:pt idx="8990">
                  <c:v>8991</c:v>
                </c:pt>
                <c:pt idx="8991">
                  <c:v>8992</c:v>
                </c:pt>
                <c:pt idx="8992">
                  <c:v>8993</c:v>
                </c:pt>
                <c:pt idx="8993">
                  <c:v>8994</c:v>
                </c:pt>
                <c:pt idx="8994">
                  <c:v>8995</c:v>
                </c:pt>
                <c:pt idx="8995">
                  <c:v>8996</c:v>
                </c:pt>
                <c:pt idx="8996">
                  <c:v>8997</c:v>
                </c:pt>
                <c:pt idx="8997">
                  <c:v>8998</c:v>
                </c:pt>
                <c:pt idx="8998">
                  <c:v>8999</c:v>
                </c:pt>
                <c:pt idx="8999">
                  <c:v>9000</c:v>
                </c:pt>
                <c:pt idx="9000">
                  <c:v>9001</c:v>
                </c:pt>
                <c:pt idx="9001">
                  <c:v>9002</c:v>
                </c:pt>
                <c:pt idx="9002">
                  <c:v>9003</c:v>
                </c:pt>
                <c:pt idx="9003">
                  <c:v>9004</c:v>
                </c:pt>
                <c:pt idx="9004">
                  <c:v>9005</c:v>
                </c:pt>
                <c:pt idx="9005">
                  <c:v>9006</c:v>
                </c:pt>
                <c:pt idx="9006">
                  <c:v>9007</c:v>
                </c:pt>
                <c:pt idx="9007">
                  <c:v>9008</c:v>
                </c:pt>
                <c:pt idx="9008">
                  <c:v>9009</c:v>
                </c:pt>
                <c:pt idx="9009">
                  <c:v>9010</c:v>
                </c:pt>
                <c:pt idx="9010">
                  <c:v>9011</c:v>
                </c:pt>
                <c:pt idx="9011">
                  <c:v>9012</c:v>
                </c:pt>
                <c:pt idx="9012">
                  <c:v>9013</c:v>
                </c:pt>
                <c:pt idx="9013">
                  <c:v>9014</c:v>
                </c:pt>
                <c:pt idx="9014">
                  <c:v>9015</c:v>
                </c:pt>
                <c:pt idx="9015">
                  <c:v>9016</c:v>
                </c:pt>
                <c:pt idx="9016">
                  <c:v>9017</c:v>
                </c:pt>
                <c:pt idx="9017">
                  <c:v>9018</c:v>
                </c:pt>
                <c:pt idx="9018">
                  <c:v>9019</c:v>
                </c:pt>
                <c:pt idx="9019">
                  <c:v>9020</c:v>
                </c:pt>
                <c:pt idx="9020">
                  <c:v>9021</c:v>
                </c:pt>
                <c:pt idx="9021">
                  <c:v>9022</c:v>
                </c:pt>
                <c:pt idx="9022">
                  <c:v>9023</c:v>
                </c:pt>
                <c:pt idx="9023">
                  <c:v>9024</c:v>
                </c:pt>
                <c:pt idx="9024">
                  <c:v>9025</c:v>
                </c:pt>
                <c:pt idx="9025">
                  <c:v>9026</c:v>
                </c:pt>
                <c:pt idx="9026">
                  <c:v>9027</c:v>
                </c:pt>
                <c:pt idx="9027">
                  <c:v>9028</c:v>
                </c:pt>
                <c:pt idx="9028">
                  <c:v>9029</c:v>
                </c:pt>
                <c:pt idx="9029">
                  <c:v>9030</c:v>
                </c:pt>
                <c:pt idx="9030">
                  <c:v>9031</c:v>
                </c:pt>
                <c:pt idx="9031">
                  <c:v>9032</c:v>
                </c:pt>
                <c:pt idx="9032">
                  <c:v>9033</c:v>
                </c:pt>
                <c:pt idx="9033">
                  <c:v>9034</c:v>
                </c:pt>
                <c:pt idx="9034">
                  <c:v>9035</c:v>
                </c:pt>
                <c:pt idx="9035">
                  <c:v>9036</c:v>
                </c:pt>
                <c:pt idx="9036">
                  <c:v>9037</c:v>
                </c:pt>
                <c:pt idx="9037">
                  <c:v>9038</c:v>
                </c:pt>
                <c:pt idx="9038">
                  <c:v>9039</c:v>
                </c:pt>
                <c:pt idx="9039">
                  <c:v>9040</c:v>
                </c:pt>
                <c:pt idx="9040">
                  <c:v>9041</c:v>
                </c:pt>
                <c:pt idx="9041">
                  <c:v>9042</c:v>
                </c:pt>
                <c:pt idx="9042">
                  <c:v>9043</c:v>
                </c:pt>
                <c:pt idx="9043">
                  <c:v>9044</c:v>
                </c:pt>
                <c:pt idx="9044">
                  <c:v>9045</c:v>
                </c:pt>
                <c:pt idx="9045">
                  <c:v>9046</c:v>
                </c:pt>
                <c:pt idx="9046">
                  <c:v>9047</c:v>
                </c:pt>
                <c:pt idx="9047">
                  <c:v>9048</c:v>
                </c:pt>
                <c:pt idx="9048">
                  <c:v>9049</c:v>
                </c:pt>
              </c:numCache>
            </c:numRef>
          </c:cat>
          <c:val>
            <c:numRef>
              <c:f>'10'!$C$3:$C$9051</c:f>
              <c:numCache>
                <c:formatCode>General</c:formatCode>
                <c:ptCount val="9049"/>
                <c:pt idx="0">
                  <c:v>0</c:v>
                </c:pt>
                <c:pt idx="1">
                  <c:v>0</c:v>
                </c:pt>
                <c:pt idx="2">
                  <c:v>0</c:v>
                </c:pt>
                <c:pt idx="3">
                  <c:v>0.1</c:v>
                </c:pt>
                <c:pt idx="4">
                  <c:v>0.2</c:v>
                </c:pt>
                <c:pt idx="5">
                  <c:v>0.2</c:v>
                </c:pt>
                <c:pt idx="6">
                  <c:v>0.2</c:v>
                </c:pt>
                <c:pt idx="7">
                  <c:v>0.3</c:v>
                </c:pt>
                <c:pt idx="8">
                  <c:v>0.3</c:v>
                </c:pt>
                <c:pt idx="9">
                  <c:v>0.4</c:v>
                </c:pt>
                <c:pt idx="10">
                  <c:v>0.4</c:v>
                </c:pt>
                <c:pt idx="11">
                  <c:v>0.4</c:v>
                </c:pt>
                <c:pt idx="12">
                  <c:v>0.4</c:v>
                </c:pt>
                <c:pt idx="13">
                  <c:v>0.4</c:v>
                </c:pt>
                <c:pt idx="14">
                  <c:v>0.4</c:v>
                </c:pt>
                <c:pt idx="15">
                  <c:v>0.4</c:v>
                </c:pt>
                <c:pt idx="16">
                  <c:v>0.3</c:v>
                </c:pt>
                <c:pt idx="17">
                  <c:v>0.2</c:v>
                </c:pt>
                <c:pt idx="18">
                  <c:v>0.1</c:v>
                </c:pt>
                <c:pt idx="19">
                  <c:v>0</c:v>
                </c:pt>
                <c:pt idx="20">
                  <c:v>0</c:v>
                </c:pt>
                <c:pt idx="21">
                  <c:v>0</c:v>
                </c:pt>
                <c:pt idx="22">
                  <c:v>0</c:v>
                </c:pt>
                <c:pt idx="23">
                  <c:v>0</c:v>
                </c:pt>
                <c:pt idx="24">
                  <c:v>0</c:v>
                </c:pt>
                <c:pt idx="25">
                  <c:v>0.1</c:v>
                </c:pt>
                <c:pt idx="26">
                  <c:v>0.1</c:v>
                </c:pt>
                <c:pt idx="27">
                  <c:v>0.1</c:v>
                </c:pt>
                <c:pt idx="28">
                  <c:v>0.2</c:v>
                </c:pt>
                <c:pt idx="29">
                  <c:v>0.2</c:v>
                </c:pt>
                <c:pt idx="30">
                  <c:v>0.2</c:v>
                </c:pt>
                <c:pt idx="31">
                  <c:v>0.2</c:v>
                </c:pt>
                <c:pt idx="32">
                  <c:v>0.2</c:v>
                </c:pt>
                <c:pt idx="33">
                  <c:v>0.2</c:v>
                </c:pt>
                <c:pt idx="34">
                  <c:v>0.2</c:v>
                </c:pt>
                <c:pt idx="35">
                  <c:v>0.1</c:v>
                </c:pt>
                <c:pt idx="36">
                  <c:v>0</c:v>
                </c:pt>
                <c:pt idx="37">
                  <c:v>0</c:v>
                </c:pt>
                <c:pt idx="38">
                  <c:v>0</c:v>
                </c:pt>
                <c:pt idx="39">
                  <c:v>0.1</c:v>
                </c:pt>
                <c:pt idx="40">
                  <c:v>0.1</c:v>
                </c:pt>
                <c:pt idx="41">
                  <c:v>0.1</c:v>
                </c:pt>
                <c:pt idx="42">
                  <c:v>0.1</c:v>
                </c:pt>
                <c:pt idx="43">
                  <c:v>0.1</c:v>
                </c:pt>
                <c:pt idx="44">
                  <c:v>0.2</c:v>
                </c:pt>
                <c:pt idx="45">
                  <c:v>0.2</c:v>
                </c:pt>
                <c:pt idx="46">
                  <c:v>0.2</c:v>
                </c:pt>
                <c:pt idx="47">
                  <c:v>0.3</c:v>
                </c:pt>
                <c:pt idx="48">
                  <c:v>0.3</c:v>
                </c:pt>
                <c:pt idx="49">
                  <c:v>0.2</c:v>
                </c:pt>
                <c:pt idx="50">
                  <c:v>0.1</c:v>
                </c:pt>
                <c:pt idx="51">
                  <c:v>0.1</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0.1</c:v>
                </c:pt>
                <c:pt idx="370">
                  <c:v>0.2</c:v>
                </c:pt>
                <c:pt idx="371">
                  <c:v>0.3</c:v>
                </c:pt>
                <c:pt idx="372">
                  <c:v>0.3</c:v>
                </c:pt>
                <c:pt idx="373">
                  <c:v>0.4</c:v>
                </c:pt>
                <c:pt idx="374">
                  <c:v>0.4</c:v>
                </c:pt>
                <c:pt idx="375">
                  <c:v>0.4</c:v>
                </c:pt>
                <c:pt idx="376">
                  <c:v>0.4</c:v>
                </c:pt>
                <c:pt idx="377">
                  <c:v>0.5</c:v>
                </c:pt>
                <c:pt idx="378">
                  <c:v>0.6</c:v>
                </c:pt>
                <c:pt idx="379">
                  <c:v>0.7</c:v>
                </c:pt>
                <c:pt idx="380">
                  <c:v>0.8</c:v>
                </c:pt>
                <c:pt idx="381">
                  <c:v>0.8</c:v>
                </c:pt>
                <c:pt idx="382">
                  <c:v>0.9</c:v>
                </c:pt>
                <c:pt idx="383">
                  <c:v>0.9</c:v>
                </c:pt>
                <c:pt idx="384">
                  <c:v>0.9</c:v>
                </c:pt>
                <c:pt idx="385">
                  <c:v>0.9</c:v>
                </c:pt>
                <c:pt idx="386">
                  <c:v>0.9</c:v>
                </c:pt>
                <c:pt idx="387">
                  <c:v>0.9</c:v>
                </c:pt>
                <c:pt idx="388">
                  <c:v>1</c:v>
                </c:pt>
                <c:pt idx="389">
                  <c:v>1.1</c:v>
                </c:pt>
                <c:pt idx="390">
                  <c:v>1.2</c:v>
                </c:pt>
                <c:pt idx="391">
                  <c:v>1.3</c:v>
                </c:pt>
                <c:pt idx="392">
                  <c:v>1.4</c:v>
                </c:pt>
                <c:pt idx="393">
                  <c:v>1.4</c:v>
                </c:pt>
                <c:pt idx="394">
                  <c:v>1.4</c:v>
                </c:pt>
                <c:pt idx="395">
                  <c:v>1.4</c:v>
                </c:pt>
                <c:pt idx="396">
                  <c:v>1.6</c:v>
                </c:pt>
                <c:pt idx="397">
                  <c:v>1.7</c:v>
                </c:pt>
                <c:pt idx="398">
                  <c:v>1.8</c:v>
                </c:pt>
                <c:pt idx="399">
                  <c:v>1.9</c:v>
                </c:pt>
                <c:pt idx="400">
                  <c:v>2</c:v>
                </c:pt>
                <c:pt idx="401">
                  <c:v>2</c:v>
                </c:pt>
                <c:pt idx="402">
                  <c:v>2</c:v>
                </c:pt>
                <c:pt idx="403">
                  <c:v>2</c:v>
                </c:pt>
                <c:pt idx="404">
                  <c:v>2</c:v>
                </c:pt>
                <c:pt idx="405">
                  <c:v>2</c:v>
                </c:pt>
                <c:pt idx="406">
                  <c:v>2</c:v>
                </c:pt>
                <c:pt idx="407">
                  <c:v>2</c:v>
                </c:pt>
                <c:pt idx="408">
                  <c:v>2</c:v>
                </c:pt>
                <c:pt idx="409">
                  <c:v>2</c:v>
                </c:pt>
                <c:pt idx="410">
                  <c:v>2</c:v>
                </c:pt>
                <c:pt idx="411">
                  <c:v>2.1</c:v>
                </c:pt>
                <c:pt idx="412">
                  <c:v>2.3</c:v>
                </c:pt>
                <c:pt idx="413">
                  <c:v>2.4</c:v>
                </c:pt>
                <c:pt idx="414">
                  <c:v>2.5</c:v>
                </c:pt>
                <c:pt idx="415">
                  <c:v>2.5</c:v>
                </c:pt>
                <c:pt idx="416">
                  <c:v>2.5</c:v>
                </c:pt>
                <c:pt idx="417">
                  <c:v>2.5</c:v>
                </c:pt>
                <c:pt idx="418">
                  <c:v>2.5</c:v>
                </c:pt>
                <c:pt idx="419">
                  <c:v>2.5</c:v>
                </c:pt>
                <c:pt idx="420">
                  <c:v>2.6</c:v>
                </c:pt>
                <c:pt idx="421">
                  <c:v>2.6</c:v>
                </c:pt>
                <c:pt idx="422">
                  <c:v>2.6</c:v>
                </c:pt>
                <c:pt idx="423">
                  <c:v>2.8</c:v>
                </c:pt>
                <c:pt idx="424">
                  <c:v>2.9</c:v>
                </c:pt>
                <c:pt idx="425">
                  <c:v>3</c:v>
                </c:pt>
                <c:pt idx="426">
                  <c:v>3.1</c:v>
                </c:pt>
                <c:pt idx="427">
                  <c:v>3.1</c:v>
                </c:pt>
                <c:pt idx="428">
                  <c:v>3.1</c:v>
                </c:pt>
                <c:pt idx="429">
                  <c:v>3.1</c:v>
                </c:pt>
                <c:pt idx="430">
                  <c:v>3.1</c:v>
                </c:pt>
                <c:pt idx="431">
                  <c:v>3.1</c:v>
                </c:pt>
                <c:pt idx="432">
                  <c:v>3.1</c:v>
                </c:pt>
                <c:pt idx="433">
                  <c:v>3.3</c:v>
                </c:pt>
                <c:pt idx="434">
                  <c:v>3.4</c:v>
                </c:pt>
                <c:pt idx="435">
                  <c:v>3.5</c:v>
                </c:pt>
                <c:pt idx="436">
                  <c:v>3.6</c:v>
                </c:pt>
                <c:pt idx="437">
                  <c:v>3.6</c:v>
                </c:pt>
                <c:pt idx="438">
                  <c:v>3.6</c:v>
                </c:pt>
                <c:pt idx="439">
                  <c:v>3.6</c:v>
                </c:pt>
                <c:pt idx="440">
                  <c:v>3.6</c:v>
                </c:pt>
                <c:pt idx="441">
                  <c:v>3.6</c:v>
                </c:pt>
                <c:pt idx="442">
                  <c:v>3.8</c:v>
                </c:pt>
                <c:pt idx="443">
                  <c:v>3.9</c:v>
                </c:pt>
                <c:pt idx="444">
                  <c:v>4</c:v>
                </c:pt>
                <c:pt idx="445">
                  <c:v>4.1</c:v>
                </c:pt>
                <c:pt idx="446">
                  <c:v>4.2</c:v>
                </c:pt>
                <c:pt idx="447">
                  <c:v>4.2</c:v>
                </c:pt>
                <c:pt idx="448">
                  <c:v>4.2</c:v>
                </c:pt>
                <c:pt idx="449">
                  <c:v>4.2</c:v>
                </c:pt>
                <c:pt idx="450">
                  <c:v>4.2</c:v>
                </c:pt>
                <c:pt idx="451">
                  <c:v>4.2</c:v>
                </c:pt>
                <c:pt idx="452">
                  <c:v>4.2</c:v>
                </c:pt>
                <c:pt idx="453">
                  <c:v>4.2</c:v>
                </c:pt>
                <c:pt idx="454">
                  <c:v>4.2</c:v>
                </c:pt>
                <c:pt idx="455">
                  <c:v>4.2</c:v>
                </c:pt>
                <c:pt idx="456">
                  <c:v>4.2</c:v>
                </c:pt>
                <c:pt idx="457">
                  <c:v>4.2</c:v>
                </c:pt>
                <c:pt idx="458">
                  <c:v>4.2</c:v>
                </c:pt>
                <c:pt idx="459">
                  <c:v>4.2</c:v>
                </c:pt>
                <c:pt idx="460">
                  <c:v>4.2</c:v>
                </c:pt>
                <c:pt idx="461">
                  <c:v>4.2</c:v>
                </c:pt>
                <c:pt idx="462">
                  <c:v>4.3</c:v>
                </c:pt>
                <c:pt idx="463">
                  <c:v>4.5</c:v>
                </c:pt>
                <c:pt idx="464">
                  <c:v>4.7</c:v>
                </c:pt>
                <c:pt idx="465">
                  <c:v>4.9</c:v>
                </c:pt>
                <c:pt idx="466">
                  <c:v>5.1</c:v>
                </c:pt>
                <c:pt idx="467">
                  <c:v>5.2</c:v>
                </c:pt>
                <c:pt idx="468">
                  <c:v>5.2</c:v>
                </c:pt>
                <c:pt idx="469">
                  <c:v>5.2</c:v>
                </c:pt>
                <c:pt idx="470">
                  <c:v>5.2</c:v>
                </c:pt>
                <c:pt idx="471">
                  <c:v>5.2</c:v>
                </c:pt>
                <c:pt idx="472">
                  <c:v>5.2</c:v>
                </c:pt>
                <c:pt idx="473">
                  <c:v>5.2</c:v>
                </c:pt>
                <c:pt idx="474">
                  <c:v>5.2</c:v>
                </c:pt>
                <c:pt idx="475">
                  <c:v>5.2</c:v>
                </c:pt>
                <c:pt idx="476">
                  <c:v>5.2</c:v>
                </c:pt>
                <c:pt idx="477">
                  <c:v>5.2</c:v>
                </c:pt>
                <c:pt idx="478">
                  <c:v>5.2</c:v>
                </c:pt>
                <c:pt idx="479">
                  <c:v>5.2</c:v>
                </c:pt>
                <c:pt idx="480">
                  <c:v>5.2</c:v>
                </c:pt>
                <c:pt idx="481">
                  <c:v>5.2</c:v>
                </c:pt>
                <c:pt idx="482">
                  <c:v>5.2</c:v>
                </c:pt>
                <c:pt idx="483">
                  <c:v>5.2</c:v>
                </c:pt>
                <c:pt idx="484">
                  <c:v>5.2</c:v>
                </c:pt>
                <c:pt idx="485">
                  <c:v>5.2</c:v>
                </c:pt>
                <c:pt idx="486">
                  <c:v>5.2</c:v>
                </c:pt>
                <c:pt idx="487">
                  <c:v>5.2</c:v>
                </c:pt>
                <c:pt idx="488">
                  <c:v>5.2</c:v>
                </c:pt>
                <c:pt idx="489">
                  <c:v>5.2</c:v>
                </c:pt>
                <c:pt idx="490">
                  <c:v>5.2</c:v>
                </c:pt>
                <c:pt idx="491">
                  <c:v>5.2</c:v>
                </c:pt>
                <c:pt idx="492">
                  <c:v>5.2</c:v>
                </c:pt>
                <c:pt idx="493">
                  <c:v>5.2</c:v>
                </c:pt>
                <c:pt idx="494">
                  <c:v>5.2</c:v>
                </c:pt>
                <c:pt idx="495">
                  <c:v>5.2</c:v>
                </c:pt>
                <c:pt idx="496">
                  <c:v>5.2</c:v>
                </c:pt>
                <c:pt idx="497">
                  <c:v>5.2</c:v>
                </c:pt>
                <c:pt idx="498">
                  <c:v>5.2</c:v>
                </c:pt>
                <c:pt idx="499">
                  <c:v>5.2</c:v>
                </c:pt>
                <c:pt idx="500">
                  <c:v>5.2</c:v>
                </c:pt>
                <c:pt idx="501">
                  <c:v>5.2</c:v>
                </c:pt>
                <c:pt idx="502">
                  <c:v>5.2</c:v>
                </c:pt>
                <c:pt idx="503">
                  <c:v>5.2</c:v>
                </c:pt>
                <c:pt idx="504">
                  <c:v>5.2</c:v>
                </c:pt>
                <c:pt idx="505">
                  <c:v>5.2</c:v>
                </c:pt>
                <c:pt idx="506">
                  <c:v>5.2</c:v>
                </c:pt>
                <c:pt idx="507">
                  <c:v>5.2</c:v>
                </c:pt>
                <c:pt idx="508">
                  <c:v>5.2</c:v>
                </c:pt>
                <c:pt idx="509">
                  <c:v>5.2</c:v>
                </c:pt>
                <c:pt idx="510">
                  <c:v>5.2</c:v>
                </c:pt>
                <c:pt idx="511">
                  <c:v>5.2</c:v>
                </c:pt>
                <c:pt idx="512">
                  <c:v>5.2</c:v>
                </c:pt>
                <c:pt idx="513">
                  <c:v>5.2</c:v>
                </c:pt>
                <c:pt idx="514">
                  <c:v>5.2</c:v>
                </c:pt>
                <c:pt idx="515">
                  <c:v>5.2</c:v>
                </c:pt>
                <c:pt idx="516">
                  <c:v>5.2</c:v>
                </c:pt>
                <c:pt idx="517">
                  <c:v>5.2</c:v>
                </c:pt>
                <c:pt idx="518">
                  <c:v>5.2</c:v>
                </c:pt>
                <c:pt idx="519">
                  <c:v>5.2</c:v>
                </c:pt>
                <c:pt idx="520">
                  <c:v>5.2</c:v>
                </c:pt>
                <c:pt idx="521">
                  <c:v>5.2</c:v>
                </c:pt>
                <c:pt idx="522">
                  <c:v>5.2</c:v>
                </c:pt>
                <c:pt idx="523">
                  <c:v>5.2</c:v>
                </c:pt>
                <c:pt idx="524">
                  <c:v>5.2</c:v>
                </c:pt>
                <c:pt idx="525">
                  <c:v>5.2</c:v>
                </c:pt>
                <c:pt idx="526">
                  <c:v>5.2</c:v>
                </c:pt>
                <c:pt idx="527">
                  <c:v>5.2</c:v>
                </c:pt>
                <c:pt idx="528">
                  <c:v>5.2</c:v>
                </c:pt>
                <c:pt idx="529">
                  <c:v>5.2</c:v>
                </c:pt>
                <c:pt idx="530">
                  <c:v>5.2</c:v>
                </c:pt>
                <c:pt idx="531">
                  <c:v>5.2</c:v>
                </c:pt>
                <c:pt idx="532">
                  <c:v>5.2</c:v>
                </c:pt>
                <c:pt idx="533">
                  <c:v>5.2</c:v>
                </c:pt>
                <c:pt idx="534">
                  <c:v>5.2</c:v>
                </c:pt>
                <c:pt idx="535">
                  <c:v>5.2</c:v>
                </c:pt>
                <c:pt idx="536">
                  <c:v>5.2</c:v>
                </c:pt>
                <c:pt idx="537">
                  <c:v>5.2</c:v>
                </c:pt>
                <c:pt idx="538">
                  <c:v>5.2</c:v>
                </c:pt>
                <c:pt idx="539">
                  <c:v>5.2</c:v>
                </c:pt>
                <c:pt idx="540">
                  <c:v>5.2</c:v>
                </c:pt>
                <c:pt idx="541">
                  <c:v>5.2</c:v>
                </c:pt>
                <c:pt idx="542">
                  <c:v>5.2</c:v>
                </c:pt>
                <c:pt idx="543">
                  <c:v>5.2</c:v>
                </c:pt>
                <c:pt idx="544">
                  <c:v>5.2</c:v>
                </c:pt>
                <c:pt idx="545">
                  <c:v>5.2</c:v>
                </c:pt>
                <c:pt idx="546">
                  <c:v>5.2</c:v>
                </c:pt>
                <c:pt idx="547">
                  <c:v>5.2</c:v>
                </c:pt>
                <c:pt idx="548">
                  <c:v>5.2</c:v>
                </c:pt>
                <c:pt idx="549">
                  <c:v>5.2</c:v>
                </c:pt>
                <c:pt idx="550">
                  <c:v>5.2</c:v>
                </c:pt>
                <c:pt idx="551">
                  <c:v>5.2</c:v>
                </c:pt>
                <c:pt idx="552">
                  <c:v>5.2</c:v>
                </c:pt>
                <c:pt idx="553">
                  <c:v>5.2</c:v>
                </c:pt>
                <c:pt idx="554">
                  <c:v>5.2</c:v>
                </c:pt>
                <c:pt idx="555">
                  <c:v>5.2</c:v>
                </c:pt>
                <c:pt idx="556">
                  <c:v>5.2</c:v>
                </c:pt>
                <c:pt idx="557">
                  <c:v>5.2</c:v>
                </c:pt>
                <c:pt idx="558">
                  <c:v>5.2</c:v>
                </c:pt>
                <c:pt idx="559">
                  <c:v>5.2</c:v>
                </c:pt>
                <c:pt idx="560">
                  <c:v>5.2</c:v>
                </c:pt>
                <c:pt idx="561">
                  <c:v>5.2</c:v>
                </c:pt>
                <c:pt idx="562">
                  <c:v>5.2</c:v>
                </c:pt>
                <c:pt idx="563">
                  <c:v>5.2</c:v>
                </c:pt>
                <c:pt idx="564">
                  <c:v>5.2</c:v>
                </c:pt>
                <c:pt idx="565">
                  <c:v>5.2</c:v>
                </c:pt>
                <c:pt idx="566">
                  <c:v>5.2</c:v>
                </c:pt>
                <c:pt idx="567">
                  <c:v>5.2</c:v>
                </c:pt>
                <c:pt idx="568">
                  <c:v>5.2</c:v>
                </c:pt>
                <c:pt idx="569">
                  <c:v>5.2</c:v>
                </c:pt>
                <c:pt idx="570">
                  <c:v>5.2</c:v>
                </c:pt>
                <c:pt idx="571">
                  <c:v>5.2</c:v>
                </c:pt>
                <c:pt idx="572">
                  <c:v>5.2</c:v>
                </c:pt>
                <c:pt idx="573">
                  <c:v>5.2</c:v>
                </c:pt>
                <c:pt idx="574">
                  <c:v>5.2</c:v>
                </c:pt>
                <c:pt idx="575">
                  <c:v>5.2</c:v>
                </c:pt>
                <c:pt idx="576">
                  <c:v>5.2</c:v>
                </c:pt>
                <c:pt idx="577">
                  <c:v>5.2</c:v>
                </c:pt>
                <c:pt idx="578">
                  <c:v>5.2</c:v>
                </c:pt>
                <c:pt idx="579">
                  <c:v>5.2</c:v>
                </c:pt>
                <c:pt idx="580">
                  <c:v>5.2</c:v>
                </c:pt>
                <c:pt idx="581">
                  <c:v>5.2</c:v>
                </c:pt>
                <c:pt idx="582">
                  <c:v>5.2</c:v>
                </c:pt>
                <c:pt idx="583">
                  <c:v>5.2</c:v>
                </c:pt>
                <c:pt idx="584">
                  <c:v>5.2</c:v>
                </c:pt>
                <c:pt idx="585">
                  <c:v>5.2</c:v>
                </c:pt>
                <c:pt idx="586">
                  <c:v>5.2</c:v>
                </c:pt>
                <c:pt idx="587">
                  <c:v>5.2</c:v>
                </c:pt>
                <c:pt idx="588">
                  <c:v>5.2</c:v>
                </c:pt>
                <c:pt idx="589">
                  <c:v>5.2</c:v>
                </c:pt>
                <c:pt idx="590">
                  <c:v>5.2</c:v>
                </c:pt>
                <c:pt idx="591">
                  <c:v>5.2</c:v>
                </c:pt>
                <c:pt idx="592">
                  <c:v>5.2</c:v>
                </c:pt>
                <c:pt idx="593">
                  <c:v>5.2</c:v>
                </c:pt>
                <c:pt idx="594">
                  <c:v>5.2</c:v>
                </c:pt>
                <c:pt idx="595">
                  <c:v>5.2</c:v>
                </c:pt>
                <c:pt idx="596">
                  <c:v>5.2</c:v>
                </c:pt>
                <c:pt idx="597">
                  <c:v>5.2</c:v>
                </c:pt>
                <c:pt idx="598">
                  <c:v>5.2</c:v>
                </c:pt>
                <c:pt idx="599">
                  <c:v>5.2</c:v>
                </c:pt>
                <c:pt idx="600">
                  <c:v>5.2</c:v>
                </c:pt>
                <c:pt idx="601">
                  <c:v>5.2</c:v>
                </c:pt>
                <c:pt idx="602">
                  <c:v>5.2</c:v>
                </c:pt>
                <c:pt idx="603">
                  <c:v>5.2</c:v>
                </c:pt>
                <c:pt idx="604">
                  <c:v>5.2</c:v>
                </c:pt>
                <c:pt idx="605">
                  <c:v>5.2</c:v>
                </c:pt>
                <c:pt idx="606">
                  <c:v>5.2</c:v>
                </c:pt>
                <c:pt idx="607">
                  <c:v>5.2</c:v>
                </c:pt>
                <c:pt idx="608">
                  <c:v>5.2</c:v>
                </c:pt>
                <c:pt idx="609">
                  <c:v>5.2</c:v>
                </c:pt>
                <c:pt idx="610">
                  <c:v>5.2</c:v>
                </c:pt>
                <c:pt idx="611">
                  <c:v>5.2</c:v>
                </c:pt>
                <c:pt idx="612">
                  <c:v>5.2</c:v>
                </c:pt>
                <c:pt idx="613">
                  <c:v>5.2</c:v>
                </c:pt>
                <c:pt idx="614">
                  <c:v>5.2</c:v>
                </c:pt>
                <c:pt idx="615">
                  <c:v>5.2</c:v>
                </c:pt>
                <c:pt idx="616">
                  <c:v>5.2</c:v>
                </c:pt>
                <c:pt idx="617">
                  <c:v>5.2</c:v>
                </c:pt>
                <c:pt idx="618">
                  <c:v>5.2</c:v>
                </c:pt>
                <c:pt idx="619">
                  <c:v>5.2</c:v>
                </c:pt>
                <c:pt idx="620">
                  <c:v>5.2</c:v>
                </c:pt>
                <c:pt idx="621">
                  <c:v>5.2</c:v>
                </c:pt>
                <c:pt idx="622">
                  <c:v>5.2</c:v>
                </c:pt>
                <c:pt idx="623">
                  <c:v>5.2</c:v>
                </c:pt>
                <c:pt idx="624">
                  <c:v>5.2</c:v>
                </c:pt>
                <c:pt idx="625">
                  <c:v>5.2</c:v>
                </c:pt>
                <c:pt idx="626">
                  <c:v>5.2</c:v>
                </c:pt>
                <c:pt idx="627">
                  <c:v>5.2</c:v>
                </c:pt>
                <c:pt idx="628">
                  <c:v>5.2</c:v>
                </c:pt>
                <c:pt idx="629">
                  <c:v>5.2</c:v>
                </c:pt>
                <c:pt idx="630">
                  <c:v>5.2</c:v>
                </c:pt>
                <c:pt idx="631">
                  <c:v>5.2</c:v>
                </c:pt>
                <c:pt idx="632">
                  <c:v>5.2</c:v>
                </c:pt>
                <c:pt idx="633">
                  <c:v>5.2</c:v>
                </c:pt>
                <c:pt idx="634">
                  <c:v>5.2</c:v>
                </c:pt>
                <c:pt idx="635">
                  <c:v>5.2</c:v>
                </c:pt>
                <c:pt idx="636">
                  <c:v>5.2</c:v>
                </c:pt>
                <c:pt idx="637">
                  <c:v>5.2</c:v>
                </c:pt>
                <c:pt idx="638">
                  <c:v>5.2</c:v>
                </c:pt>
                <c:pt idx="639">
                  <c:v>5.2</c:v>
                </c:pt>
                <c:pt idx="640">
                  <c:v>5.2</c:v>
                </c:pt>
                <c:pt idx="641">
                  <c:v>5.2</c:v>
                </c:pt>
                <c:pt idx="642">
                  <c:v>5.2</c:v>
                </c:pt>
                <c:pt idx="643">
                  <c:v>5.2</c:v>
                </c:pt>
                <c:pt idx="644">
                  <c:v>5.2</c:v>
                </c:pt>
                <c:pt idx="645">
                  <c:v>5.2</c:v>
                </c:pt>
                <c:pt idx="646">
                  <c:v>5.2</c:v>
                </c:pt>
                <c:pt idx="647">
                  <c:v>5.2</c:v>
                </c:pt>
                <c:pt idx="648">
                  <c:v>5.2</c:v>
                </c:pt>
                <c:pt idx="649">
                  <c:v>5.2</c:v>
                </c:pt>
                <c:pt idx="650">
                  <c:v>5.2</c:v>
                </c:pt>
                <c:pt idx="651">
                  <c:v>5.2</c:v>
                </c:pt>
                <c:pt idx="652">
                  <c:v>5.2</c:v>
                </c:pt>
                <c:pt idx="653">
                  <c:v>5.2</c:v>
                </c:pt>
                <c:pt idx="654">
                  <c:v>5.2</c:v>
                </c:pt>
                <c:pt idx="655">
                  <c:v>5.2</c:v>
                </c:pt>
                <c:pt idx="656">
                  <c:v>5.2</c:v>
                </c:pt>
                <c:pt idx="657">
                  <c:v>5.2</c:v>
                </c:pt>
                <c:pt idx="658">
                  <c:v>5.2</c:v>
                </c:pt>
                <c:pt idx="659">
                  <c:v>5.2</c:v>
                </c:pt>
                <c:pt idx="660">
                  <c:v>5.2</c:v>
                </c:pt>
                <c:pt idx="661">
                  <c:v>5.2</c:v>
                </c:pt>
                <c:pt idx="662">
                  <c:v>5.2</c:v>
                </c:pt>
                <c:pt idx="663">
                  <c:v>5.2</c:v>
                </c:pt>
                <c:pt idx="664">
                  <c:v>5.2</c:v>
                </c:pt>
                <c:pt idx="665">
                  <c:v>5.2</c:v>
                </c:pt>
                <c:pt idx="666">
                  <c:v>5.2</c:v>
                </c:pt>
                <c:pt idx="667">
                  <c:v>5.2</c:v>
                </c:pt>
                <c:pt idx="668">
                  <c:v>5.2</c:v>
                </c:pt>
                <c:pt idx="669">
                  <c:v>5.2</c:v>
                </c:pt>
                <c:pt idx="670">
                  <c:v>5.2</c:v>
                </c:pt>
                <c:pt idx="671">
                  <c:v>5.2</c:v>
                </c:pt>
                <c:pt idx="672">
                  <c:v>5.2</c:v>
                </c:pt>
                <c:pt idx="673">
                  <c:v>5.2</c:v>
                </c:pt>
                <c:pt idx="674">
                  <c:v>5.2</c:v>
                </c:pt>
                <c:pt idx="675">
                  <c:v>5.2</c:v>
                </c:pt>
                <c:pt idx="676">
                  <c:v>5.2</c:v>
                </c:pt>
                <c:pt idx="677">
                  <c:v>5.2</c:v>
                </c:pt>
                <c:pt idx="678">
                  <c:v>5.2</c:v>
                </c:pt>
                <c:pt idx="679">
                  <c:v>5.2</c:v>
                </c:pt>
                <c:pt idx="680">
                  <c:v>5.2</c:v>
                </c:pt>
                <c:pt idx="681">
                  <c:v>5.2</c:v>
                </c:pt>
                <c:pt idx="682">
                  <c:v>5.2</c:v>
                </c:pt>
                <c:pt idx="683">
                  <c:v>5.2</c:v>
                </c:pt>
                <c:pt idx="684">
                  <c:v>5.2</c:v>
                </c:pt>
                <c:pt idx="685">
                  <c:v>5.2</c:v>
                </c:pt>
                <c:pt idx="686">
                  <c:v>5.2</c:v>
                </c:pt>
                <c:pt idx="687">
                  <c:v>5.2</c:v>
                </c:pt>
                <c:pt idx="688">
                  <c:v>5.2</c:v>
                </c:pt>
                <c:pt idx="689">
                  <c:v>5.2</c:v>
                </c:pt>
                <c:pt idx="690">
                  <c:v>5.2</c:v>
                </c:pt>
                <c:pt idx="691">
                  <c:v>5.2</c:v>
                </c:pt>
                <c:pt idx="692">
                  <c:v>5.2</c:v>
                </c:pt>
                <c:pt idx="693">
                  <c:v>5.2</c:v>
                </c:pt>
                <c:pt idx="694">
                  <c:v>5.2</c:v>
                </c:pt>
                <c:pt idx="695">
                  <c:v>5.2</c:v>
                </c:pt>
                <c:pt idx="696">
                  <c:v>5.2</c:v>
                </c:pt>
                <c:pt idx="697">
                  <c:v>5.2</c:v>
                </c:pt>
                <c:pt idx="698">
                  <c:v>5.2</c:v>
                </c:pt>
                <c:pt idx="699">
                  <c:v>5.2</c:v>
                </c:pt>
                <c:pt idx="700">
                  <c:v>5.2</c:v>
                </c:pt>
                <c:pt idx="701">
                  <c:v>5.2</c:v>
                </c:pt>
                <c:pt idx="702">
                  <c:v>5.2</c:v>
                </c:pt>
                <c:pt idx="703">
                  <c:v>5.2</c:v>
                </c:pt>
                <c:pt idx="704">
                  <c:v>5.2</c:v>
                </c:pt>
                <c:pt idx="705">
                  <c:v>5.2</c:v>
                </c:pt>
                <c:pt idx="706">
                  <c:v>5.2</c:v>
                </c:pt>
                <c:pt idx="707">
                  <c:v>5.2</c:v>
                </c:pt>
                <c:pt idx="708">
                  <c:v>5.2</c:v>
                </c:pt>
                <c:pt idx="709">
                  <c:v>5.2</c:v>
                </c:pt>
                <c:pt idx="710">
                  <c:v>5.2</c:v>
                </c:pt>
                <c:pt idx="711">
                  <c:v>5.2</c:v>
                </c:pt>
                <c:pt idx="712">
                  <c:v>5.2</c:v>
                </c:pt>
                <c:pt idx="713">
                  <c:v>5.2</c:v>
                </c:pt>
                <c:pt idx="714">
                  <c:v>5.2</c:v>
                </c:pt>
                <c:pt idx="715">
                  <c:v>5.2</c:v>
                </c:pt>
                <c:pt idx="716">
                  <c:v>5.2</c:v>
                </c:pt>
                <c:pt idx="717">
                  <c:v>5.2</c:v>
                </c:pt>
                <c:pt idx="718">
                  <c:v>5.2</c:v>
                </c:pt>
                <c:pt idx="719">
                  <c:v>5.2</c:v>
                </c:pt>
                <c:pt idx="720">
                  <c:v>5.2</c:v>
                </c:pt>
                <c:pt idx="721">
                  <c:v>5.2</c:v>
                </c:pt>
                <c:pt idx="722">
                  <c:v>5.2</c:v>
                </c:pt>
                <c:pt idx="723">
                  <c:v>5.2</c:v>
                </c:pt>
                <c:pt idx="724">
                  <c:v>5.2</c:v>
                </c:pt>
                <c:pt idx="725">
                  <c:v>5.2</c:v>
                </c:pt>
                <c:pt idx="726">
                  <c:v>5.2</c:v>
                </c:pt>
                <c:pt idx="727">
                  <c:v>5.2</c:v>
                </c:pt>
                <c:pt idx="728">
                  <c:v>5.2</c:v>
                </c:pt>
                <c:pt idx="729">
                  <c:v>5.2</c:v>
                </c:pt>
                <c:pt idx="730">
                  <c:v>5.2</c:v>
                </c:pt>
                <c:pt idx="731">
                  <c:v>5.2</c:v>
                </c:pt>
                <c:pt idx="732">
                  <c:v>5.2</c:v>
                </c:pt>
                <c:pt idx="733">
                  <c:v>5.2</c:v>
                </c:pt>
                <c:pt idx="734">
                  <c:v>5.2</c:v>
                </c:pt>
                <c:pt idx="735">
                  <c:v>5.2</c:v>
                </c:pt>
                <c:pt idx="736">
                  <c:v>5.2</c:v>
                </c:pt>
                <c:pt idx="737">
                  <c:v>5.2</c:v>
                </c:pt>
                <c:pt idx="738">
                  <c:v>5.2</c:v>
                </c:pt>
                <c:pt idx="739">
                  <c:v>5.2</c:v>
                </c:pt>
                <c:pt idx="740">
                  <c:v>5.2</c:v>
                </c:pt>
                <c:pt idx="741">
                  <c:v>5.2</c:v>
                </c:pt>
                <c:pt idx="742">
                  <c:v>5.2</c:v>
                </c:pt>
                <c:pt idx="743">
                  <c:v>5.2</c:v>
                </c:pt>
                <c:pt idx="744">
                  <c:v>5.2</c:v>
                </c:pt>
                <c:pt idx="745">
                  <c:v>5.2</c:v>
                </c:pt>
                <c:pt idx="746">
                  <c:v>5.2</c:v>
                </c:pt>
                <c:pt idx="747">
                  <c:v>5.2</c:v>
                </c:pt>
                <c:pt idx="748">
                  <c:v>5.2</c:v>
                </c:pt>
                <c:pt idx="749">
                  <c:v>5.2</c:v>
                </c:pt>
                <c:pt idx="750">
                  <c:v>5.2</c:v>
                </c:pt>
                <c:pt idx="751">
                  <c:v>5.2</c:v>
                </c:pt>
                <c:pt idx="752">
                  <c:v>5.2</c:v>
                </c:pt>
                <c:pt idx="753">
                  <c:v>5.2</c:v>
                </c:pt>
                <c:pt idx="754">
                  <c:v>5.2</c:v>
                </c:pt>
                <c:pt idx="755">
                  <c:v>5.2</c:v>
                </c:pt>
                <c:pt idx="756">
                  <c:v>5.2</c:v>
                </c:pt>
                <c:pt idx="757">
                  <c:v>5.2</c:v>
                </c:pt>
                <c:pt idx="758">
                  <c:v>5.2</c:v>
                </c:pt>
                <c:pt idx="759">
                  <c:v>5.2</c:v>
                </c:pt>
                <c:pt idx="760">
                  <c:v>5.2</c:v>
                </c:pt>
                <c:pt idx="761">
                  <c:v>5.2</c:v>
                </c:pt>
                <c:pt idx="762">
                  <c:v>5.2</c:v>
                </c:pt>
                <c:pt idx="763">
                  <c:v>5.2</c:v>
                </c:pt>
                <c:pt idx="764">
                  <c:v>5.2</c:v>
                </c:pt>
                <c:pt idx="765">
                  <c:v>5.2</c:v>
                </c:pt>
                <c:pt idx="766">
                  <c:v>5.2</c:v>
                </c:pt>
                <c:pt idx="767">
                  <c:v>5.2</c:v>
                </c:pt>
                <c:pt idx="768">
                  <c:v>5.2</c:v>
                </c:pt>
                <c:pt idx="769">
                  <c:v>5.2</c:v>
                </c:pt>
                <c:pt idx="770">
                  <c:v>5.2</c:v>
                </c:pt>
                <c:pt idx="771">
                  <c:v>5.2</c:v>
                </c:pt>
                <c:pt idx="772">
                  <c:v>5.2</c:v>
                </c:pt>
                <c:pt idx="773">
                  <c:v>5.2</c:v>
                </c:pt>
                <c:pt idx="774">
                  <c:v>5.2</c:v>
                </c:pt>
                <c:pt idx="775">
                  <c:v>5.2</c:v>
                </c:pt>
                <c:pt idx="776">
                  <c:v>5.2</c:v>
                </c:pt>
                <c:pt idx="777">
                  <c:v>5.2</c:v>
                </c:pt>
                <c:pt idx="778">
                  <c:v>5.2</c:v>
                </c:pt>
                <c:pt idx="779">
                  <c:v>5.2</c:v>
                </c:pt>
                <c:pt idx="780">
                  <c:v>5.2</c:v>
                </c:pt>
                <c:pt idx="781">
                  <c:v>5.2</c:v>
                </c:pt>
                <c:pt idx="782">
                  <c:v>5.2</c:v>
                </c:pt>
                <c:pt idx="783">
                  <c:v>5.2</c:v>
                </c:pt>
                <c:pt idx="784">
                  <c:v>5.2</c:v>
                </c:pt>
                <c:pt idx="785">
                  <c:v>5.2</c:v>
                </c:pt>
                <c:pt idx="786">
                  <c:v>5.2</c:v>
                </c:pt>
                <c:pt idx="787">
                  <c:v>5.2</c:v>
                </c:pt>
                <c:pt idx="788">
                  <c:v>5.2</c:v>
                </c:pt>
                <c:pt idx="789">
                  <c:v>5.2</c:v>
                </c:pt>
                <c:pt idx="790">
                  <c:v>5.2</c:v>
                </c:pt>
                <c:pt idx="791">
                  <c:v>5.2</c:v>
                </c:pt>
                <c:pt idx="792">
                  <c:v>5.2</c:v>
                </c:pt>
                <c:pt idx="793">
                  <c:v>5.2</c:v>
                </c:pt>
                <c:pt idx="794">
                  <c:v>5.2</c:v>
                </c:pt>
                <c:pt idx="795">
                  <c:v>5.2</c:v>
                </c:pt>
                <c:pt idx="796">
                  <c:v>5.2</c:v>
                </c:pt>
                <c:pt idx="797">
                  <c:v>5.2</c:v>
                </c:pt>
                <c:pt idx="798">
                  <c:v>5.2</c:v>
                </c:pt>
                <c:pt idx="799">
                  <c:v>5.2</c:v>
                </c:pt>
                <c:pt idx="800">
                  <c:v>5.2</c:v>
                </c:pt>
                <c:pt idx="801">
                  <c:v>5.2</c:v>
                </c:pt>
                <c:pt idx="802">
                  <c:v>5.2</c:v>
                </c:pt>
                <c:pt idx="803">
                  <c:v>5.2</c:v>
                </c:pt>
                <c:pt idx="804">
                  <c:v>5.2</c:v>
                </c:pt>
                <c:pt idx="805">
                  <c:v>5.2</c:v>
                </c:pt>
                <c:pt idx="806">
                  <c:v>5.2</c:v>
                </c:pt>
                <c:pt idx="807">
                  <c:v>5.2</c:v>
                </c:pt>
                <c:pt idx="808">
                  <c:v>5.2</c:v>
                </c:pt>
                <c:pt idx="809">
                  <c:v>5.2</c:v>
                </c:pt>
                <c:pt idx="810">
                  <c:v>5.2</c:v>
                </c:pt>
                <c:pt idx="811">
                  <c:v>5.2</c:v>
                </c:pt>
                <c:pt idx="812">
                  <c:v>5.2</c:v>
                </c:pt>
                <c:pt idx="813">
                  <c:v>5.2</c:v>
                </c:pt>
                <c:pt idx="814">
                  <c:v>5.2</c:v>
                </c:pt>
                <c:pt idx="815">
                  <c:v>5.2</c:v>
                </c:pt>
                <c:pt idx="816">
                  <c:v>5.2</c:v>
                </c:pt>
                <c:pt idx="817">
                  <c:v>5.2</c:v>
                </c:pt>
                <c:pt idx="818">
                  <c:v>5.2</c:v>
                </c:pt>
                <c:pt idx="819">
                  <c:v>5.2</c:v>
                </c:pt>
                <c:pt idx="820">
                  <c:v>5.2</c:v>
                </c:pt>
                <c:pt idx="821">
                  <c:v>5.2</c:v>
                </c:pt>
                <c:pt idx="822">
                  <c:v>5.2</c:v>
                </c:pt>
                <c:pt idx="823">
                  <c:v>5.2</c:v>
                </c:pt>
                <c:pt idx="824">
                  <c:v>5.2</c:v>
                </c:pt>
                <c:pt idx="825">
                  <c:v>5.2</c:v>
                </c:pt>
                <c:pt idx="826">
                  <c:v>5.2</c:v>
                </c:pt>
                <c:pt idx="827">
                  <c:v>5.2</c:v>
                </c:pt>
                <c:pt idx="828">
                  <c:v>5.2</c:v>
                </c:pt>
                <c:pt idx="829">
                  <c:v>5.2</c:v>
                </c:pt>
                <c:pt idx="830">
                  <c:v>5.2</c:v>
                </c:pt>
                <c:pt idx="831">
                  <c:v>5.2</c:v>
                </c:pt>
                <c:pt idx="832">
                  <c:v>5.2</c:v>
                </c:pt>
                <c:pt idx="833">
                  <c:v>5.2</c:v>
                </c:pt>
                <c:pt idx="834">
                  <c:v>5.2</c:v>
                </c:pt>
                <c:pt idx="835">
                  <c:v>5.2</c:v>
                </c:pt>
                <c:pt idx="836">
                  <c:v>5.2</c:v>
                </c:pt>
                <c:pt idx="837">
                  <c:v>5.2</c:v>
                </c:pt>
                <c:pt idx="838">
                  <c:v>5.2</c:v>
                </c:pt>
                <c:pt idx="839">
                  <c:v>5.2</c:v>
                </c:pt>
                <c:pt idx="840">
                  <c:v>5.2</c:v>
                </c:pt>
                <c:pt idx="841">
                  <c:v>5.2</c:v>
                </c:pt>
                <c:pt idx="842">
                  <c:v>5.2</c:v>
                </c:pt>
                <c:pt idx="843">
                  <c:v>5.2</c:v>
                </c:pt>
                <c:pt idx="844">
                  <c:v>5.2</c:v>
                </c:pt>
                <c:pt idx="845">
                  <c:v>5.2</c:v>
                </c:pt>
                <c:pt idx="846">
                  <c:v>5.2</c:v>
                </c:pt>
                <c:pt idx="847">
                  <c:v>5.2</c:v>
                </c:pt>
                <c:pt idx="848">
                  <c:v>5.2</c:v>
                </c:pt>
                <c:pt idx="849">
                  <c:v>5.2</c:v>
                </c:pt>
                <c:pt idx="850">
                  <c:v>5.2</c:v>
                </c:pt>
                <c:pt idx="851">
                  <c:v>5.2</c:v>
                </c:pt>
                <c:pt idx="852">
                  <c:v>5.2</c:v>
                </c:pt>
                <c:pt idx="853">
                  <c:v>5.2</c:v>
                </c:pt>
                <c:pt idx="854">
                  <c:v>5.2</c:v>
                </c:pt>
                <c:pt idx="855">
                  <c:v>5.2</c:v>
                </c:pt>
                <c:pt idx="856">
                  <c:v>5.2</c:v>
                </c:pt>
                <c:pt idx="857">
                  <c:v>5.2</c:v>
                </c:pt>
                <c:pt idx="858">
                  <c:v>5.2</c:v>
                </c:pt>
                <c:pt idx="859">
                  <c:v>5.2</c:v>
                </c:pt>
                <c:pt idx="860">
                  <c:v>5.2</c:v>
                </c:pt>
                <c:pt idx="861">
                  <c:v>5.2</c:v>
                </c:pt>
                <c:pt idx="862">
                  <c:v>5.2</c:v>
                </c:pt>
                <c:pt idx="863">
                  <c:v>5.2</c:v>
                </c:pt>
                <c:pt idx="864">
                  <c:v>5.2</c:v>
                </c:pt>
                <c:pt idx="865">
                  <c:v>5.2</c:v>
                </c:pt>
                <c:pt idx="866">
                  <c:v>5.2</c:v>
                </c:pt>
                <c:pt idx="867">
                  <c:v>5.2</c:v>
                </c:pt>
                <c:pt idx="868">
                  <c:v>5.2</c:v>
                </c:pt>
                <c:pt idx="869">
                  <c:v>5.2</c:v>
                </c:pt>
                <c:pt idx="870">
                  <c:v>5.2</c:v>
                </c:pt>
                <c:pt idx="871">
                  <c:v>5.2</c:v>
                </c:pt>
                <c:pt idx="872">
                  <c:v>5.2</c:v>
                </c:pt>
                <c:pt idx="873">
                  <c:v>5.2</c:v>
                </c:pt>
                <c:pt idx="874">
                  <c:v>5.2</c:v>
                </c:pt>
                <c:pt idx="875">
                  <c:v>5.2</c:v>
                </c:pt>
                <c:pt idx="876">
                  <c:v>5.2</c:v>
                </c:pt>
                <c:pt idx="877">
                  <c:v>5.2</c:v>
                </c:pt>
                <c:pt idx="878">
                  <c:v>5.2</c:v>
                </c:pt>
                <c:pt idx="879">
                  <c:v>5.2</c:v>
                </c:pt>
                <c:pt idx="880">
                  <c:v>5.2</c:v>
                </c:pt>
                <c:pt idx="881">
                  <c:v>5.2</c:v>
                </c:pt>
                <c:pt idx="882">
                  <c:v>5.2</c:v>
                </c:pt>
                <c:pt idx="883">
                  <c:v>5.2</c:v>
                </c:pt>
                <c:pt idx="884">
                  <c:v>5.2</c:v>
                </c:pt>
                <c:pt idx="885">
                  <c:v>5.2</c:v>
                </c:pt>
                <c:pt idx="886">
                  <c:v>5.2</c:v>
                </c:pt>
                <c:pt idx="887">
                  <c:v>5.2</c:v>
                </c:pt>
                <c:pt idx="888">
                  <c:v>5.2</c:v>
                </c:pt>
                <c:pt idx="889">
                  <c:v>5.2</c:v>
                </c:pt>
                <c:pt idx="890">
                  <c:v>5.2</c:v>
                </c:pt>
                <c:pt idx="891">
                  <c:v>5.2</c:v>
                </c:pt>
                <c:pt idx="892">
                  <c:v>5.2</c:v>
                </c:pt>
                <c:pt idx="893">
                  <c:v>5.2</c:v>
                </c:pt>
                <c:pt idx="894">
                  <c:v>5.2</c:v>
                </c:pt>
                <c:pt idx="895">
                  <c:v>5.2</c:v>
                </c:pt>
                <c:pt idx="896">
                  <c:v>5.2</c:v>
                </c:pt>
                <c:pt idx="897">
                  <c:v>5.2</c:v>
                </c:pt>
                <c:pt idx="898">
                  <c:v>5.2</c:v>
                </c:pt>
                <c:pt idx="899">
                  <c:v>5.2</c:v>
                </c:pt>
                <c:pt idx="900">
                  <c:v>5.2</c:v>
                </c:pt>
                <c:pt idx="901">
                  <c:v>5.2</c:v>
                </c:pt>
                <c:pt idx="902">
                  <c:v>5.2</c:v>
                </c:pt>
                <c:pt idx="903">
                  <c:v>5.2</c:v>
                </c:pt>
                <c:pt idx="904">
                  <c:v>5.2</c:v>
                </c:pt>
                <c:pt idx="905">
                  <c:v>5.2</c:v>
                </c:pt>
                <c:pt idx="906">
                  <c:v>5.2</c:v>
                </c:pt>
                <c:pt idx="907">
                  <c:v>5.2</c:v>
                </c:pt>
                <c:pt idx="908">
                  <c:v>5.2</c:v>
                </c:pt>
                <c:pt idx="909">
                  <c:v>5.2</c:v>
                </c:pt>
                <c:pt idx="910">
                  <c:v>5.2</c:v>
                </c:pt>
                <c:pt idx="911">
                  <c:v>5.2</c:v>
                </c:pt>
                <c:pt idx="912">
                  <c:v>5.2</c:v>
                </c:pt>
                <c:pt idx="913">
                  <c:v>5.2</c:v>
                </c:pt>
                <c:pt idx="914">
                  <c:v>5.2</c:v>
                </c:pt>
                <c:pt idx="915">
                  <c:v>5.2</c:v>
                </c:pt>
                <c:pt idx="916">
                  <c:v>5.2</c:v>
                </c:pt>
                <c:pt idx="917">
                  <c:v>5.2</c:v>
                </c:pt>
                <c:pt idx="918">
                  <c:v>5.2</c:v>
                </c:pt>
                <c:pt idx="919">
                  <c:v>5.2</c:v>
                </c:pt>
                <c:pt idx="920">
                  <c:v>5.2</c:v>
                </c:pt>
                <c:pt idx="921">
                  <c:v>5.2</c:v>
                </c:pt>
                <c:pt idx="922">
                  <c:v>5.2</c:v>
                </c:pt>
                <c:pt idx="923">
                  <c:v>5.2</c:v>
                </c:pt>
                <c:pt idx="924">
                  <c:v>5.2</c:v>
                </c:pt>
                <c:pt idx="925">
                  <c:v>5.2</c:v>
                </c:pt>
                <c:pt idx="926">
                  <c:v>5.2</c:v>
                </c:pt>
                <c:pt idx="927">
                  <c:v>5.2</c:v>
                </c:pt>
                <c:pt idx="928">
                  <c:v>5.2</c:v>
                </c:pt>
                <c:pt idx="929">
                  <c:v>5.2</c:v>
                </c:pt>
                <c:pt idx="930">
                  <c:v>5.2</c:v>
                </c:pt>
                <c:pt idx="931">
                  <c:v>5.2</c:v>
                </c:pt>
                <c:pt idx="932">
                  <c:v>5.2</c:v>
                </c:pt>
                <c:pt idx="933">
                  <c:v>5.2</c:v>
                </c:pt>
                <c:pt idx="934">
                  <c:v>5.2</c:v>
                </c:pt>
                <c:pt idx="935">
                  <c:v>5.2</c:v>
                </c:pt>
                <c:pt idx="936">
                  <c:v>5.2</c:v>
                </c:pt>
                <c:pt idx="937">
                  <c:v>5.2</c:v>
                </c:pt>
                <c:pt idx="938">
                  <c:v>5.2</c:v>
                </c:pt>
                <c:pt idx="939">
                  <c:v>5.2</c:v>
                </c:pt>
                <c:pt idx="940">
                  <c:v>5.2</c:v>
                </c:pt>
                <c:pt idx="941">
                  <c:v>5.2</c:v>
                </c:pt>
                <c:pt idx="942">
                  <c:v>5.2</c:v>
                </c:pt>
                <c:pt idx="943">
                  <c:v>5.2</c:v>
                </c:pt>
                <c:pt idx="944">
                  <c:v>5.2</c:v>
                </c:pt>
                <c:pt idx="945">
                  <c:v>5.2</c:v>
                </c:pt>
                <c:pt idx="946">
                  <c:v>5.2</c:v>
                </c:pt>
                <c:pt idx="947">
                  <c:v>5.2</c:v>
                </c:pt>
                <c:pt idx="948">
                  <c:v>5.2</c:v>
                </c:pt>
                <c:pt idx="949">
                  <c:v>5.2</c:v>
                </c:pt>
                <c:pt idx="950">
                  <c:v>5.2</c:v>
                </c:pt>
                <c:pt idx="951">
                  <c:v>5.2</c:v>
                </c:pt>
                <c:pt idx="952">
                  <c:v>5.2</c:v>
                </c:pt>
                <c:pt idx="953">
                  <c:v>5.2</c:v>
                </c:pt>
                <c:pt idx="954">
                  <c:v>5.2</c:v>
                </c:pt>
                <c:pt idx="955">
                  <c:v>5.2</c:v>
                </c:pt>
                <c:pt idx="956">
                  <c:v>5.2</c:v>
                </c:pt>
                <c:pt idx="957">
                  <c:v>5.2</c:v>
                </c:pt>
                <c:pt idx="958">
                  <c:v>5.2</c:v>
                </c:pt>
                <c:pt idx="959">
                  <c:v>5.2</c:v>
                </c:pt>
                <c:pt idx="960">
                  <c:v>5.2</c:v>
                </c:pt>
                <c:pt idx="961">
                  <c:v>5.2</c:v>
                </c:pt>
                <c:pt idx="962">
                  <c:v>5.2</c:v>
                </c:pt>
                <c:pt idx="963">
                  <c:v>5.2</c:v>
                </c:pt>
                <c:pt idx="964">
                  <c:v>5.2</c:v>
                </c:pt>
                <c:pt idx="965">
                  <c:v>5.2</c:v>
                </c:pt>
                <c:pt idx="966">
                  <c:v>5.2</c:v>
                </c:pt>
                <c:pt idx="967">
                  <c:v>5.2</c:v>
                </c:pt>
                <c:pt idx="968">
                  <c:v>5.2</c:v>
                </c:pt>
                <c:pt idx="969">
                  <c:v>5.2</c:v>
                </c:pt>
                <c:pt idx="970">
                  <c:v>5.1</c:v>
                </c:pt>
                <c:pt idx="971">
                  <c:v>4.8</c:v>
                </c:pt>
                <c:pt idx="972">
                  <c:v>4.5</c:v>
                </c:pt>
                <c:pt idx="973">
                  <c:v>4.3</c:v>
                </c:pt>
                <c:pt idx="974">
                  <c:v>4.2</c:v>
                </c:pt>
                <c:pt idx="975">
                  <c:v>4.1</c:v>
                </c:pt>
                <c:pt idx="976">
                  <c:v>4.1</c:v>
                </c:pt>
                <c:pt idx="977">
                  <c:v>4.1</c:v>
                </c:pt>
                <c:pt idx="978">
                  <c:v>4.1</c:v>
                </c:pt>
                <c:pt idx="979">
                  <c:v>4.1</c:v>
                </c:pt>
                <c:pt idx="980">
                  <c:v>4.1</c:v>
                </c:pt>
                <c:pt idx="981">
                  <c:v>4.1</c:v>
                </c:pt>
                <c:pt idx="982">
                  <c:v>4.1</c:v>
                </c:pt>
                <c:pt idx="983">
                  <c:v>4.1</c:v>
                </c:pt>
                <c:pt idx="984">
                  <c:v>4.1</c:v>
                </c:pt>
                <c:pt idx="985">
                  <c:v>3.9</c:v>
                </c:pt>
                <c:pt idx="986">
                  <c:v>3.7</c:v>
                </c:pt>
                <c:pt idx="987">
                  <c:v>3.6</c:v>
                </c:pt>
                <c:pt idx="988">
                  <c:v>3.6</c:v>
                </c:pt>
                <c:pt idx="989">
                  <c:v>3.6</c:v>
                </c:pt>
                <c:pt idx="990">
                  <c:v>3.6</c:v>
                </c:pt>
                <c:pt idx="991">
                  <c:v>3.6</c:v>
                </c:pt>
                <c:pt idx="992">
                  <c:v>3.6</c:v>
                </c:pt>
                <c:pt idx="993">
                  <c:v>3.6</c:v>
                </c:pt>
                <c:pt idx="994">
                  <c:v>3.4</c:v>
                </c:pt>
                <c:pt idx="995">
                  <c:v>3.3</c:v>
                </c:pt>
                <c:pt idx="996">
                  <c:v>3.2</c:v>
                </c:pt>
                <c:pt idx="997">
                  <c:v>3.1</c:v>
                </c:pt>
                <c:pt idx="998">
                  <c:v>3.1</c:v>
                </c:pt>
                <c:pt idx="999">
                  <c:v>3</c:v>
                </c:pt>
                <c:pt idx="1000">
                  <c:v>2.8</c:v>
                </c:pt>
                <c:pt idx="1001">
                  <c:v>2.7</c:v>
                </c:pt>
                <c:pt idx="1002">
                  <c:v>2.6</c:v>
                </c:pt>
                <c:pt idx="1003">
                  <c:v>2.6</c:v>
                </c:pt>
                <c:pt idx="1004">
                  <c:v>2.5</c:v>
                </c:pt>
                <c:pt idx="1005">
                  <c:v>2.3</c:v>
                </c:pt>
                <c:pt idx="1006">
                  <c:v>2.2</c:v>
                </c:pt>
                <c:pt idx="1007">
                  <c:v>2.1</c:v>
                </c:pt>
                <c:pt idx="1008">
                  <c:v>2.1</c:v>
                </c:pt>
                <c:pt idx="1009">
                  <c:v>2.1</c:v>
                </c:pt>
                <c:pt idx="1010">
                  <c:v>2.1</c:v>
                </c:pt>
                <c:pt idx="1011">
                  <c:v>2.1</c:v>
                </c:pt>
                <c:pt idx="1012">
                  <c:v>2.1</c:v>
                </c:pt>
                <c:pt idx="1013">
                  <c:v>2.1</c:v>
                </c:pt>
                <c:pt idx="1014">
                  <c:v>2.1</c:v>
                </c:pt>
                <c:pt idx="1015">
                  <c:v>2.1</c:v>
                </c:pt>
                <c:pt idx="1016">
                  <c:v>2.1</c:v>
                </c:pt>
                <c:pt idx="1017">
                  <c:v>2.1</c:v>
                </c:pt>
                <c:pt idx="1018">
                  <c:v>2.1</c:v>
                </c:pt>
                <c:pt idx="1019">
                  <c:v>2.1</c:v>
                </c:pt>
                <c:pt idx="1020">
                  <c:v>2.1</c:v>
                </c:pt>
                <c:pt idx="1021">
                  <c:v>2.1</c:v>
                </c:pt>
                <c:pt idx="1022">
                  <c:v>2.1</c:v>
                </c:pt>
                <c:pt idx="1023">
                  <c:v>2.1</c:v>
                </c:pt>
                <c:pt idx="1024">
                  <c:v>2.1</c:v>
                </c:pt>
                <c:pt idx="1025">
                  <c:v>2.1</c:v>
                </c:pt>
                <c:pt idx="1026">
                  <c:v>2.1</c:v>
                </c:pt>
                <c:pt idx="1027">
                  <c:v>2.1</c:v>
                </c:pt>
                <c:pt idx="1028">
                  <c:v>2.1</c:v>
                </c:pt>
                <c:pt idx="1029">
                  <c:v>2.1</c:v>
                </c:pt>
                <c:pt idx="1030">
                  <c:v>2.1</c:v>
                </c:pt>
                <c:pt idx="1031">
                  <c:v>2.1</c:v>
                </c:pt>
                <c:pt idx="1032">
                  <c:v>2.1</c:v>
                </c:pt>
                <c:pt idx="1033">
                  <c:v>2.1</c:v>
                </c:pt>
                <c:pt idx="1034">
                  <c:v>2.1</c:v>
                </c:pt>
                <c:pt idx="1035">
                  <c:v>2.1</c:v>
                </c:pt>
                <c:pt idx="1036">
                  <c:v>2.1</c:v>
                </c:pt>
                <c:pt idx="1037">
                  <c:v>2.1</c:v>
                </c:pt>
                <c:pt idx="1038">
                  <c:v>2.1</c:v>
                </c:pt>
                <c:pt idx="1039">
                  <c:v>2.1</c:v>
                </c:pt>
                <c:pt idx="1040">
                  <c:v>2.1</c:v>
                </c:pt>
                <c:pt idx="1041">
                  <c:v>2.1</c:v>
                </c:pt>
                <c:pt idx="1042">
                  <c:v>2.1</c:v>
                </c:pt>
                <c:pt idx="1043">
                  <c:v>2.1</c:v>
                </c:pt>
                <c:pt idx="1044">
                  <c:v>2.1</c:v>
                </c:pt>
                <c:pt idx="1045">
                  <c:v>2.1</c:v>
                </c:pt>
                <c:pt idx="1046">
                  <c:v>2.1</c:v>
                </c:pt>
                <c:pt idx="1047">
                  <c:v>2.1</c:v>
                </c:pt>
                <c:pt idx="1048">
                  <c:v>2.1</c:v>
                </c:pt>
                <c:pt idx="1049">
                  <c:v>2.1</c:v>
                </c:pt>
                <c:pt idx="1050">
                  <c:v>2.1</c:v>
                </c:pt>
                <c:pt idx="1051">
                  <c:v>2.1</c:v>
                </c:pt>
                <c:pt idx="1052">
                  <c:v>2.1</c:v>
                </c:pt>
                <c:pt idx="1053">
                  <c:v>2.1</c:v>
                </c:pt>
                <c:pt idx="1054">
                  <c:v>2.1</c:v>
                </c:pt>
                <c:pt idx="1055">
                  <c:v>2.1</c:v>
                </c:pt>
                <c:pt idx="1056">
                  <c:v>2.1</c:v>
                </c:pt>
                <c:pt idx="1057">
                  <c:v>2.1</c:v>
                </c:pt>
                <c:pt idx="1058">
                  <c:v>2.1</c:v>
                </c:pt>
                <c:pt idx="1059">
                  <c:v>2.1</c:v>
                </c:pt>
                <c:pt idx="1060">
                  <c:v>2.1</c:v>
                </c:pt>
                <c:pt idx="1061">
                  <c:v>2.1</c:v>
                </c:pt>
                <c:pt idx="1062">
                  <c:v>2.1</c:v>
                </c:pt>
                <c:pt idx="1063">
                  <c:v>2.1</c:v>
                </c:pt>
                <c:pt idx="1064">
                  <c:v>2.1</c:v>
                </c:pt>
                <c:pt idx="1065">
                  <c:v>2.1</c:v>
                </c:pt>
                <c:pt idx="1066">
                  <c:v>2.1</c:v>
                </c:pt>
                <c:pt idx="1067">
                  <c:v>2.1</c:v>
                </c:pt>
                <c:pt idx="1068">
                  <c:v>2.1</c:v>
                </c:pt>
                <c:pt idx="1069">
                  <c:v>2.1</c:v>
                </c:pt>
                <c:pt idx="1070">
                  <c:v>2.1</c:v>
                </c:pt>
                <c:pt idx="1071">
                  <c:v>2.1</c:v>
                </c:pt>
                <c:pt idx="1072">
                  <c:v>2.1</c:v>
                </c:pt>
                <c:pt idx="1073">
                  <c:v>2.1</c:v>
                </c:pt>
                <c:pt idx="1074">
                  <c:v>2.1</c:v>
                </c:pt>
                <c:pt idx="1075">
                  <c:v>2.1</c:v>
                </c:pt>
                <c:pt idx="1076">
                  <c:v>2.1</c:v>
                </c:pt>
                <c:pt idx="1077">
                  <c:v>2.1</c:v>
                </c:pt>
                <c:pt idx="1078">
                  <c:v>2.1</c:v>
                </c:pt>
                <c:pt idx="1079">
                  <c:v>2.1</c:v>
                </c:pt>
                <c:pt idx="1080">
                  <c:v>2.1</c:v>
                </c:pt>
                <c:pt idx="1081">
                  <c:v>2.1</c:v>
                </c:pt>
                <c:pt idx="1082">
                  <c:v>2.1</c:v>
                </c:pt>
                <c:pt idx="1083">
                  <c:v>2.1</c:v>
                </c:pt>
                <c:pt idx="1084">
                  <c:v>2.1</c:v>
                </c:pt>
                <c:pt idx="1085">
                  <c:v>2.1</c:v>
                </c:pt>
                <c:pt idx="1086">
                  <c:v>2.1</c:v>
                </c:pt>
                <c:pt idx="1087">
                  <c:v>2.1</c:v>
                </c:pt>
                <c:pt idx="1088">
                  <c:v>2.1</c:v>
                </c:pt>
                <c:pt idx="1089">
                  <c:v>2.1</c:v>
                </c:pt>
                <c:pt idx="1090">
                  <c:v>2.1</c:v>
                </c:pt>
                <c:pt idx="1091">
                  <c:v>2.1</c:v>
                </c:pt>
                <c:pt idx="1092">
                  <c:v>2.1</c:v>
                </c:pt>
                <c:pt idx="1093">
                  <c:v>2.1</c:v>
                </c:pt>
                <c:pt idx="1094">
                  <c:v>2.1</c:v>
                </c:pt>
                <c:pt idx="1095">
                  <c:v>2.1</c:v>
                </c:pt>
                <c:pt idx="1096">
                  <c:v>2.1</c:v>
                </c:pt>
                <c:pt idx="1097">
                  <c:v>2.1</c:v>
                </c:pt>
                <c:pt idx="1098">
                  <c:v>2.1</c:v>
                </c:pt>
                <c:pt idx="1099">
                  <c:v>2.1</c:v>
                </c:pt>
                <c:pt idx="1100">
                  <c:v>2.1</c:v>
                </c:pt>
                <c:pt idx="1101">
                  <c:v>2.1</c:v>
                </c:pt>
                <c:pt idx="1102">
                  <c:v>2.1</c:v>
                </c:pt>
                <c:pt idx="1103">
                  <c:v>2.1</c:v>
                </c:pt>
                <c:pt idx="1104">
                  <c:v>2.1</c:v>
                </c:pt>
                <c:pt idx="1105">
                  <c:v>2.1</c:v>
                </c:pt>
                <c:pt idx="1106">
                  <c:v>2.1</c:v>
                </c:pt>
                <c:pt idx="1107">
                  <c:v>2.1</c:v>
                </c:pt>
                <c:pt idx="1108">
                  <c:v>2.1</c:v>
                </c:pt>
                <c:pt idx="1109">
                  <c:v>2.1</c:v>
                </c:pt>
                <c:pt idx="1110">
                  <c:v>2.1</c:v>
                </c:pt>
                <c:pt idx="1111">
                  <c:v>2.1</c:v>
                </c:pt>
                <c:pt idx="1112">
                  <c:v>2.1</c:v>
                </c:pt>
                <c:pt idx="1113">
                  <c:v>2.1</c:v>
                </c:pt>
                <c:pt idx="1114">
                  <c:v>2.1</c:v>
                </c:pt>
                <c:pt idx="1115">
                  <c:v>2.1</c:v>
                </c:pt>
                <c:pt idx="1116">
                  <c:v>2.1</c:v>
                </c:pt>
                <c:pt idx="1117">
                  <c:v>2.1</c:v>
                </c:pt>
                <c:pt idx="1118">
                  <c:v>2.1</c:v>
                </c:pt>
                <c:pt idx="1119">
                  <c:v>2.1</c:v>
                </c:pt>
                <c:pt idx="1120">
                  <c:v>2.1</c:v>
                </c:pt>
                <c:pt idx="1121">
                  <c:v>2.1</c:v>
                </c:pt>
                <c:pt idx="1122">
                  <c:v>2.1</c:v>
                </c:pt>
                <c:pt idx="1123">
                  <c:v>2.1</c:v>
                </c:pt>
                <c:pt idx="1124">
                  <c:v>2.1</c:v>
                </c:pt>
                <c:pt idx="1125">
                  <c:v>2.1</c:v>
                </c:pt>
                <c:pt idx="1126">
                  <c:v>2.1</c:v>
                </c:pt>
                <c:pt idx="1127">
                  <c:v>2.1</c:v>
                </c:pt>
                <c:pt idx="1128">
                  <c:v>2.1</c:v>
                </c:pt>
                <c:pt idx="1129">
                  <c:v>2.1</c:v>
                </c:pt>
                <c:pt idx="1130">
                  <c:v>2.1</c:v>
                </c:pt>
                <c:pt idx="1131">
                  <c:v>2.1</c:v>
                </c:pt>
                <c:pt idx="1132">
                  <c:v>2.1</c:v>
                </c:pt>
                <c:pt idx="1133">
                  <c:v>2.1</c:v>
                </c:pt>
                <c:pt idx="1134">
                  <c:v>2.1</c:v>
                </c:pt>
                <c:pt idx="1135">
                  <c:v>2.1</c:v>
                </c:pt>
                <c:pt idx="1136">
                  <c:v>2.1</c:v>
                </c:pt>
                <c:pt idx="1137">
                  <c:v>2.1</c:v>
                </c:pt>
                <c:pt idx="1138">
                  <c:v>2.1</c:v>
                </c:pt>
                <c:pt idx="1139">
                  <c:v>2.1</c:v>
                </c:pt>
                <c:pt idx="1140">
                  <c:v>2.1</c:v>
                </c:pt>
                <c:pt idx="1141">
                  <c:v>2.1</c:v>
                </c:pt>
                <c:pt idx="1142">
                  <c:v>2.1</c:v>
                </c:pt>
                <c:pt idx="1143">
                  <c:v>2.1</c:v>
                </c:pt>
                <c:pt idx="1144">
                  <c:v>2.1</c:v>
                </c:pt>
                <c:pt idx="1145">
                  <c:v>2.1</c:v>
                </c:pt>
                <c:pt idx="1146">
                  <c:v>2.1</c:v>
                </c:pt>
                <c:pt idx="1147">
                  <c:v>2.1</c:v>
                </c:pt>
                <c:pt idx="1148">
                  <c:v>2.1</c:v>
                </c:pt>
                <c:pt idx="1149">
                  <c:v>2.1</c:v>
                </c:pt>
                <c:pt idx="1150">
                  <c:v>2.1</c:v>
                </c:pt>
                <c:pt idx="1151">
                  <c:v>2.1</c:v>
                </c:pt>
                <c:pt idx="1152">
                  <c:v>2.1</c:v>
                </c:pt>
                <c:pt idx="1153">
                  <c:v>2.1</c:v>
                </c:pt>
                <c:pt idx="1154">
                  <c:v>2.1</c:v>
                </c:pt>
                <c:pt idx="1155">
                  <c:v>2.1</c:v>
                </c:pt>
                <c:pt idx="1156">
                  <c:v>2.1</c:v>
                </c:pt>
                <c:pt idx="1157">
                  <c:v>2.1</c:v>
                </c:pt>
                <c:pt idx="1158">
                  <c:v>2.1</c:v>
                </c:pt>
                <c:pt idx="1159">
                  <c:v>2.1</c:v>
                </c:pt>
                <c:pt idx="1160">
                  <c:v>2.1</c:v>
                </c:pt>
                <c:pt idx="1161">
                  <c:v>2.1</c:v>
                </c:pt>
                <c:pt idx="1162">
                  <c:v>2.1</c:v>
                </c:pt>
                <c:pt idx="1163">
                  <c:v>2.1</c:v>
                </c:pt>
                <c:pt idx="1164">
                  <c:v>2.1</c:v>
                </c:pt>
                <c:pt idx="1165">
                  <c:v>2.1</c:v>
                </c:pt>
                <c:pt idx="1166">
                  <c:v>2.1</c:v>
                </c:pt>
                <c:pt idx="1167">
                  <c:v>2.1</c:v>
                </c:pt>
                <c:pt idx="1168">
                  <c:v>2.1</c:v>
                </c:pt>
                <c:pt idx="1169">
                  <c:v>2.1</c:v>
                </c:pt>
                <c:pt idx="1170">
                  <c:v>2.1</c:v>
                </c:pt>
                <c:pt idx="1171">
                  <c:v>2.1</c:v>
                </c:pt>
                <c:pt idx="1172">
                  <c:v>2.1</c:v>
                </c:pt>
                <c:pt idx="1173">
                  <c:v>2.1</c:v>
                </c:pt>
                <c:pt idx="1174">
                  <c:v>2.1</c:v>
                </c:pt>
                <c:pt idx="1175">
                  <c:v>2.1</c:v>
                </c:pt>
                <c:pt idx="1176">
                  <c:v>2.1</c:v>
                </c:pt>
                <c:pt idx="1177">
                  <c:v>2.1</c:v>
                </c:pt>
                <c:pt idx="1178">
                  <c:v>2.1</c:v>
                </c:pt>
                <c:pt idx="1179">
                  <c:v>2.1</c:v>
                </c:pt>
                <c:pt idx="1180">
                  <c:v>2.1</c:v>
                </c:pt>
                <c:pt idx="1181">
                  <c:v>2.1</c:v>
                </c:pt>
                <c:pt idx="1182">
                  <c:v>2.1</c:v>
                </c:pt>
                <c:pt idx="1183">
                  <c:v>2.1</c:v>
                </c:pt>
                <c:pt idx="1184">
                  <c:v>2.1</c:v>
                </c:pt>
                <c:pt idx="1185">
                  <c:v>2.1</c:v>
                </c:pt>
                <c:pt idx="1186">
                  <c:v>2.1</c:v>
                </c:pt>
                <c:pt idx="1187">
                  <c:v>2.1</c:v>
                </c:pt>
                <c:pt idx="1188">
                  <c:v>2.1</c:v>
                </c:pt>
                <c:pt idx="1189">
                  <c:v>2.1</c:v>
                </c:pt>
                <c:pt idx="1190">
                  <c:v>2.1</c:v>
                </c:pt>
                <c:pt idx="1191">
                  <c:v>2.1</c:v>
                </c:pt>
                <c:pt idx="1192">
                  <c:v>2.1</c:v>
                </c:pt>
                <c:pt idx="1193">
                  <c:v>2.1</c:v>
                </c:pt>
                <c:pt idx="1194">
                  <c:v>2.1</c:v>
                </c:pt>
                <c:pt idx="1195">
                  <c:v>2.1</c:v>
                </c:pt>
                <c:pt idx="1196">
                  <c:v>2.1</c:v>
                </c:pt>
                <c:pt idx="1197">
                  <c:v>2.1</c:v>
                </c:pt>
                <c:pt idx="1198">
                  <c:v>2.1</c:v>
                </c:pt>
                <c:pt idx="1199">
                  <c:v>2.1</c:v>
                </c:pt>
                <c:pt idx="1200">
                  <c:v>2.1</c:v>
                </c:pt>
                <c:pt idx="1201">
                  <c:v>2.1</c:v>
                </c:pt>
                <c:pt idx="1202">
                  <c:v>2.1</c:v>
                </c:pt>
                <c:pt idx="1203">
                  <c:v>2.1</c:v>
                </c:pt>
                <c:pt idx="1204">
                  <c:v>2.1</c:v>
                </c:pt>
                <c:pt idx="1205">
                  <c:v>2.1</c:v>
                </c:pt>
                <c:pt idx="1206">
                  <c:v>2.1</c:v>
                </c:pt>
                <c:pt idx="1207">
                  <c:v>2.1</c:v>
                </c:pt>
                <c:pt idx="1208">
                  <c:v>2.1</c:v>
                </c:pt>
                <c:pt idx="1209">
                  <c:v>2.1</c:v>
                </c:pt>
                <c:pt idx="1210">
                  <c:v>2.1</c:v>
                </c:pt>
                <c:pt idx="1211">
                  <c:v>2.1</c:v>
                </c:pt>
                <c:pt idx="1212">
                  <c:v>2.1</c:v>
                </c:pt>
                <c:pt idx="1213">
                  <c:v>2.1</c:v>
                </c:pt>
                <c:pt idx="1214">
                  <c:v>2.1</c:v>
                </c:pt>
                <c:pt idx="1215">
                  <c:v>2.1</c:v>
                </c:pt>
                <c:pt idx="1216">
                  <c:v>2.1</c:v>
                </c:pt>
                <c:pt idx="1217">
                  <c:v>2.1</c:v>
                </c:pt>
                <c:pt idx="1218">
                  <c:v>2.1</c:v>
                </c:pt>
                <c:pt idx="1219">
                  <c:v>2.1</c:v>
                </c:pt>
                <c:pt idx="1220">
                  <c:v>2.1</c:v>
                </c:pt>
                <c:pt idx="1221">
                  <c:v>2.1</c:v>
                </c:pt>
                <c:pt idx="1222">
                  <c:v>2.1</c:v>
                </c:pt>
                <c:pt idx="1223">
                  <c:v>2.1</c:v>
                </c:pt>
                <c:pt idx="1224">
                  <c:v>2.1</c:v>
                </c:pt>
                <c:pt idx="1225">
                  <c:v>2.1</c:v>
                </c:pt>
                <c:pt idx="1226">
                  <c:v>2.1</c:v>
                </c:pt>
                <c:pt idx="1227">
                  <c:v>2.1</c:v>
                </c:pt>
                <c:pt idx="1228">
                  <c:v>2.1</c:v>
                </c:pt>
                <c:pt idx="1229">
                  <c:v>2.1</c:v>
                </c:pt>
                <c:pt idx="1230">
                  <c:v>2.1</c:v>
                </c:pt>
                <c:pt idx="1231">
                  <c:v>2.1</c:v>
                </c:pt>
                <c:pt idx="1232">
                  <c:v>2.1</c:v>
                </c:pt>
                <c:pt idx="1233">
                  <c:v>2.1</c:v>
                </c:pt>
                <c:pt idx="1234">
                  <c:v>2.1</c:v>
                </c:pt>
                <c:pt idx="1235">
                  <c:v>2.1</c:v>
                </c:pt>
                <c:pt idx="1236">
                  <c:v>2.1</c:v>
                </c:pt>
                <c:pt idx="1237">
                  <c:v>2.1</c:v>
                </c:pt>
                <c:pt idx="1238">
                  <c:v>2.1</c:v>
                </c:pt>
                <c:pt idx="1239">
                  <c:v>2.1</c:v>
                </c:pt>
                <c:pt idx="1240">
                  <c:v>2.1</c:v>
                </c:pt>
                <c:pt idx="1241">
                  <c:v>2.1</c:v>
                </c:pt>
                <c:pt idx="1242">
                  <c:v>2.1</c:v>
                </c:pt>
                <c:pt idx="1243">
                  <c:v>2.1</c:v>
                </c:pt>
                <c:pt idx="1244">
                  <c:v>2.1</c:v>
                </c:pt>
                <c:pt idx="1245">
                  <c:v>2.1</c:v>
                </c:pt>
                <c:pt idx="1246">
                  <c:v>2.1</c:v>
                </c:pt>
                <c:pt idx="1247">
                  <c:v>2.1</c:v>
                </c:pt>
                <c:pt idx="1248">
                  <c:v>2.1</c:v>
                </c:pt>
                <c:pt idx="1249">
                  <c:v>2.1</c:v>
                </c:pt>
                <c:pt idx="1250">
                  <c:v>2.1</c:v>
                </c:pt>
                <c:pt idx="1251">
                  <c:v>2.1</c:v>
                </c:pt>
                <c:pt idx="1252">
                  <c:v>2.1</c:v>
                </c:pt>
                <c:pt idx="1253">
                  <c:v>2.1</c:v>
                </c:pt>
                <c:pt idx="1254">
                  <c:v>2.1</c:v>
                </c:pt>
                <c:pt idx="1255">
                  <c:v>2.1</c:v>
                </c:pt>
                <c:pt idx="1256">
                  <c:v>2.1</c:v>
                </c:pt>
                <c:pt idx="1257">
                  <c:v>2.1</c:v>
                </c:pt>
                <c:pt idx="1258">
                  <c:v>2.1</c:v>
                </c:pt>
                <c:pt idx="1259">
                  <c:v>2.1</c:v>
                </c:pt>
                <c:pt idx="1260">
                  <c:v>2.1</c:v>
                </c:pt>
                <c:pt idx="1261">
                  <c:v>2.1</c:v>
                </c:pt>
                <c:pt idx="1262">
                  <c:v>2.1</c:v>
                </c:pt>
                <c:pt idx="1263">
                  <c:v>2.1</c:v>
                </c:pt>
                <c:pt idx="1264">
                  <c:v>2.1</c:v>
                </c:pt>
                <c:pt idx="1265">
                  <c:v>2.1</c:v>
                </c:pt>
                <c:pt idx="1266">
                  <c:v>2.1</c:v>
                </c:pt>
                <c:pt idx="1267">
                  <c:v>2.1</c:v>
                </c:pt>
                <c:pt idx="1268">
                  <c:v>2.1</c:v>
                </c:pt>
                <c:pt idx="1269">
                  <c:v>2.1</c:v>
                </c:pt>
                <c:pt idx="1270">
                  <c:v>2.1</c:v>
                </c:pt>
                <c:pt idx="1271">
                  <c:v>2.1</c:v>
                </c:pt>
                <c:pt idx="1272">
                  <c:v>2.1</c:v>
                </c:pt>
                <c:pt idx="1273">
                  <c:v>2.1</c:v>
                </c:pt>
                <c:pt idx="1274">
                  <c:v>2.1</c:v>
                </c:pt>
                <c:pt idx="1275">
                  <c:v>2.1</c:v>
                </c:pt>
                <c:pt idx="1276">
                  <c:v>2.1</c:v>
                </c:pt>
                <c:pt idx="1277">
                  <c:v>2.1</c:v>
                </c:pt>
                <c:pt idx="1278">
                  <c:v>2.1</c:v>
                </c:pt>
                <c:pt idx="1279">
                  <c:v>2.1</c:v>
                </c:pt>
                <c:pt idx="1280">
                  <c:v>2.1</c:v>
                </c:pt>
                <c:pt idx="1281">
                  <c:v>2.1</c:v>
                </c:pt>
                <c:pt idx="1282">
                  <c:v>2.1</c:v>
                </c:pt>
                <c:pt idx="1283">
                  <c:v>2.1</c:v>
                </c:pt>
                <c:pt idx="1284">
                  <c:v>2.1</c:v>
                </c:pt>
                <c:pt idx="1285">
                  <c:v>2.1</c:v>
                </c:pt>
                <c:pt idx="1286">
                  <c:v>2.1</c:v>
                </c:pt>
                <c:pt idx="1287">
                  <c:v>2.1</c:v>
                </c:pt>
                <c:pt idx="1288">
                  <c:v>2.1</c:v>
                </c:pt>
                <c:pt idx="1289">
                  <c:v>2.1</c:v>
                </c:pt>
                <c:pt idx="1290">
                  <c:v>2.1</c:v>
                </c:pt>
                <c:pt idx="1291">
                  <c:v>2.1</c:v>
                </c:pt>
                <c:pt idx="1292">
                  <c:v>2.1</c:v>
                </c:pt>
                <c:pt idx="1293">
                  <c:v>2.1</c:v>
                </c:pt>
                <c:pt idx="1294">
                  <c:v>2.1</c:v>
                </c:pt>
                <c:pt idx="1295">
                  <c:v>2.1</c:v>
                </c:pt>
                <c:pt idx="1296">
                  <c:v>2.1</c:v>
                </c:pt>
                <c:pt idx="1297">
                  <c:v>2.1</c:v>
                </c:pt>
                <c:pt idx="1298">
                  <c:v>2.2</c:v>
                </c:pt>
                <c:pt idx="1299">
                  <c:v>2.4</c:v>
                </c:pt>
                <c:pt idx="1300">
                  <c:v>2.6</c:v>
                </c:pt>
                <c:pt idx="1301">
                  <c:v>2.7</c:v>
                </c:pt>
                <c:pt idx="1302">
                  <c:v>2.8</c:v>
                </c:pt>
                <c:pt idx="1303">
                  <c:v>2.9</c:v>
                </c:pt>
                <c:pt idx="1304">
                  <c:v>3</c:v>
                </c:pt>
                <c:pt idx="1305">
                  <c:v>3</c:v>
                </c:pt>
                <c:pt idx="1306">
                  <c:v>3</c:v>
                </c:pt>
                <c:pt idx="1307">
                  <c:v>3</c:v>
                </c:pt>
                <c:pt idx="1308">
                  <c:v>3.1</c:v>
                </c:pt>
                <c:pt idx="1309">
                  <c:v>3.2</c:v>
                </c:pt>
                <c:pt idx="1310">
                  <c:v>3.3</c:v>
                </c:pt>
                <c:pt idx="1311">
                  <c:v>3.4</c:v>
                </c:pt>
                <c:pt idx="1312">
                  <c:v>3.5</c:v>
                </c:pt>
                <c:pt idx="1313">
                  <c:v>3.5</c:v>
                </c:pt>
                <c:pt idx="1314">
                  <c:v>3.7</c:v>
                </c:pt>
                <c:pt idx="1315">
                  <c:v>3.8</c:v>
                </c:pt>
                <c:pt idx="1316">
                  <c:v>3.8</c:v>
                </c:pt>
                <c:pt idx="1317">
                  <c:v>3.9</c:v>
                </c:pt>
                <c:pt idx="1318">
                  <c:v>3.9</c:v>
                </c:pt>
                <c:pt idx="1319">
                  <c:v>3.9</c:v>
                </c:pt>
                <c:pt idx="1320">
                  <c:v>3.9</c:v>
                </c:pt>
                <c:pt idx="1321">
                  <c:v>4</c:v>
                </c:pt>
                <c:pt idx="1322">
                  <c:v>4.1</c:v>
                </c:pt>
                <c:pt idx="1323">
                  <c:v>4.2</c:v>
                </c:pt>
                <c:pt idx="1324">
                  <c:v>4.3</c:v>
                </c:pt>
                <c:pt idx="1325">
                  <c:v>4.4</c:v>
                </c:pt>
                <c:pt idx="1326">
                  <c:v>4.4</c:v>
                </c:pt>
                <c:pt idx="1327">
                  <c:v>4.4</c:v>
                </c:pt>
                <c:pt idx="1328">
                  <c:v>4.4</c:v>
                </c:pt>
                <c:pt idx="1329">
                  <c:v>4.4</c:v>
                </c:pt>
                <c:pt idx="1330">
                  <c:v>4.4</c:v>
                </c:pt>
                <c:pt idx="1331">
                  <c:v>4.4</c:v>
                </c:pt>
                <c:pt idx="1332">
                  <c:v>4.4</c:v>
                </c:pt>
                <c:pt idx="1333">
                  <c:v>4.4</c:v>
                </c:pt>
                <c:pt idx="1334">
                  <c:v>4.5</c:v>
                </c:pt>
                <c:pt idx="1335">
                  <c:v>4.6</c:v>
                </c:pt>
                <c:pt idx="1336">
                  <c:v>4.7</c:v>
                </c:pt>
                <c:pt idx="1337">
                  <c:v>4.9</c:v>
                </c:pt>
                <c:pt idx="1338">
                  <c:v>5.1</c:v>
                </c:pt>
                <c:pt idx="1339">
                  <c:v>5.2</c:v>
                </c:pt>
                <c:pt idx="1340">
                  <c:v>5.3</c:v>
                </c:pt>
                <c:pt idx="1341">
                  <c:v>5.4</c:v>
                </c:pt>
                <c:pt idx="1342">
                  <c:v>5.4</c:v>
                </c:pt>
                <c:pt idx="1343">
                  <c:v>5.5</c:v>
                </c:pt>
                <c:pt idx="1344">
                  <c:v>5.5</c:v>
                </c:pt>
                <c:pt idx="1345">
                  <c:v>5.5</c:v>
                </c:pt>
                <c:pt idx="1346">
                  <c:v>5.5</c:v>
                </c:pt>
                <c:pt idx="1347">
                  <c:v>5.5</c:v>
                </c:pt>
                <c:pt idx="1348">
                  <c:v>5.6</c:v>
                </c:pt>
                <c:pt idx="1349">
                  <c:v>5.7</c:v>
                </c:pt>
                <c:pt idx="1350">
                  <c:v>5.8</c:v>
                </c:pt>
                <c:pt idx="1351">
                  <c:v>6</c:v>
                </c:pt>
                <c:pt idx="1352">
                  <c:v>6.1</c:v>
                </c:pt>
                <c:pt idx="1353">
                  <c:v>6.2</c:v>
                </c:pt>
                <c:pt idx="1354">
                  <c:v>6.2</c:v>
                </c:pt>
                <c:pt idx="1355">
                  <c:v>6.2</c:v>
                </c:pt>
                <c:pt idx="1356">
                  <c:v>6.2</c:v>
                </c:pt>
                <c:pt idx="1357">
                  <c:v>6.2</c:v>
                </c:pt>
                <c:pt idx="1358">
                  <c:v>6.2</c:v>
                </c:pt>
                <c:pt idx="1359">
                  <c:v>6.2</c:v>
                </c:pt>
                <c:pt idx="1360">
                  <c:v>6.2</c:v>
                </c:pt>
                <c:pt idx="1361">
                  <c:v>6.2</c:v>
                </c:pt>
                <c:pt idx="1362">
                  <c:v>6.2</c:v>
                </c:pt>
                <c:pt idx="1363">
                  <c:v>6.2</c:v>
                </c:pt>
                <c:pt idx="1364">
                  <c:v>6.2</c:v>
                </c:pt>
                <c:pt idx="1365">
                  <c:v>6.2</c:v>
                </c:pt>
                <c:pt idx="1366">
                  <c:v>6.2</c:v>
                </c:pt>
                <c:pt idx="1367">
                  <c:v>6.3</c:v>
                </c:pt>
                <c:pt idx="1368">
                  <c:v>6.3</c:v>
                </c:pt>
                <c:pt idx="1369">
                  <c:v>6.4</c:v>
                </c:pt>
                <c:pt idx="1370">
                  <c:v>6.6</c:v>
                </c:pt>
                <c:pt idx="1371">
                  <c:v>6.7</c:v>
                </c:pt>
                <c:pt idx="1372">
                  <c:v>6.7</c:v>
                </c:pt>
                <c:pt idx="1373">
                  <c:v>6.7</c:v>
                </c:pt>
                <c:pt idx="1374">
                  <c:v>6.7</c:v>
                </c:pt>
                <c:pt idx="1375">
                  <c:v>6.7</c:v>
                </c:pt>
                <c:pt idx="1376">
                  <c:v>6.7</c:v>
                </c:pt>
                <c:pt idx="1377">
                  <c:v>6.7</c:v>
                </c:pt>
                <c:pt idx="1378">
                  <c:v>6.7</c:v>
                </c:pt>
                <c:pt idx="1379">
                  <c:v>6.7</c:v>
                </c:pt>
                <c:pt idx="1380">
                  <c:v>6.7</c:v>
                </c:pt>
                <c:pt idx="1381">
                  <c:v>6.7</c:v>
                </c:pt>
                <c:pt idx="1382">
                  <c:v>6.7</c:v>
                </c:pt>
                <c:pt idx="1383">
                  <c:v>6.7</c:v>
                </c:pt>
                <c:pt idx="1384">
                  <c:v>6.7</c:v>
                </c:pt>
                <c:pt idx="1385">
                  <c:v>6.7</c:v>
                </c:pt>
                <c:pt idx="1386">
                  <c:v>6.7</c:v>
                </c:pt>
                <c:pt idx="1387">
                  <c:v>6.7</c:v>
                </c:pt>
                <c:pt idx="1388">
                  <c:v>6.7</c:v>
                </c:pt>
                <c:pt idx="1389">
                  <c:v>6.9</c:v>
                </c:pt>
                <c:pt idx="1390">
                  <c:v>7</c:v>
                </c:pt>
                <c:pt idx="1391">
                  <c:v>7.1</c:v>
                </c:pt>
                <c:pt idx="1392">
                  <c:v>7.1</c:v>
                </c:pt>
                <c:pt idx="1393">
                  <c:v>7.2</c:v>
                </c:pt>
                <c:pt idx="1394">
                  <c:v>7.2</c:v>
                </c:pt>
                <c:pt idx="1395">
                  <c:v>7.2</c:v>
                </c:pt>
                <c:pt idx="1396">
                  <c:v>7.2</c:v>
                </c:pt>
                <c:pt idx="1397">
                  <c:v>7.2</c:v>
                </c:pt>
                <c:pt idx="1398">
                  <c:v>7.2</c:v>
                </c:pt>
                <c:pt idx="1399">
                  <c:v>7.4</c:v>
                </c:pt>
                <c:pt idx="1400">
                  <c:v>7.6</c:v>
                </c:pt>
                <c:pt idx="1401">
                  <c:v>7.8</c:v>
                </c:pt>
                <c:pt idx="1402">
                  <c:v>7.9</c:v>
                </c:pt>
                <c:pt idx="1403">
                  <c:v>8</c:v>
                </c:pt>
                <c:pt idx="1404">
                  <c:v>8.1</c:v>
                </c:pt>
                <c:pt idx="1405">
                  <c:v>8.1</c:v>
                </c:pt>
                <c:pt idx="1406">
                  <c:v>8.1</c:v>
                </c:pt>
                <c:pt idx="1407">
                  <c:v>8.2</c:v>
                </c:pt>
                <c:pt idx="1408">
                  <c:v>8.2</c:v>
                </c:pt>
                <c:pt idx="1409">
                  <c:v>8.2</c:v>
                </c:pt>
                <c:pt idx="1410">
                  <c:v>8.2</c:v>
                </c:pt>
                <c:pt idx="1411">
                  <c:v>8.4</c:v>
                </c:pt>
                <c:pt idx="1412">
                  <c:v>8.5</c:v>
                </c:pt>
                <c:pt idx="1413">
                  <c:v>8.5</c:v>
                </c:pt>
                <c:pt idx="1414">
                  <c:v>8.5</c:v>
                </c:pt>
                <c:pt idx="1415">
                  <c:v>8.5</c:v>
                </c:pt>
                <c:pt idx="1416">
                  <c:v>8.6</c:v>
                </c:pt>
                <c:pt idx="1417">
                  <c:v>8.6</c:v>
                </c:pt>
                <c:pt idx="1418">
                  <c:v>8.8</c:v>
                </c:pt>
                <c:pt idx="1419">
                  <c:v>8.9</c:v>
                </c:pt>
                <c:pt idx="1420">
                  <c:v>9</c:v>
                </c:pt>
                <c:pt idx="1421">
                  <c:v>9.1</c:v>
                </c:pt>
                <c:pt idx="1422">
                  <c:v>9.1</c:v>
                </c:pt>
                <c:pt idx="1423">
                  <c:v>9.1</c:v>
                </c:pt>
                <c:pt idx="1424">
                  <c:v>9.2</c:v>
                </c:pt>
                <c:pt idx="1425">
                  <c:v>9.4</c:v>
                </c:pt>
                <c:pt idx="1426">
                  <c:v>9.5</c:v>
                </c:pt>
                <c:pt idx="1427">
                  <c:v>9.5</c:v>
                </c:pt>
                <c:pt idx="1428">
                  <c:v>9.5</c:v>
                </c:pt>
                <c:pt idx="1429">
                  <c:v>9.6</c:v>
                </c:pt>
                <c:pt idx="1430">
                  <c:v>9.6</c:v>
                </c:pt>
                <c:pt idx="1431">
                  <c:v>9.6</c:v>
                </c:pt>
                <c:pt idx="1432">
                  <c:v>9.6</c:v>
                </c:pt>
                <c:pt idx="1433">
                  <c:v>9.6</c:v>
                </c:pt>
                <c:pt idx="1434">
                  <c:v>9.6</c:v>
                </c:pt>
                <c:pt idx="1435">
                  <c:v>9.6</c:v>
                </c:pt>
                <c:pt idx="1436">
                  <c:v>9.7</c:v>
                </c:pt>
                <c:pt idx="1437">
                  <c:v>9.8</c:v>
                </c:pt>
                <c:pt idx="1438">
                  <c:v>9.9</c:v>
                </c:pt>
                <c:pt idx="1439">
                  <c:v>10</c:v>
                </c:pt>
                <c:pt idx="1440">
                  <c:v>10</c:v>
                </c:pt>
                <c:pt idx="1441">
                  <c:v>10</c:v>
                </c:pt>
                <c:pt idx="1442">
                  <c:v>10</c:v>
                </c:pt>
                <c:pt idx="1443">
                  <c:v>10</c:v>
                </c:pt>
                <c:pt idx="1444">
                  <c:v>10.1</c:v>
                </c:pt>
                <c:pt idx="1445">
                  <c:v>10.1</c:v>
                </c:pt>
                <c:pt idx="1446">
                  <c:v>10.1</c:v>
                </c:pt>
                <c:pt idx="1447">
                  <c:v>10.1</c:v>
                </c:pt>
                <c:pt idx="1448">
                  <c:v>10.1</c:v>
                </c:pt>
                <c:pt idx="1449">
                  <c:v>10.3</c:v>
                </c:pt>
                <c:pt idx="1450">
                  <c:v>10.4</c:v>
                </c:pt>
                <c:pt idx="1451">
                  <c:v>10.4</c:v>
                </c:pt>
                <c:pt idx="1452">
                  <c:v>10.4</c:v>
                </c:pt>
                <c:pt idx="1453">
                  <c:v>10.5</c:v>
                </c:pt>
                <c:pt idx="1454">
                  <c:v>10.5</c:v>
                </c:pt>
                <c:pt idx="1455">
                  <c:v>10.5</c:v>
                </c:pt>
                <c:pt idx="1456">
                  <c:v>10.5</c:v>
                </c:pt>
                <c:pt idx="1457">
                  <c:v>10.6</c:v>
                </c:pt>
                <c:pt idx="1458">
                  <c:v>10.6</c:v>
                </c:pt>
                <c:pt idx="1459">
                  <c:v>10.6</c:v>
                </c:pt>
                <c:pt idx="1460">
                  <c:v>10.7</c:v>
                </c:pt>
                <c:pt idx="1461">
                  <c:v>10.8</c:v>
                </c:pt>
                <c:pt idx="1462">
                  <c:v>10.9</c:v>
                </c:pt>
                <c:pt idx="1463">
                  <c:v>11</c:v>
                </c:pt>
                <c:pt idx="1464">
                  <c:v>11.1</c:v>
                </c:pt>
                <c:pt idx="1465">
                  <c:v>11.2</c:v>
                </c:pt>
                <c:pt idx="1466">
                  <c:v>11.2</c:v>
                </c:pt>
                <c:pt idx="1467">
                  <c:v>11.2</c:v>
                </c:pt>
                <c:pt idx="1468">
                  <c:v>11.2</c:v>
                </c:pt>
                <c:pt idx="1469">
                  <c:v>11.3</c:v>
                </c:pt>
                <c:pt idx="1470">
                  <c:v>11.3</c:v>
                </c:pt>
                <c:pt idx="1471">
                  <c:v>11.3</c:v>
                </c:pt>
                <c:pt idx="1472">
                  <c:v>11.3</c:v>
                </c:pt>
                <c:pt idx="1473">
                  <c:v>11.4</c:v>
                </c:pt>
                <c:pt idx="1474">
                  <c:v>11.5</c:v>
                </c:pt>
                <c:pt idx="1475">
                  <c:v>11.6</c:v>
                </c:pt>
                <c:pt idx="1476">
                  <c:v>11.7</c:v>
                </c:pt>
                <c:pt idx="1477">
                  <c:v>11.8</c:v>
                </c:pt>
                <c:pt idx="1478">
                  <c:v>11.9</c:v>
                </c:pt>
                <c:pt idx="1479">
                  <c:v>11.9</c:v>
                </c:pt>
                <c:pt idx="1480">
                  <c:v>11.9</c:v>
                </c:pt>
                <c:pt idx="1481">
                  <c:v>11.9</c:v>
                </c:pt>
                <c:pt idx="1482">
                  <c:v>11.9</c:v>
                </c:pt>
                <c:pt idx="1483">
                  <c:v>11.9</c:v>
                </c:pt>
                <c:pt idx="1484">
                  <c:v>11.9</c:v>
                </c:pt>
                <c:pt idx="1485">
                  <c:v>11.9</c:v>
                </c:pt>
                <c:pt idx="1486">
                  <c:v>11.9</c:v>
                </c:pt>
                <c:pt idx="1487">
                  <c:v>11.9</c:v>
                </c:pt>
                <c:pt idx="1488">
                  <c:v>12.1</c:v>
                </c:pt>
                <c:pt idx="1489">
                  <c:v>12.2</c:v>
                </c:pt>
                <c:pt idx="1490">
                  <c:v>12.3</c:v>
                </c:pt>
                <c:pt idx="1491">
                  <c:v>12.4</c:v>
                </c:pt>
                <c:pt idx="1492">
                  <c:v>12.4</c:v>
                </c:pt>
                <c:pt idx="1493">
                  <c:v>12.4</c:v>
                </c:pt>
                <c:pt idx="1494">
                  <c:v>12.4</c:v>
                </c:pt>
                <c:pt idx="1495">
                  <c:v>12.4</c:v>
                </c:pt>
                <c:pt idx="1496">
                  <c:v>12.4</c:v>
                </c:pt>
                <c:pt idx="1497">
                  <c:v>12.4</c:v>
                </c:pt>
                <c:pt idx="1498">
                  <c:v>12.4</c:v>
                </c:pt>
                <c:pt idx="1499">
                  <c:v>12.4</c:v>
                </c:pt>
                <c:pt idx="1500">
                  <c:v>12.4</c:v>
                </c:pt>
                <c:pt idx="1501">
                  <c:v>12.4</c:v>
                </c:pt>
                <c:pt idx="1502">
                  <c:v>12.5</c:v>
                </c:pt>
                <c:pt idx="1503">
                  <c:v>12.7</c:v>
                </c:pt>
                <c:pt idx="1504">
                  <c:v>12.8</c:v>
                </c:pt>
                <c:pt idx="1505">
                  <c:v>12.8</c:v>
                </c:pt>
                <c:pt idx="1506">
                  <c:v>12.9</c:v>
                </c:pt>
                <c:pt idx="1507">
                  <c:v>12.9</c:v>
                </c:pt>
                <c:pt idx="1508">
                  <c:v>12.9</c:v>
                </c:pt>
                <c:pt idx="1509">
                  <c:v>12.9</c:v>
                </c:pt>
                <c:pt idx="1510">
                  <c:v>12.9</c:v>
                </c:pt>
                <c:pt idx="1511">
                  <c:v>12.9</c:v>
                </c:pt>
                <c:pt idx="1512">
                  <c:v>12.9</c:v>
                </c:pt>
                <c:pt idx="1513">
                  <c:v>12.9</c:v>
                </c:pt>
                <c:pt idx="1514">
                  <c:v>12.9</c:v>
                </c:pt>
                <c:pt idx="1515">
                  <c:v>13</c:v>
                </c:pt>
                <c:pt idx="1516">
                  <c:v>13.1</c:v>
                </c:pt>
                <c:pt idx="1517">
                  <c:v>13.2</c:v>
                </c:pt>
                <c:pt idx="1518">
                  <c:v>13.3</c:v>
                </c:pt>
                <c:pt idx="1519">
                  <c:v>13.4</c:v>
                </c:pt>
                <c:pt idx="1520">
                  <c:v>13.4</c:v>
                </c:pt>
                <c:pt idx="1521">
                  <c:v>13.4</c:v>
                </c:pt>
                <c:pt idx="1522">
                  <c:v>13.4</c:v>
                </c:pt>
                <c:pt idx="1523">
                  <c:v>13.5</c:v>
                </c:pt>
                <c:pt idx="1524">
                  <c:v>13.5</c:v>
                </c:pt>
                <c:pt idx="1525">
                  <c:v>13.6</c:v>
                </c:pt>
                <c:pt idx="1526">
                  <c:v>13.7</c:v>
                </c:pt>
                <c:pt idx="1527">
                  <c:v>13.8</c:v>
                </c:pt>
                <c:pt idx="1528">
                  <c:v>13.8</c:v>
                </c:pt>
                <c:pt idx="1529">
                  <c:v>13.8</c:v>
                </c:pt>
                <c:pt idx="1530">
                  <c:v>13.9</c:v>
                </c:pt>
                <c:pt idx="1531">
                  <c:v>14</c:v>
                </c:pt>
                <c:pt idx="1532">
                  <c:v>14.1</c:v>
                </c:pt>
                <c:pt idx="1533">
                  <c:v>14.2</c:v>
                </c:pt>
                <c:pt idx="1534">
                  <c:v>14.3</c:v>
                </c:pt>
                <c:pt idx="1535">
                  <c:v>14.4</c:v>
                </c:pt>
                <c:pt idx="1536">
                  <c:v>14.5</c:v>
                </c:pt>
                <c:pt idx="1537">
                  <c:v>14.5</c:v>
                </c:pt>
                <c:pt idx="1538">
                  <c:v>14.5</c:v>
                </c:pt>
                <c:pt idx="1539">
                  <c:v>14.5</c:v>
                </c:pt>
                <c:pt idx="1540">
                  <c:v>14.6</c:v>
                </c:pt>
                <c:pt idx="1541">
                  <c:v>14.6</c:v>
                </c:pt>
                <c:pt idx="1542">
                  <c:v>14.6</c:v>
                </c:pt>
                <c:pt idx="1543">
                  <c:v>14.6</c:v>
                </c:pt>
                <c:pt idx="1544">
                  <c:v>14.6</c:v>
                </c:pt>
                <c:pt idx="1545">
                  <c:v>14.6</c:v>
                </c:pt>
                <c:pt idx="1546">
                  <c:v>14.7</c:v>
                </c:pt>
                <c:pt idx="1547">
                  <c:v>14.8</c:v>
                </c:pt>
                <c:pt idx="1548">
                  <c:v>14.9</c:v>
                </c:pt>
                <c:pt idx="1549">
                  <c:v>14.9</c:v>
                </c:pt>
                <c:pt idx="1550">
                  <c:v>15.1</c:v>
                </c:pt>
                <c:pt idx="1551">
                  <c:v>15.2</c:v>
                </c:pt>
                <c:pt idx="1552">
                  <c:v>15.4</c:v>
                </c:pt>
                <c:pt idx="1553">
                  <c:v>15.5</c:v>
                </c:pt>
                <c:pt idx="1554">
                  <c:v>15.7</c:v>
                </c:pt>
                <c:pt idx="1555">
                  <c:v>15.8</c:v>
                </c:pt>
                <c:pt idx="1556">
                  <c:v>15.9</c:v>
                </c:pt>
                <c:pt idx="1557">
                  <c:v>15.9</c:v>
                </c:pt>
                <c:pt idx="1558">
                  <c:v>15.9</c:v>
                </c:pt>
                <c:pt idx="1559">
                  <c:v>16</c:v>
                </c:pt>
                <c:pt idx="1560">
                  <c:v>16.1</c:v>
                </c:pt>
                <c:pt idx="1561">
                  <c:v>16.1</c:v>
                </c:pt>
                <c:pt idx="1562">
                  <c:v>16.1</c:v>
                </c:pt>
                <c:pt idx="1563">
                  <c:v>16.1</c:v>
                </c:pt>
                <c:pt idx="1564">
                  <c:v>16.1</c:v>
                </c:pt>
                <c:pt idx="1565">
                  <c:v>16.2</c:v>
                </c:pt>
                <c:pt idx="1566">
                  <c:v>16.2</c:v>
                </c:pt>
                <c:pt idx="1567">
                  <c:v>16.3</c:v>
                </c:pt>
                <c:pt idx="1568">
                  <c:v>16.3</c:v>
                </c:pt>
                <c:pt idx="1569">
                  <c:v>16.3</c:v>
                </c:pt>
                <c:pt idx="1570">
                  <c:v>16.3</c:v>
                </c:pt>
                <c:pt idx="1571">
                  <c:v>16.3</c:v>
                </c:pt>
                <c:pt idx="1572">
                  <c:v>16.4</c:v>
                </c:pt>
                <c:pt idx="1573">
                  <c:v>16.5</c:v>
                </c:pt>
                <c:pt idx="1574">
                  <c:v>16.5</c:v>
                </c:pt>
                <c:pt idx="1575">
                  <c:v>16.5</c:v>
                </c:pt>
                <c:pt idx="1576">
                  <c:v>16.5</c:v>
                </c:pt>
                <c:pt idx="1577">
                  <c:v>16.6</c:v>
                </c:pt>
                <c:pt idx="1578">
                  <c:v>16.6</c:v>
                </c:pt>
                <c:pt idx="1579">
                  <c:v>16.6</c:v>
                </c:pt>
                <c:pt idx="1580">
                  <c:v>16.6</c:v>
                </c:pt>
                <c:pt idx="1581">
                  <c:v>16.7</c:v>
                </c:pt>
                <c:pt idx="1582">
                  <c:v>16.7</c:v>
                </c:pt>
                <c:pt idx="1583">
                  <c:v>16.7</c:v>
                </c:pt>
                <c:pt idx="1584">
                  <c:v>16.7</c:v>
                </c:pt>
                <c:pt idx="1585">
                  <c:v>16.7</c:v>
                </c:pt>
                <c:pt idx="1586">
                  <c:v>16.7</c:v>
                </c:pt>
                <c:pt idx="1587">
                  <c:v>16.7</c:v>
                </c:pt>
                <c:pt idx="1588">
                  <c:v>16.7</c:v>
                </c:pt>
                <c:pt idx="1589">
                  <c:v>16.8</c:v>
                </c:pt>
                <c:pt idx="1590">
                  <c:v>16.9</c:v>
                </c:pt>
                <c:pt idx="1591">
                  <c:v>16.9</c:v>
                </c:pt>
                <c:pt idx="1592">
                  <c:v>17</c:v>
                </c:pt>
                <c:pt idx="1593">
                  <c:v>17.1</c:v>
                </c:pt>
                <c:pt idx="1594">
                  <c:v>17.1</c:v>
                </c:pt>
                <c:pt idx="1595">
                  <c:v>17.2</c:v>
                </c:pt>
                <c:pt idx="1596">
                  <c:v>17.3</c:v>
                </c:pt>
                <c:pt idx="1597">
                  <c:v>17.3</c:v>
                </c:pt>
                <c:pt idx="1598">
                  <c:v>17.4</c:v>
                </c:pt>
                <c:pt idx="1599">
                  <c:v>17.4</c:v>
                </c:pt>
                <c:pt idx="1600">
                  <c:v>17.4</c:v>
                </c:pt>
                <c:pt idx="1601">
                  <c:v>17.4</c:v>
                </c:pt>
                <c:pt idx="1602">
                  <c:v>17.5</c:v>
                </c:pt>
                <c:pt idx="1603">
                  <c:v>17.5</c:v>
                </c:pt>
                <c:pt idx="1604">
                  <c:v>17.5</c:v>
                </c:pt>
                <c:pt idx="1605">
                  <c:v>17.5</c:v>
                </c:pt>
                <c:pt idx="1606">
                  <c:v>17.5</c:v>
                </c:pt>
                <c:pt idx="1607">
                  <c:v>17.5</c:v>
                </c:pt>
                <c:pt idx="1608">
                  <c:v>17.6</c:v>
                </c:pt>
                <c:pt idx="1609">
                  <c:v>17.6</c:v>
                </c:pt>
                <c:pt idx="1610">
                  <c:v>17.6</c:v>
                </c:pt>
                <c:pt idx="1611">
                  <c:v>17.6</c:v>
                </c:pt>
                <c:pt idx="1612">
                  <c:v>17.6</c:v>
                </c:pt>
                <c:pt idx="1613">
                  <c:v>17.6</c:v>
                </c:pt>
                <c:pt idx="1614">
                  <c:v>17.6</c:v>
                </c:pt>
                <c:pt idx="1615">
                  <c:v>17.6</c:v>
                </c:pt>
                <c:pt idx="1616">
                  <c:v>17.6</c:v>
                </c:pt>
                <c:pt idx="1617">
                  <c:v>17.6</c:v>
                </c:pt>
                <c:pt idx="1618">
                  <c:v>17.6</c:v>
                </c:pt>
                <c:pt idx="1619">
                  <c:v>17.6</c:v>
                </c:pt>
                <c:pt idx="1620">
                  <c:v>17.6</c:v>
                </c:pt>
                <c:pt idx="1621">
                  <c:v>17.6</c:v>
                </c:pt>
                <c:pt idx="1622">
                  <c:v>17.6</c:v>
                </c:pt>
                <c:pt idx="1623">
                  <c:v>17.6</c:v>
                </c:pt>
                <c:pt idx="1624">
                  <c:v>17.6</c:v>
                </c:pt>
                <c:pt idx="1625">
                  <c:v>17.6</c:v>
                </c:pt>
                <c:pt idx="1626">
                  <c:v>17.6</c:v>
                </c:pt>
                <c:pt idx="1627">
                  <c:v>17.6</c:v>
                </c:pt>
                <c:pt idx="1628">
                  <c:v>17.6</c:v>
                </c:pt>
                <c:pt idx="1629">
                  <c:v>17.6</c:v>
                </c:pt>
                <c:pt idx="1630">
                  <c:v>17.6</c:v>
                </c:pt>
                <c:pt idx="1631">
                  <c:v>17.6</c:v>
                </c:pt>
                <c:pt idx="1632">
                  <c:v>17.6</c:v>
                </c:pt>
                <c:pt idx="1633">
                  <c:v>17.6</c:v>
                </c:pt>
                <c:pt idx="1634">
                  <c:v>17.6</c:v>
                </c:pt>
                <c:pt idx="1635">
                  <c:v>17.6</c:v>
                </c:pt>
                <c:pt idx="1636">
                  <c:v>17.6</c:v>
                </c:pt>
                <c:pt idx="1637">
                  <c:v>17.7</c:v>
                </c:pt>
                <c:pt idx="1638">
                  <c:v>17.8</c:v>
                </c:pt>
                <c:pt idx="1639">
                  <c:v>17.9</c:v>
                </c:pt>
                <c:pt idx="1640">
                  <c:v>17.9</c:v>
                </c:pt>
                <c:pt idx="1641">
                  <c:v>17.9</c:v>
                </c:pt>
                <c:pt idx="1642">
                  <c:v>17.9</c:v>
                </c:pt>
                <c:pt idx="1643">
                  <c:v>17.9</c:v>
                </c:pt>
                <c:pt idx="1644">
                  <c:v>17.9</c:v>
                </c:pt>
                <c:pt idx="1645">
                  <c:v>17.9</c:v>
                </c:pt>
                <c:pt idx="1646">
                  <c:v>17.9</c:v>
                </c:pt>
                <c:pt idx="1647">
                  <c:v>17.9</c:v>
                </c:pt>
                <c:pt idx="1648">
                  <c:v>17.9</c:v>
                </c:pt>
                <c:pt idx="1649">
                  <c:v>17.9</c:v>
                </c:pt>
                <c:pt idx="1650">
                  <c:v>17.9</c:v>
                </c:pt>
                <c:pt idx="1651">
                  <c:v>17.9</c:v>
                </c:pt>
                <c:pt idx="1652">
                  <c:v>17.9</c:v>
                </c:pt>
                <c:pt idx="1653">
                  <c:v>17.9</c:v>
                </c:pt>
                <c:pt idx="1654">
                  <c:v>17.9</c:v>
                </c:pt>
                <c:pt idx="1655">
                  <c:v>17.9</c:v>
                </c:pt>
                <c:pt idx="1656">
                  <c:v>17.9</c:v>
                </c:pt>
                <c:pt idx="1657">
                  <c:v>17.9</c:v>
                </c:pt>
                <c:pt idx="1658">
                  <c:v>17.9</c:v>
                </c:pt>
                <c:pt idx="1659">
                  <c:v>17.9</c:v>
                </c:pt>
                <c:pt idx="1660">
                  <c:v>17.9</c:v>
                </c:pt>
                <c:pt idx="1661">
                  <c:v>17.9</c:v>
                </c:pt>
                <c:pt idx="1662">
                  <c:v>17.9</c:v>
                </c:pt>
                <c:pt idx="1663">
                  <c:v>17.9</c:v>
                </c:pt>
                <c:pt idx="1664">
                  <c:v>18</c:v>
                </c:pt>
                <c:pt idx="1665">
                  <c:v>18</c:v>
                </c:pt>
                <c:pt idx="1666">
                  <c:v>18</c:v>
                </c:pt>
                <c:pt idx="1667">
                  <c:v>18</c:v>
                </c:pt>
                <c:pt idx="1668">
                  <c:v>18</c:v>
                </c:pt>
                <c:pt idx="1669">
                  <c:v>18</c:v>
                </c:pt>
                <c:pt idx="1670">
                  <c:v>18</c:v>
                </c:pt>
                <c:pt idx="1671">
                  <c:v>18</c:v>
                </c:pt>
                <c:pt idx="1672">
                  <c:v>18</c:v>
                </c:pt>
                <c:pt idx="1673">
                  <c:v>18</c:v>
                </c:pt>
                <c:pt idx="1674">
                  <c:v>18</c:v>
                </c:pt>
                <c:pt idx="1675">
                  <c:v>18</c:v>
                </c:pt>
                <c:pt idx="1676">
                  <c:v>18.1</c:v>
                </c:pt>
                <c:pt idx="1677">
                  <c:v>18.1</c:v>
                </c:pt>
                <c:pt idx="1678">
                  <c:v>18.1</c:v>
                </c:pt>
                <c:pt idx="1679">
                  <c:v>18.1</c:v>
                </c:pt>
                <c:pt idx="1680">
                  <c:v>18.1</c:v>
                </c:pt>
                <c:pt idx="1681">
                  <c:v>18.1</c:v>
                </c:pt>
                <c:pt idx="1682">
                  <c:v>18.1</c:v>
                </c:pt>
                <c:pt idx="1683">
                  <c:v>18.1</c:v>
                </c:pt>
                <c:pt idx="1684">
                  <c:v>18.1</c:v>
                </c:pt>
                <c:pt idx="1685">
                  <c:v>18</c:v>
                </c:pt>
                <c:pt idx="1686">
                  <c:v>18</c:v>
                </c:pt>
                <c:pt idx="1687">
                  <c:v>18</c:v>
                </c:pt>
                <c:pt idx="1688">
                  <c:v>18</c:v>
                </c:pt>
                <c:pt idx="1689">
                  <c:v>18</c:v>
                </c:pt>
                <c:pt idx="1690">
                  <c:v>18</c:v>
                </c:pt>
                <c:pt idx="1691">
                  <c:v>18</c:v>
                </c:pt>
                <c:pt idx="1692">
                  <c:v>18</c:v>
                </c:pt>
                <c:pt idx="1693">
                  <c:v>18</c:v>
                </c:pt>
                <c:pt idx="1694">
                  <c:v>18</c:v>
                </c:pt>
                <c:pt idx="1695">
                  <c:v>18</c:v>
                </c:pt>
                <c:pt idx="1696">
                  <c:v>18</c:v>
                </c:pt>
                <c:pt idx="1697">
                  <c:v>18</c:v>
                </c:pt>
                <c:pt idx="1698">
                  <c:v>18</c:v>
                </c:pt>
                <c:pt idx="1699">
                  <c:v>18</c:v>
                </c:pt>
                <c:pt idx="1700">
                  <c:v>18</c:v>
                </c:pt>
                <c:pt idx="1701">
                  <c:v>18</c:v>
                </c:pt>
                <c:pt idx="1702">
                  <c:v>18</c:v>
                </c:pt>
                <c:pt idx="1703">
                  <c:v>18</c:v>
                </c:pt>
                <c:pt idx="1704">
                  <c:v>18</c:v>
                </c:pt>
                <c:pt idx="1705">
                  <c:v>18</c:v>
                </c:pt>
                <c:pt idx="1706">
                  <c:v>18</c:v>
                </c:pt>
                <c:pt idx="1707">
                  <c:v>18</c:v>
                </c:pt>
                <c:pt idx="1708">
                  <c:v>18</c:v>
                </c:pt>
                <c:pt idx="1709">
                  <c:v>18</c:v>
                </c:pt>
                <c:pt idx="1710">
                  <c:v>18</c:v>
                </c:pt>
                <c:pt idx="1711">
                  <c:v>18</c:v>
                </c:pt>
                <c:pt idx="1712">
                  <c:v>18</c:v>
                </c:pt>
                <c:pt idx="1713">
                  <c:v>18</c:v>
                </c:pt>
                <c:pt idx="1714">
                  <c:v>18</c:v>
                </c:pt>
                <c:pt idx="1715">
                  <c:v>18</c:v>
                </c:pt>
                <c:pt idx="1716">
                  <c:v>18</c:v>
                </c:pt>
                <c:pt idx="1717">
                  <c:v>18</c:v>
                </c:pt>
                <c:pt idx="1718">
                  <c:v>18</c:v>
                </c:pt>
                <c:pt idx="1719">
                  <c:v>18</c:v>
                </c:pt>
                <c:pt idx="1720">
                  <c:v>18</c:v>
                </c:pt>
                <c:pt idx="1721">
                  <c:v>18</c:v>
                </c:pt>
                <c:pt idx="1722">
                  <c:v>18</c:v>
                </c:pt>
                <c:pt idx="1723">
                  <c:v>18</c:v>
                </c:pt>
                <c:pt idx="1724">
                  <c:v>18</c:v>
                </c:pt>
                <c:pt idx="1725">
                  <c:v>18</c:v>
                </c:pt>
                <c:pt idx="1726">
                  <c:v>18</c:v>
                </c:pt>
                <c:pt idx="1727">
                  <c:v>18</c:v>
                </c:pt>
                <c:pt idx="1728">
                  <c:v>18</c:v>
                </c:pt>
                <c:pt idx="1729">
                  <c:v>18</c:v>
                </c:pt>
                <c:pt idx="1730">
                  <c:v>18</c:v>
                </c:pt>
                <c:pt idx="1731">
                  <c:v>18</c:v>
                </c:pt>
                <c:pt idx="1732">
                  <c:v>18</c:v>
                </c:pt>
                <c:pt idx="1733">
                  <c:v>18</c:v>
                </c:pt>
                <c:pt idx="1734">
                  <c:v>18</c:v>
                </c:pt>
                <c:pt idx="1735">
                  <c:v>18</c:v>
                </c:pt>
                <c:pt idx="1736">
                  <c:v>18</c:v>
                </c:pt>
                <c:pt idx="1737">
                  <c:v>18</c:v>
                </c:pt>
                <c:pt idx="1738">
                  <c:v>18</c:v>
                </c:pt>
                <c:pt idx="1739">
                  <c:v>18</c:v>
                </c:pt>
                <c:pt idx="1740">
                  <c:v>18</c:v>
                </c:pt>
                <c:pt idx="1741">
                  <c:v>18</c:v>
                </c:pt>
                <c:pt idx="1742">
                  <c:v>18</c:v>
                </c:pt>
                <c:pt idx="1743">
                  <c:v>18</c:v>
                </c:pt>
                <c:pt idx="1744">
                  <c:v>18</c:v>
                </c:pt>
                <c:pt idx="1745">
                  <c:v>18</c:v>
                </c:pt>
                <c:pt idx="1746">
                  <c:v>18</c:v>
                </c:pt>
                <c:pt idx="1747">
                  <c:v>18</c:v>
                </c:pt>
                <c:pt idx="1748">
                  <c:v>18</c:v>
                </c:pt>
                <c:pt idx="1749">
                  <c:v>18</c:v>
                </c:pt>
                <c:pt idx="1750">
                  <c:v>18</c:v>
                </c:pt>
                <c:pt idx="1751">
                  <c:v>18</c:v>
                </c:pt>
                <c:pt idx="1752">
                  <c:v>18</c:v>
                </c:pt>
                <c:pt idx="1753">
                  <c:v>18</c:v>
                </c:pt>
                <c:pt idx="1754">
                  <c:v>18</c:v>
                </c:pt>
                <c:pt idx="1755">
                  <c:v>18</c:v>
                </c:pt>
                <c:pt idx="1756">
                  <c:v>18</c:v>
                </c:pt>
                <c:pt idx="1757">
                  <c:v>18</c:v>
                </c:pt>
                <c:pt idx="1758">
                  <c:v>18</c:v>
                </c:pt>
                <c:pt idx="1759">
                  <c:v>18</c:v>
                </c:pt>
                <c:pt idx="1760">
                  <c:v>18</c:v>
                </c:pt>
                <c:pt idx="1761">
                  <c:v>18</c:v>
                </c:pt>
                <c:pt idx="1762">
                  <c:v>18</c:v>
                </c:pt>
                <c:pt idx="1763">
                  <c:v>18</c:v>
                </c:pt>
                <c:pt idx="1764">
                  <c:v>18</c:v>
                </c:pt>
                <c:pt idx="1765">
                  <c:v>18</c:v>
                </c:pt>
                <c:pt idx="1766">
                  <c:v>18</c:v>
                </c:pt>
                <c:pt idx="1767">
                  <c:v>18</c:v>
                </c:pt>
                <c:pt idx="1768">
                  <c:v>18</c:v>
                </c:pt>
                <c:pt idx="1769">
                  <c:v>18</c:v>
                </c:pt>
                <c:pt idx="1770">
                  <c:v>18</c:v>
                </c:pt>
                <c:pt idx="1771">
                  <c:v>18</c:v>
                </c:pt>
                <c:pt idx="1772">
                  <c:v>18</c:v>
                </c:pt>
                <c:pt idx="1773">
                  <c:v>18</c:v>
                </c:pt>
                <c:pt idx="1774">
                  <c:v>18</c:v>
                </c:pt>
                <c:pt idx="1775">
                  <c:v>18</c:v>
                </c:pt>
                <c:pt idx="1776">
                  <c:v>18</c:v>
                </c:pt>
                <c:pt idx="1777">
                  <c:v>18</c:v>
                </c:pt>
                <c:pt idx="1778">
                  <c:v>18</c:v>
                </c:pt>
                <c:pt idx="1779">
                  <c:v>18</c:v>
                </c:pt>
                <c:pt idx="1780">
                  <c:v>18</c:v>
                </c:pt>
                <c:pt idx="1781">
                  <c:v>18</c:v>
                </c:pt>
                <c:pt idx="1782">
                  <c:v>18</c:v>
                </c:pt>
                <c:pt idx="1783">
                  <c:v>18</c:v>
                </c:pt>
                <c:pt idx="1784">
                  <c:v>18</c:v>
                </c:pt>
                <c:pt idx="1785">
                  <c:v>18</c:v>
                </c:pt>
                <c:pt idx="1786">
                  <c:v>18</c:v>
                </c:pt>
                <c:pt idx="1787">
                  <c:v>18</c:v>
                </c:pt>
                <c:pt idx="1788">
                  <c:v>18</c:v>
                </c:pt>
                <c:pt idx="1789">
                  <c:v>18</c:v>
                </c:pt>
                <c:pt idx="1790">
                  <c:v>18</c:v>
                </c:pt>
                <c:pt idx="1791">
                  <c:v>18</c:v>
                </c:pt>
                <c:pt idx="1792">
                  <c:v>18</c:v>
                </c:pt>
                <c:pt idx="1793">
                  <c:v>18</c:v>
                </c:pt>
                <c:pt idx="1794">
                  <c:v>18</c:v>
                </c:pt>
                <c:pt idx="1795">
                  <c:v>18</c:v>
                </c:pt>
                <c:pt idx="1796">
                  <c:v>18</c:v>
                </c:pt>
                <c:pt idx="1797">
                  <c:v>18</c:v>
                </c:pt>
                <c:pt idx="1798">
                  <c:v>18</c:v>
                </c:pt>
                <c:pt idx="1799">
                  <c:v>18</c:v>
                </c:pt>
                <c:pt idx="1800">
                  <c:v>18</c:v>
                </c:pt>
                <c:pt idx="1801">
                  <c:v>18</c:v>
                </c:pt>
                <c:pt idx="1802">
                  <c:v>18</c:v>
                </c:pt>
                <c:pt idx="1803">
                  <c:v>18</c:v>
                </c:pt>
                <c:pt idx="1804">
                  <c:v>18</c:v>
                </c:pt>
                <c:pt idx="1805">
                  <c:v>18</c:v>
                </c:pt>
                <c:pt idx="1806">
                  <c:v>18</c:v>
                </c:pt>
                <c:pt idx="1807">
                  <c:v>18</c:v>
                </c:pt>
                <c:pt idx="1808">
                  <c:v>18</c:v>
                </c:pt>
                <c:pt idx="1809">
                  <c:v>18</c:v>
                </c:pt>
                <c:pt idx="1810">
                  <c:v>18</c:v>
                </c:pt>
                <c:pt idx="1811">
                  <c:v>18</c:v>
                </c:pt>
                <c:pt idx="1812">
                  <c:v>18</c:v>
                </c:pt>
                <c:pt idx="1813">
                  <c:v>18</c:v>
                </c:pt>
                <c:pt idx="1814">
                  <c:v>18</c:v>
                </c:pt>
                <c:pt idx="1815">
                  <c:v>18</c:v>
                </c:pt>
                <c:pt idx="1816">
                  <c:v>18</c:v>
                </c:pt>
                <c:pt idx="1817">
                  <c:v>18</c:v>
                </c:pt>
                <c:pt idx="1818">
                  <c:v>18</c:v>
                </c:pt>
                <c:pt idx="1819">
                  <c:v>18</c:v>
                </c:pt>
                <c:pt idx="1820">
                  <c:v>18</c:v>
                </c:pt>
                <c:pt idx="1821">
                  <c:v>18</c:v>
                </c:pt>
                <c:pt idx="1822">
                  <c:v>18</c:v>
                </c:pt>
                <c:pt idx="1823">
                  <c:v>18</c:v>
                </c:pt>
                <c:pt idx="1824">
                  <c:v>18</c:v>
                </c:pt>
                <c:pt idx="1825">
                  <c:v>18</c:v>
                </c:pt>
                <c:pt idx="1826">
                  <c:v>18</c:v>
                </c:pt>
                <c:pt idx="1827">
                  <c:v>18</c:v>
                </c:pt>
                <c:pt idx="1828">
                  <c:v>18</c:v>
                </c:pt>
                <c:pt idx="1829">
                  <c:v>18</c:v>
                </c:pt>
                <c:pt idx="1830">
                  <c:v>18</c:v>
                </c:pt>
                <c:pt idx="1831">
                  <c:v>18</c:v>
                </c:pt>
                <c:pt idx="1832">
                  <c:v>18</c:v>
                </c:pt>
                <c:pt idx="1833">
                  <c:v>18</c:v>
                </c:pt>
                <c:pt idx="1834">
                  <c:v>18</c:v>
                </c:pt>
                <c:pt idx="1835">
                  <c:v>18</c:v>
                </c:pt>
                <c:pt idx="1836">
                  <c:v>18</c:v>
                </c:pt>
                <c:pt idx="1837">
                  <c:v>18</c:v>
                </c:pt>
                <c:pt idx="1838">
                  <c:v>18</c:v>
                </c:pt>
                <c:pt idx="1839">
                  <c:v>18</c:v>
                </c:pt>
                <c:pt idx="1840">
                  <c:v>18</c:v>
                </c:pt>
                <c:pt idx="1841">
                  <c:v>18</c:v>
                </c:pt>
                <c:pt idx="1842">
                  <c:v>18</c:v>
                </c:pt>
                <c:pt idx="1843">
                  <c:v>18</c:v>
                </c:pt>
                <c:pt idx="1844">
                  <c:v>18</c:v>
                </c:pt>
                <c:pt idx="1845">
                  <c:v>18</c:v>
                </c:pt>
                <c:pt idx="1846">
                  <c:v>18</c:v>
                </c:pt>
                <c:pt idx="1847">
                  <c:v>18</c:v>
                </c:pt>
                <c:pt idx="1848">
                  <c:v>18</c:v>
                </c:pt>
                <c:pt idx="1849">
                  <c:v>18</c:v>
                </c:pt>
                <c:pt idx="1850">
                  <c:v>18</c:v>
                </c:pt>
                <c:pt idx="1851">
                  <c:v>18</c:v>
                </c:pt>
                <c:pt idx="1852">
                  <c:v>18</c:v>
                </c:pt>
                <c:pt idx="1853">
                  <c:v>18</c:v>
                </c:pt>
                <c:pt idx="1854">
                  <c:v>18</c:v>
                </c:pt>
                <c:pt idx="1855">
                  <c:v>18</c:v>
                </c:pt>
                <c:pt idx="1856">
                  <c:v>18</c:v>
                </c:pt>
                <c:pt idx="1857">
                  <c:v>18</c:v>
                </c:pt>
                <c:pt idx="1858">
                  <c:v>18</c:v>
                </c:pt>
                <c:pt idx="1859">
                  <c:v>18</c:v>
                </c:pt>
                <c:pt idx="1860">
                  <c:v>18</c:v>
                </c:pt>
                <c:pt idx="1861">
                  <c:v>18</c:v>
                </c:pt>
                <c:pt idx="1862">
                  <c:v>18</c:v>
                </c:pt>
                <c:pt idx="1863">
                  <c:v>18</c:v>
                </c:pt>
                <c:pt idx="1864">
                  <c:v>18</c:v>
                </c:pt>
                <c:pt idx="1865">
                  <c:v>18</c:v>
                </c:pt>
                <c:pt idx="1866">
                  <c:v>18</c:v>
                </c:pt>
                <c:pt idx="1867">
                  <c:v>18</c:v>
                </c:pt>
                <c:pt idx="1868">
                  <c:v>18</c:v>
                </c:pt>
                <c:pt idx="1869">
                  <c:v>18</c:v>
                </c:pt>
                <c:pt idx="1870">
                  <c:v>18</c:v>
                </c:pt>
                <c:pt idx="1871">
                  <c:v>18</c:v>
                </c:pt>
                <c:pt idx="1872">
                  <c:v>18</c:v>
                </c:pt>
                <c:pt idx="1873">
                  <c:v>18</c:v>
                </c:pt>
                <c:pt idx="1874">
                  <c:v>18</c:v>
                </c:pt>
                <c:pt idx="1875">
                  <c:v>18</c:v>
                </c:pt>
                <c:pt idx="1876">
                  <c:v>18</c:v>
                </c:pt>
                <c:pt idx="1877">
                  <c:v>18</c:v>
                </c:pt>
                <c:pt idx="1878">
                  <c:v>18</c:v>
                </c:pt>
                <c:pt idx="1879">
                  <c:v>18</c:v>
                </c:pt>
                <c:pt idx="1880">
                  <c:v>18</c:v>
                </c:pt>
                <c:pt idx="1881">
                  <c:v>18</c:v>
                </c:pt>
                <c:pt idx="1882">
                  <c:v>18</c:v>
                </c:pt>
                <c:pt idx="1883">
                  <c:v>18</c:v>
                </c:pt>
                <c:pt idx="1884">
                  <c:v>18</c:v>
                </c:pt>
                <c:pt idx="1885">
                  <c:v>18</c:v>
                </c:pt>
                <c:pt idx="1886">
                  <c:v>18</c:v>
                </c:pt>
                <c:pt idx="1887">
                  <c:v>18</c:v>
                </c:pt>
                <c:pt idx="1888">
                  <c:v>18</c:v>
                </c:pt>
                <c:pt idx="1889">
                  <c:v>18</c:v>
                </c:pt>
                <c:pt idx="1890">
                  <c:v>18</c:v>
                </c:pt>
                <c:pt idx="1891">
                  <c:v>18</c:v>
                </c:pt>
                <c:pt idx="1892">
                  <c:v>18</c:v>
                </c:pt>
                <c:pt idx="1893">
                  <c:v>18</c:v>
                </c:pt>
                <c:pt idx="1894">
                  <c:v>18</c:v>
                </c:pt>
                <c:pt idx="1895">
                  <c:v>18</c:v>
                </c:pt>
                <c:pt idx="1896">
                  <c:v>18</c:v>
                </c:pt>
                <c:pt idx="1897">
                  <c:v>18</c:v>
                </c:pt>
                <c:pt idx="1898">
                  <c:v>18</c:v>
                </c:pt>
                <c:pt idx="1899">
                  <c:v>18</c:v>
                </c:pt>
                <c:pt idx="1900">
                  <c:v>18</c:v>
                </c:pt>
                <c:pt idx="1901">
                  <c:v>18</c:v>
                </c:pt>
                <c:pt idx="1902">
                  <c:v>18</c:v>
                </c:pt>
                <c:pt idx="1903">
                  <c:v>18</c:v>
                </c:pt>
                <c:pt idx="1904">
                  <c:v>18</c:v>
                </c:pt>
                <c:pt idx="1905">
                  <c:v>18</c:v>
                </c:pt>
                <c:pt idx="1906">
                  <c:v>18</c:v>
                </c:pt>
                <c:pt idx="1907">
                  <c:v>18</c:v>
                </c:pt>
                <c:pt idx="1908">
                  <c:v>18</c:v>
                </c:pt>
                <c:pt idx="1909">
                  <c:v>18</c:v>
                </c:pt>
                <c:pt idx="1910">
                  <c:v>18</c:v>
                </c:pt>
                <c:pt idx="1911">
                  <c:v>18</c:v>
                </c:pt>
                <c:pt idx="1912">
                  <c:v>18</c:v>
                </c:pt>
                <c:pt idx="1913">
                  <c:v>18</c:v>
                </c:pt>
                <c:pt idx="1914">
                  <c:v>18</c:v>
                </c:pt>
                <c:pt idx="1915">
                  <c:v>18</c:v>
                </c:pt>
                <c:pt idx="1916">
                  <c:v>18</c:v>
                </c:pt>
                <c:pt idx="1917">
                  <c:v>18</c:v>
                </c:pt>
                <c:pt idx="1918">
                  <c:v>18</c:v>
                </c:pt>
                <c:pt idx="1919">
                  <c:v>18</c:v>
                </c:pt>
                <c:pt idx="1920">
                  <c:v>18</c:v>
                </c:pt>
                <c:pt idx="1921">
                  <c:v>18</c:v>
                </c:pt>
                <c:pt idx="1922">
                  <c:v>18</c:v>
                </c:pt>
                <c:pt idx="1923">
                  <c:v>18</c:v>
                </c:pt>
                <c:pt idx="1924">
                  <c:v>18</c:v>
                </c:pt>
                <c:pt idx="1925">
                  <c:v>18</c:v>
                </c:pt>
                <c:pt idx="1926">
                  <c:v>18</c:v>
                </c:pt>
                <c:pt idx="1927">
                  <c:v>18</c:v>
                </c:pt>
                <c:pt idx="1928">
                  <c:v>18</c:v>
                </c:pt>
                <c:pt idx="1929">
                  <c:v>18</c:v>
                </c:pt>
                <c:pt idx="1930">
                  <c:v>18</c:v>
                </c:pt>
                <c:pt idx="1931">
                  <c:v>18</c:v>
                </c:pt>
                <c:pt idx="1932">
                  <c:v>18</c:v>
                </c:pt>
                <c:pt idx="1933">
                  <c:v>18</c:v>
                </c:pt>
                <c:pt idx="1934">
                  <c:v>18</c:v>
                </c:pt>
                <c:pt idx="1935">
                  <c:v>18</c:v>
                </c:pt>
                <c:pt idx="1936">
                  <c:v>18</c:v>
                </c:pt>
                <c:pt idx="1937">
                  <c:v>18</c:v>
                </c:pt>
                <c:pt idx="1938">
                  <c:v>18</c:v>
                </c:pt>
                <c:pt idx="1939">
                  <c:v>18</c:v>
                </c:pt>
                <c:pt idx="1940">
                  <c:v>18</c:v>
                </c:pt>
                <c:pt idx="1941">
                  <c:v>18</c:v>
                </c:pt>
                <c:pt idx="1942">
                  <c:v>18</c:v>
                </c:pt>
                <c:pt idx="1943">
                  <c:v>18</c:v>
                </c:pt>
                <c:pt idx="1944">
                  <c:v>18</c:v>
                </c:pt>
                <c:pt idx="1945">
                  <c:v>18</c:v>
                </c:pt>
                <c:pt idx="1946">
                  <c:v>18</c:v>
                </c:pt>
                <c:pt idx="1947">
                  <c:v>18</c:v>
                </c:pt>
                <c:pt idx="1948">
                  <c:v>18</c:v>
                </c:pt>
                <c:pt idx="1949">
                  <c:v>18</c:v>
                </c:pt>
                <c:pt idx="1950">
                  <c:v>18</c:v>
                </c:pt>
                <c:pt idx="1951">
                  <c:v>18</c:v>
                </c:pt>
                <c:pt idx="1952">
                  <c:v>18</c:v>
                </c:pt>
                <c:pt idx="1953">
                  <c:v>18</c:v>
                </c:pt>
                <c:pt idx="1954">
                  <c:v>18</c:v>
                </c:pt>
                <c:pt idx="1955">
                  <c:v>18</c:v>
                </c:pt>
                <c:pt idx="1956">
                  <c:v>18</c:v>
                </c:pt>
                <c:pt idx="1957">
                  <c:v>18</c:v>
                </c:pt>
                <c:pt idx="1958">
                  <c:v>18</c:v>
                </c:pt>
                <c:pt idx="1959">
                  <c:v>18</c:v>
                </c:pt>
                <c:pt idx="1960">
                  <c:v>18</c:v>
                </c:pt>
                <c:pt idx="1961">
                  <c:v>18</c:v>
                </c:pt>
                <c:pt idx="1962">
                  <c:v>18</c:v>
                </c:pt>
                <c:pt idx="1963">
                  <c:v>18</c:v>
                </c:pt>
                <c:pt idx="1964">
                  <c:v>18</c:v>
                </c:pt>
                <c:pt idx="1965">
                  <c:v>18</c:v>
                </c:pt>
                <c:pt idx="1966">
                  <c:v>18</c:v>
                </c:pt>
                <c:pt idx="1967">
                  <c:v>18</c:v>
                </c:pt>
                <c:pt idx="1968">
                  <c:v>18</c:v>
                </c:pt>
                <c:pt idx="1969">
                  <c:v>18</c:v>
                </c:pt>
                <c:pt idx="1970">
                  <c:v>18</c:v>
                </c:pt>
                <c:pt idx="1971">
                  <c:v>18</c:v>
                </c:pt>
                <c:pt idx="1972">
                  <c:v>18</c:v>
                </c:pt>
                <c:pt idx="1973">
                  <c:v>18</c:v>
                </c:pt>
                <c:pt idx="1974">
                  <c:v>18</c:v>
                </c:pt>
                <c:pt idx="1975">
                  <c:v>18</c:v>
                </c:pt>
                <c:pt idx="1976">
                  <c:v>18</c:v>
                </c:pt>
                <c:pt idx="1977">
                  <c:v>18</c:v>
                </c:pt>
                <c:pt idx="1978">
                  <c:v>18</c:v>
                </c:pt>
                <c:pt idx="1979">
                  <c:v>18</c:v>
                </c:pt>
                <c:pt idx="1980">
                  <c:v>18</c:v>
                </c:pt>
                <c:pt idx="1981">
                  <c:v>18</c:v>
                </c:pt>
                <c:pt idx="1982">
                  <c:v>18</c:v>
                </c:pt>
                <c:pt idx="1983">
                  <c:v>18</c:v>
                </c:pt>
                <c:pt idx="1984">
                  <c:v>18</c:v>
                </c:pt>
                <c:pt idx="1985">
                  <c:v>18</c:v>
                </c:pt>
                <c:pt idx="1986">
                  <c:v>18</c:v>
                </c:pt>
                <c:pt idx="1987">
                  <c:v>18</c:v>
                </c:pt>
                <c:pt idx="1988">
                  <c:v>18</c:v>
                </c:pt>
                <c:pt idx="1989">
                  <c:v>18</c:v>
                </c:pt>
                <c:pt idx="1990">
                  <c:v>18</c:v>
                </c:pt>
                <c:pt idx="1991">
                  <c:v>18</c:v>
                </c:pt>
                <c:pt idx="1992">
                  <c:v>18</c:v>
                </c:pt>
                <c:pt idx="1993">
                  <c:v>18</c:v>
                </c:pt>
                <c:pt idx="1994">
                  <c:v>18</c:v>
                </c:pt>
                <c:pt idx="1995">
                  <c:v>18</c:v>
                </c:pt>
                <c:pt idx="1996">
                  <c:v>18</c:v>
                </c:pt>
                <c:pt idx="1997">
                  <c:v>18</c:v>
                </c:pt>
                <c:pt idx="1998">
                  <c:v>18</c:v>
                </c:pt>
                <c:pt idx="1999">
                  <c:v>18</c:v>
                </c:pt>
                <c:pt idx="2000">
                  <c:v>18</c:v>
                </c:pt>
                <c:pt idx="2001">
                  <c:v>18</c:v>
                </c:pt>
                <c:pt idx="2002">
                  <c:v>18</c:v>
                </c:pt>
                <c:pt idx="2003">
                  <c:v>18</c:v>
                </c:pt>
                <c:pt idx="2004">
                  <c:v>18</c:v>
                </c:pt>
                <c:pt idx="2005">
                  <c:v>18</c:v>
                </c:pt>
                <c:pt idx="2006">
                  <c:v>18</c:v>
                </c:pt>
                <c:pt idx="2007">
                  <c:v>18</c:v>
                </c:pt>
                <c:pt idx="2008">
                  <c:v>18</c:v>
                </c:pt>
                <c:pt idx="2009">
                  <c:v>18</c:v>
                </c:pt>
                <c:pt idx="2010">
                  <c:v>18</c:v>
                </c:pt>
                <c:pt idx="2011">
                  <c:v>18</c:v>
                </c:pt>
                <c:pt idx="2012">
                  <c:v>18</c:v>
                </c:pt>
                <c:pt idx="2013">
                  <c:v>18</c:v>
                </c:pt>
                <c:pt idx="2014">
                  <c:v>18</c:v>
                </c:pt>
                <c:pt idx="2015">
                  <c:v>18</c:v>
                </c:pt>
                <c:pt idx="2016">
                  <c:v>18</c:v>
                </c:pt>
                <c:pt idx="2017">
                  <c:v>18</c:v>
                </c:pt>
                <c:pt idx="2018">
                  <c:v>18</c:v>
                </c:pt>
                <c:pt idx="2019">
                  <c:v>18</c:v>
                </c:pt>
                <c:pt idx="2020">
                  <c:v>18</c:v>
                </c:pt>
                <c:pt idx="2021">
                  <c:v>18</c:v>
                </c:pt>
                <c:pt idx="2022">
                  <c:v>18</c:v>
                </c:pt>
                <c:pt idx="2023">
                  <c:v>18</c:v>
                </c:pt>
                <c:pt idx="2024">
                  <c:v>18</c:v>
                </c:pt>
                <c:pt idx="2025">
                  <c:v>18</c:v>
                </c:pt>
                <c:pt idx="2026">
                  <c:v>18</c:v>
                </c:pt>
                <c:pt idx="2027">
                  <c:v>18</c:v>
                </c:pt>
                <c:pt idx="2028">
                  <c:v>18</c:v>
                </c:pt>
                <c:pt idx="2029">
                  <c:v>18</c:v>
                </c:pt>
                <c:pt idx="2030">
                  <c:v>18</c:v>
                </c:pt>
                <c:pt idx="2031">
                  <c:v>18</c:v>
                </c:pt>
                <c:pt idx="2032">
                  <c:v>18</c:v>
                </c:pt>
                <c:pt idx="2033">
                  <c:v>18</c:v>
                </c:pt>
                <c:pt idx="2034">
                  <c:v>18</c:v>
                </c:pt>
                <c:pt idx="2035">
                  <c:v>18</c:v>
                </c:pt>
                <c:pt idx="2036">
                  <c:v>18</c:v>
                </c:pt>
                <c:pt idx="2037">
                  <c:v>18</c:v>
                </c:pt>
                <c:pt idx="2038">
                  <c:v>18</c:v>
                </c:pt>
                <c:pt idx="2039">
                  <c:v>18</c:v>
                </c:pt>
                <c:pt idx="2040">
                  <c:v>18</c:v>
                </c:pt>
                <c:pt idx="2041">
                  <c:v>18</c:v>
                </c:pt>
                <c:pt idx="2042">
                  <c:v>18</c:v>
                </c:pt>
                <c:pt idx="2043">
                  <c:v>18</c:v>
                </c:pt>
                <c:pt idx="2044">
                  <c:v>18</c:v>
                </c:pt>
                <c:pt idx="2045">
                  <c:v>18</c:v>
                </c:pt>
                <c:pt idx="2046">
                  <c:v>18</c:v>
                </c:pt>
                <c:pt idx="2047">
                  <c:v>18</c:v>
                </c:pt>
                <c:pt idx="2048">
                  <c:v>18</c:v>
                </c:pt>
                <c:pt idx="2049">
                  <c:v>18</c:v>
                </c:pt>
                <c:pt idx="2050">
                  <c:v>18</c:v>
                </c:pt>
                <c:pt idx="2051">
                  <c:v>18</c:v>
                </c:pt>
                <c:pt idx="2052">
                  <c:v>18</c:v>
                </c:pt>
                <c:pt idx="2053">
                  <c:v>18</c:v>
                </c:pt>
                <c:pt idx="2054">
                  <c:v>18</c:v>
                </c:pt>
                <c:pt idx="2055">
                  <c:v>18</c:v>
                </c:pt>
                <c:pt idx="2056">
                  <c:v>18</c:v>
                </c:pt>
                <c:pt idx="2057">
                  <c:v>18</c:v>
                </c:pt>
                <c:pt idx="2058">
                  <c:v>18</c:v>
                </c:pt>
                <c:pt idx="2059">
                  <c:v>18</c:v>
                </c:pt>
                <c:pt idx="2060">
                  <c:v>18</c:v>
                </c:pt>
                <c:pt idx="2061">
                  <c:v>18</c:v>
                </c:pt>
                <c:pt idx="2062">
                  <c:v>18</c:v>
                </c:pt>
                <c:pt idx="2063">
                  <c:v>18</c:v>
                </c:pt>
                <c:pt idx="2064">
                  <c:v>18</c:v>
                </c:pt>
                <c:pt idx="2065">
                  <c:v>18</c:v>
                </c:pt>
                <c:pt idx="2066">
                  <c:v>18</c:v>
                </c:pt>
                <c:pt idx="2067">
                  <c:v>18</c:v>
                </c:pt>
                <c:pt idx="2068">
                  <c:v>18</c:v>
                </c:pt>
                <c:pt idx="2069">
                  <c:v>18</c:v>
                </c:pt>
                <c:pt idx="2070">
                  <c:v>18</c:v>
                </c:pt>
                <c:pt idx="2071">
                  <c:v>18</c:v>
                </c:pt>
                <c:pt idx="2072">
                  <c:v>18</c:v>
                </c:pt>
                <c:pt idx="2073">
                  <c:v>18</c:v>
                </c:pt>
                <c:pt idx="2074">
                  <c:v>18</c:v>
                </c:pt>
                <c:pt idx="2075">
                  <c:v>18</c:v>
                </c:pt>
                <c:pt idx="2076">
                  <c:v>18</c:v>
                </c:pt>
                <c:pt idx="2077">
                  <c:v>18</c:v>
                </c:pt>
                <c:pt idx="2078">
                  <c:v>18</c:v>
                </c:pt>
                <c:pt idx="2079">
                  <c:v>18</c:v>
                </c:pt>
                <c:pt idx="2080">
                  <c:v>18</c:v>
                </c:pt>
                <c:pt idx="2081">
                  <c:v>18</c:v>
                </c:pt>
                <c:pt idx="2082">
                  <c:v>18</c:v>
                </c:pt>
                <c:pt idx="2083">
                  <c:v>18</c:v>
                </c:pt>
                <c:pt idx="2084">
                  <c:v>18</c:v>
                </c:pt>
                <c:pt idx="2085">
                  <c:v>18</c:v>
                </c:pt>
                <c:pt idx="2086">
                  <c:v>18</c:v>
                </c:pt>
                <c:pt idx="2087">
                  <c:v>18</c:v>
                </c:pt>
                <c:pt idx="2088">
                  <c:v>18</c:v>
                </c:pt>
                <c:pt idx="2089">
                  <c:v>18</c:v>
                </c:pt>
                <c:pt idx="2090">
                  <c:v>18</c:v>
                </c:pt>
                <c:pt idx="2091">
                  <c:v>18</c:v>
                </c:pt>
                <c:pt idx="2092">
                  <c:v>18</c:v>
                </c:pt>
                <c:pt idx="2093">
                  <c:v>18</c:v>
                </c:pt>
                <c:pt idx="2094">
                  <c:v>18</c:v>
                </c:pt>
                <c:pt idx="2095">
                  <c:v>18</c:v>
                </c:pt>
                <c:pt idx="2096">
                  <c:v>18</c:v>
                </c:pt>
                <c:pt idx="2097">
                  <c:v>18</c:v>
                </c:pt>
                <c:pt idx="2098">
                  <c:v>18</c:v>
                </c:pt>
                <c:pt idx="2099">
                  <c:v>18</c:v>
                </c:pt>
                <c:pt idx="2100">
                  <c:v>18</c:v>
                </c:pt>
                <c:pt idx="2101">
                  <c:v>18</c:v>
                </c:pt>
                <c:pt idx="2102">
                  <c:v>18</c:v>
                </c:pt>
                <c:pt idx="2103">
                  <c:v>18</c:v>
                </c:pt>
                <c:pt idx="2104">
                  <c:v>18</c:v>
                </c:pt>
                <c:pt idx="2105">
                  <c:v>18</c:v>
                </c:pt>
                <c:pt idx="2106">
                  <c:v>18</c:v>
                </c:pt>
                <c:pt idx="2107">
                  <c:v>18</c:v>
                </c:pt>
                <c:pt idx="2108">
                  <c:v>18</c:v>
                </c:pt>
                <c:pt idx="2109">
                  <c:v>18</c:v>
                </c:pt>
                <c:pt idx="2110">
                  <c:v>18</c:v>
                </c:pt>
                <c:pt idx="2111">
                  <c:v>18</c:v>
                </c:pt>
                <c:pt idx="2112">
                  <c:v>18</c:v>
                </c:pt>
                <c:pt idx="2113">
                  <c:v>18</c:v>
                </c:pt>
                <c:pt idx="2114">
                  <c:v>18</c:v>
                </c:pt>
                <c:pt idx="2115">
                  <c:v>18</c:v>
                </c:pt>
                <c:pt idx="2116">
                  <c:v>18</c:v>
                </c:pt>
                <c:pt idx="2117">
                  <c:v>18</c:v>
                </c:pt>
                <c:pt idx="2118">
                  <c:v>18</c:v>
                </c:pt>
                <c:pt idx="2119">
                  <c:v>18</c:v>
                </c:pt>
                <c:pt idx="2120">
                  <c:v>18</c:v>
                </c:pt>
                <c:pt idx="2121">
                  <c:v>18</c:v>
                </c:pt>
                <c:pt idx="2122">
                  <c:v>18</c:v>
                </c:pt>
                <c:pt idx="2123">
                  <c:v>18</c:v>
                </c:pt>
                <c:pt idx="2124">
                  <c:v>18</c:v>
                </c:pt>
                <c:pt idx="2125">
                  <c:v>18</c:v>
                </c:pt>
                <c:pt idx="2126">
                  <c:v>18</c:v>
                </c:pt>
                <c:pt idx="2127">
                  <c:v>18</c:v>
                </c:pt>
                <c:pt idx="2128">
                  <c:v>18</c:v>
                </c:pt>
                <c:pt idx="2129">
                  <c:v>18</c:v>
                </c:pt>
                <c:pt idx="2130">
                  <c:v>18</c:v>
                </c:pt>
                <c:pt idx="2131">
                  <c:v>18</c:v>
                </c:pt>
                <c:pt idx="2132">
                  <c:v>18</c:v>
                </c:pt>
                <c:pt idx="2133">
                  <c:v>18</c:v>
                </c:pt>
                <c:pt idx="2134">
                  <c:v>18</c:v>
                </c:pt>
                <c:pt idx="2135">
                  <c:v>18</c:v>
                </c:pt>
                <c:pt idx="2136">
                  <c:v>18</c:v>
                </c:pt>
                <c:pt idx="2137">
                  <c:v>18</c:v>
                </c:pt>
                <c:pt idx="2138">
                  <c:v>18</c:v>
                </c:pt>
                <c:pt idx="2139">
                  <c:v>18</c:v>
                </c:pt>
                <c:pt idx="2140">
                  <c:v>18</c:v>
                </c:pt>
                <c:pt idx="2141">
                  <c:v>18</c:v>
                </c:pt>
                <c:pt idx="2142">
                  <c:v>18</c:v>
                </c:pt>
                <c:pt idx="2143">
                  <c:v>18</c:v>
                </c:pt>
                <c:pt idx="2144">
                  <c:v>18</c:v>
                </c:pt>
                <c:pt idx="2145">
                  <c:v>18</c:v>
                </c:pt>
                <c:pt idx="2146">
                  <c:v>18</c:v>
                </c:pt>
                <c:pt idx="2147">
                  <c:v>18</c:v>
                </c:pt>
                <c:pt idx="2148">
                  <c:v>18</c:v>
                </c:pt>
                <c:pt idx="2149">
                  <c:v>18</c:v>
                </c:pt>
                <c:pt idx="2150">
                  <c:v>18</c:v>
                </c:pt>
                <c:pt idx="2151">
                  <c:v>18</c:v>
                </c:pt>
                <c:pt idx="2152">
                  <c:v>18</c:v>
                </c:pt>
                <c:pt idx="2153">
                  <c:v>18</c:v>
                </c:pt>
                <c:pt idx="2154">
                  <c:v>18</c:v>
                </c:pt>
                <c:pt idx="2155">
                  <c:v>18</c:v>
                </c:pt>
                <c:pt idx="2156">
                  <c:v>18</c:v>
                </c:pt>
                <c:pt idx="2157">
                  <c:v>18</c:v>
                </c:pt>
                <c:pt idx="2158">
                  <c:v>18</c:v>
                </c:pt>
                <c:pt idx="2159">
                  <c:v>18</c:v>
                </c:pt>
                <c:pt idx="2160">
                  <c:v>18</c:v>
                </c:pt>
                <c:pt idx="2161">
                  <c:v>18</c:v>
                </c:pt>
                <c:pt idx="2162">
                  <c:v>18</c:v>
                </c:pt>
                <c:pt idx="2163">
                  <c:v>18</c:v>
                </c:pt>
                <c:pt idx="2164">
                  <c:v>18</c:v>
                </c:pt>
                <c:pt idx="2165">
                  <c:v>18</c:v>
                </c:pt>
                <c:pt idx="2166">
                  <c:v>18</c:v>
                </c:pt>
                <c:pt idx="2167">
                  <c:v>18</c:v>
                </c:pt>
                <c:pt idx="2168">
                  <c:v>18</c:v>
                </c:pt>
                <c:pt idx="2169">
                  <c:v>18</c:v>
                </c:pt>
                <c:pt idx="2170">
                  <c:v>18</c:v>
                </c:pt>
                <c:pt idx="2171">
                  <c:v>18</c:v>
                </c:pt>
                <c:pt idx="2172">
                  <c:v>18</c:v>
                </c:pt>
                <c:pt idx="2173">
                  <c:v>18</c:v>
                </c:pt>
                <c:pt idx="2174">
                  <c:v>18</c:v>
                </c:pt>
                <c:pt idx="2175">
                  <c:v>18</c:v>
                </c:pt>
                <c:pt idx="2176">
                  <c:v>18</c:v>
                </c:pt>
                <c:pt idx="2177">
                  <c:v>18</c:v>
                </c:pt>
                <c:pt idx="2178">
                  <c:v>18</c:v>
                </c:pt>
                <c:pt idx="2179">
                  <c:v>18</c:v>
                </c:pt>
                <c:pt idx="2180">
                  <c:v>18</c:v>
                </c:pt>
                <c:pt idx="2181">
                  <c:v>18</c:v>
                </c:pt>
                <c:pt idx="2182">
                  <c:v>18</c:v>
                </c:pt>
                <c:pt idx="2183">
                  <c:v>18</c:v>
                </c:pt>
                <c:pt idx="2184">
                  <c:v>18</c:v>
                </c:pt>
                <c:pt idx="2185">
                  <c:v>18</c:v>
                </c:pt>
                <c:pt idx="2186">
                  <c:v>18</c:v>
                </c:pt>
                <c:pt idx="2187">
                  <c:v>18</c:v>
                </c:pt>
                <c:pt idx="2188">
                  <c:v>18</c:v>
                </c:pt>
                <c:pt idx="2189">
                  <c:v>18</c:v>
                </c:pt>
                <c:pt idx="2190">
                  <c:v>18</c:v>
                </c:pt>
                <c:pt idx="2191">
                  <c:v>18</c:v>
                </c:pt>
                <c:pt idx="2192">
                  <c:v>18</c:v>
                </c:pt>
                <c:pt idx="2193">
                  <c:v>18</c:v>
                </c:pt>
                <c:pt idx="2194">
                  <c:v>18</c:v>
                </c:pt>
                <c:pt idx="2195">
                  <c:v>18</c:v>
                </c:pt>
                <c:pt idx="2196">
                  <c:v>18</c:v>
                </c:pt>
                <c:pt idx="2197">
                  <c:v>18</c:v>
                </c:pt>
                <c:pt idx="2198">
                  <c:v>18</c:v>
                </c:pt>
                <c:pt idx="2199">
                  <c:v>18</c:v>
                </c:pt>
                <c:pt idx="2200">
                  <c:v>18</c:v>
                </c:pt>
                <c:pt idx="2201">
                  <c:v>18</c:v>
                </c:pt>
                <c:pt idx="2202">
                  <c:v>18</c:v>
                </c:pt>
                <c:pt idx="2203">
                  <c:v>18</c:v>
                </c:pt>
                <c:pt idx="2204">
                  <c:v>18</c:v>
                </c:pt>
                <c:pt idx="2205">
                  <c:v>18</c:v>
                </c:pt>
                <c:pt idx="2206">
                  <c:v>18</c:v>
                </c:pt>
                <c:pt idx="2207">
                  <c:v>18</c:v>
                </c:pt>
                <c:pt idx="2208">
                  <c:v>18</c:v>
                </c:pt>
                <c:pt idx="2209">
                  <c:v>18</c:v>
                </c:pt>
                <c:pt idx="2210">
                  <c:v>18</c:v>
                </c:pt>
                <c:pt idx="2211">
                  <c:v>18</c:v>
                </c:pt>
                <c:pt idx="2212">
                  <c:v>18</c:v>
                </c:pt>
                <c:pt idx="2213">
                  <c:v>18</c:v>
                </c:pt>
                <c:pt idx="2214">
                  <c:v>18</c:v>
                </c:pt>
                <c:pt idx="2215">
                  <c:v>18</c:v>
                </c:pt>
                <c:pt idx="2216">
                  <c:v>18</c:v>
                </c:pt>
                <c:pt idx="2217">
                  <c:v>18</c:v>
                </c:pt>
                <c:pt idx="2218">
                  <c:v>18</c:v>
                </c:pt>
                <c:pt idx="2219">
                  <c:v>18</c:v>
                </c:pt>
                <c:pt idx="2220">
                  <c:v>18</c:v>
                </c:pt>
                <c:pt idx="2221">
                  <c:v>18</c:v>
                </c:pt>
                <c:pt idx="2222">
                  <c:v>18</c:v>
                </c:pt>
                <c:pt idx="2223">
                  <c:v>18</c:v>
                </c:pt>
                <c:pt idx="2224">
                  <c:v>18</c:v>
                </c:pt>
                <c:pt idx="2225">
                  <c:v>18</c:v>
                </c:pt>
                <c:pt idx="2226">
                  <c:v>18</c:v>
                </c:pt>
                <c:pt idx="2227">
                  <c:v>18</c:v>
                </c:pt>
                <c:pt idx="2228">
                  <c:v>18</c:v>
                </c:pt>
                <c:pt idx="2229">
                  <c:v>18</c:v>
                </c:pt>
                <c:pt idx="2230">
                  <c:v>18</c:v>
                </c:pt>
                <c:pt idx="2231">
                  <c:v>18</c:v>
                </c:pt>
                <c:pt idx="2232">
                  <c:v>18</c:v>
                </c:pt>
                <c:pt idx="2233">
                  <c:v>18</c:v>
                </c:pt>
                <c:pt idx="2234">
                  <c:v>18</c:v>
                </c:pt>
                <c:pt idx="2235">
                  <c:v>18</c:v>
                </c:pt>
                <c:pt idx="2236">
                  <c:v>18</c:v>
                </c:pt>
                <c:pt idx="2237">
                  <c:v>18</c:v>
                </c:pt>
                <c:pt idx="2238">
                  <c:v>18</c:v>
                </c:pt>
                <c:pt idx="2239">
                  <c:v>18</c:v>
                </c:pt>
                <c:pt idx="2240">
                  <c:v>18</c:v>
                </c:pt>
                <c:pt idx="2241">
                  <c:v>18</c:v>
                </c:pt>
                <c:pt idx="2242">
                  <c:v>18</c:v>
                </c:pt>
                <c:pt idx="2243">
                  <c:v>18</c:v>
                </c:pt>
                <c:pt idx="2244">
                  <c:v>18</c:v>
                </c:pt>
                <c:pt idx="2245">
                  <c:v>18</c:v>
                </c:pt>
                <c:pt idx="2246">
                  <c:v>18</c:v>
                </c:pt>
                <c:pt idx="2247">
                  <c:v>18</c:v>
                </c:pt>
                <c:pt idx="2248">
                  <c:v>18</c:v>
                </c:pt>
                <c:pt idx="2249">
                  <c:v>18</c:v>
                </c:pt>
                <c:pt idx="2250">
                  <c:v>18</c:v>
                </c:pt>
                <c:pt idx="2251">
                  <c:v>18</c:v>
                </c:pt>
                <c:pt idx="2252">
                  <c:v>18</c:v>
                </c:pt>
                <c:pt idx="2253">
                  <c:v>18</c:v>
                </c:pt>
                <c:pt idx="2254">
                  <c:v>18</c:v>
                </c:pt>
                <c:pt idx="2255">
                  <c:v>18</c:v>
                </c:pt>
                <c:pt idx="2256">
                  <c:v>18</c:v>
                </c:pt>
                <c:pt idx="2257">
                  <c:v>18</c:v>
                </c:pt>
                <c:pt idx="2258">
                  <c:v>18</c:v>
                </c:pt>
                <c:pt idx="2259">
                  <c:v>18</c:v>
                </c:pt>
                <c:pt idx="2260">
                  <c:v>18</c:v>
                </c:pt>
                <c:pt idx="2261">
                  <c:v>18</c:v>
                </c:pt>
                <c:pt idx="2262">
                  <c:v>18</c:v>
                </c:pt>
                <c:pt idx="2263">
                  <c:v>18</c:v>
                </c:pt>
                <c:pt idx="2264">
                  <c:v>18</c:v>
                </c:pt>
                <c:pt idx="2265">
                  <c:v>18</c:v>
                </c:pt>
                <c:pt idx="2266">
                  <c:v>18</c:v>
                </c:pt>
                <c:pt idx="2267">
                  <c:v>18</c:v>
                </c:pt>
                <c:pt idx="2268">
                  <c:v>18</c:v>
                </c:pt>
                <c:pt idx="2269">
                  <c:v>18</c:v>
                </c:pt>
                <c:pt idx="2270">
                  <c:v>18</c:v>
                </c:pt>
                <c:pt idx="2271">
                  <c:v>18</c:v>
                </c:pt>
                <c:pt idx="2272">
                  <c:v>18</c:v>
                </c:pt>
                <c:pt idx="2273">
                  <c:v>18</c:v>
                </c:pt>
                <c:pt idx="2274">
                  <c:v>18</c:v>
                </c:pt>
                <c:pt idx="2275">
                  <c:v>18</c:v>
                </c:pt>
                <c:pt idx="2276">
                  <c:v>18</c:v>
                </c:pt>
                <c:pt idx="2277">
                  <c:v>18</c:v>
                </c:pt>
                <c:pt idx="2278">
                  <c:v>18</c:v>
                </c:pt>
                <c:pt idx="2279">
                  <c:v>18</c:v>
                </c:pt>
                <c:pt idx="2280">
                  <c:v>18</c:v>
                </c:pt>
                <c:pt idx="2281">
                  <c:v>18</c:v>
                </c:pt>
                <c:pt idx="2282">
                  <c:v>18</c:v>
                </c:pt>
                <c:pt idx="2283">
                  <c:v>18</c:v>
                </c:pt>
                <c:pt idx="2284">
                  <c:v>18</c:v>
                </c:pt>
                <c:pt idx="2285">
                  <c:v>18</c:v>
                </c:pt>
                <c:pt idx="2286">
                  <c:v>18</c:v>
                </c:pt>
                <c:pt idx="2287">
                  <c:v>18</c:v>
                </c:pt>
                <c:pt idx="2288">
                  <c:v>18</c:v>
                </c:pt>
                <c:pt idx="2289">
                  <c:v>18</c:v>
                </c:pt>
                <c:pt idx="2290">
                  <c:v>18</c:v>
                </c:pt>
                <c:pt idx="2291">
                  <c:v>18</c:v>
                </c:pt>
                <c:pt idx="2292">
                  <c:v>18</c:v>
                </c:pt>
                <c:pt idx="2293">
                  <c:v>18</c:v>
                </c:pt>
                <c:pt idx="2294">
                  <c:v>18</c:v>
                </c:pt>
                <c:pt idx="2295">
                  <c:v>18</c:v>
                </c:pt>
                <c:pt idx="2296">
                  <c:v>18</c:v>
                </c:pt>
                <c:pt idx="2297">
                  <c:v>18</c:v>
                </c:pt>
                <c:pt idx="2298">
                  <c:v>18</c:v>
                </c:pt>
                <c:pt idx="2299">
                  <c:v>18</c:v>
                </c:pt>
                <c:pt idx="2300">
                  <c:v>18</c:v>
                </c:pt>
                <c:pt idx="2301">
                  <c:v>18</c:v>
                </c:pt>
                <c:pt idx="2302">
                  <c:v>18</c:v>
                </c:pt>
                <c:pt idx="2303">
                  <c:v>18</c:v>
                </c:pt>
                <c:pt idx="2304">
                  <c:v>18</c:v>
                </c:pt>
                <c:pt idx="2305">
                  <c:v>18</c:v>
                </c:pt>
                <c:pt idx="2306">
                  <c:v>18</c:v>
                </c:pt>
                <c:pt idx="2307">
                  <c:v>18</c:v>
                </c:pt>
                <c:pt idx="2308">
                  <c:v>18</c:v>
                </c:pt>
                <c:pt idx="2309">
                  <c:v>18</c:v>
                </c:pt>
                <c:pt idx="2310">
                  <c:v>18</c:v>
                </c:pt>
                <c:pt idx="2311">
                  <c:v>18</c:v>
                </c:pt>
                <c:pt idx="2312">
                  <c:v>18</c:v>
                </c:pt>
                <c:pt idx="2313">
                  <c:v>18</c:v>
                </c:pt>
                <c:pt idx="2314">
                  <c:v>18</c:v>
                </c:pt>
                <c:pt idx="2315">
                  <c:v>18</c:v>
                </c:pt>
                <c:pt idx="2316">
                  <c:v>18</c:v>
                </c:pt>
                <c:pt idx="2317">
                  <c:v>18</c:v>
                </c:pt>
                <c:pt idx="2318">
                  <c:v>18</c:v>
                </c:pt>
                <c:pt idx="2319">
                  <c:v>18</c:v>
                </c:pt>
                <c:pt idx="2320">
                  <c:v>18</c:v>
                </c:pt>
                <c:pt idx="2321">
                  <c:v>18</c:v>
                </c:pt>
                <c:pt idx="2322">
                  <c:v>18</c:v>
                </c:pt>
                <c:pt idx="2323">
                  <c:v>18</c:v>
                </c:pt>
                <c:pt idx="2324">
                  <c:v>18</c:v>
                </c:pt>
                <c:pt idx="2325">
                  <c:v>18</c:v>
                </c:pt>
                <c:pt idx="2326">
                  <c:v>18</c:v>
                </c:pt>
                <c:pt idx="2327">
                  <c:v>18</c:v>
                </c:pt>
                <c:pt idx="2328">
                  <c:v>18</c:v>
                </c:pt>
                <c:pt idx="2329">
                  <c:v>18</c:v>
                </c:pt>
                <c:pt idx="2330">
                  <c:v>18</c:v>
                </c:pt>
                <c:pt idx="2331">
                  <c:v>18</c:v>
                </c:pt>
                <c:pt idx="2332">
                  <c:v>18</c:v>
                </c:pt>
                <c:pt idx="2333">
                  <c:v>18</c:v>
                </c:pt>
                <c:pt idx="2334">
                  <c:v>18</c:v>
                </c:pt>
                <c:pt idx="2335">
                  <c:v>18</c:v>
                </c:pt>
                <c:pt idx="2336">
                  <c:v>18</c:v>
                </c:pt>
                <c:pt idx="2337">
                  <c:v>18</c:v>
                </c:pt>
                <c:pt idx="2338">
                  <c:v>18</c:v>
                </c:pt>
                <c:pt idx="2339">
                  <c:v>18</c:v>
                </c:pt>
                <c:pt idx="2340">
                  <c:v>18</c:v>
                </c:pt>
                <c:pt idx="2341">
                  <c:v>18</c:v>
                </c:pt>
                <c:pt idx="2342">
                  <c:v>18</c:v>
                </c:pt>
                <c:pt idx="2343">
                  <c:v>18</c:v>
                </c:pt>
                <c:pt idx="2344">
                  <c:v>18</c:v>
                </c:pt>
                <c:pt idx="2345">
                  <c:v>18</c:v>
                </c:pt>
                <c:pt idx="2346">
                  <c:v>18</c:v>
                </c:pt>
                <c:pt idx="2347">
                  <c:v>18</c:v>
                </c:pt>
                <c:pt idx="2348">
                  <c:v>18</c:v>
                </c:pt>
                <c:pt idx="2349">
                  <c:v>18</c:v>
                </c:pt>
                <c:pt idx="2350">
                  <c:v>18</c:v>
                </c:pt>
                <c:pt idx="2351">
                  <c:v>18</c:v>
                </c:pt>
                <c:pt idx="2352">
                  <c:v>18</c:v>
                </c:pt>
                <c:pt idx="2353">
                  <c:v>18</c:v>
                </c:pt>
                <c:pt idx="2354">
                  <c:v>18</c:v>
                </c:pt>
                <c:pt idx="2355">
                  <c:v>18</c:v>
                </c:pt>
                <c:pt idx="2356">
                  <c:v>18</c:v>
                </c:pt>
                <c:pt idx="2357">
                  <c:v>18</c:v>
                </c:pt>
                <c:pt idx="2358">
                  <c:v>18</c:v>
                </c:pt>
                <c:pt idx="2359">
                  <c:v>18</c:v>
                </c:pt>
                <c:pt idx="2360">
                  <c:v>18</c:v>
                </c:pt>
                <c:pt idx="2361">
                  <c:v>18</c:v>
                </c:pt>
                <c:pt idx="2362">
                  <c:v>18</c:v>
                </c:pt>
                <c:pt idx="2363">
                  <c:v>18</c:v>
                </c:pt>
                <c:pt idx="2364">
                  <c:v>18</c:v>
                </c:pt>
                <c:pt idx="2365">
                  <c:v>18</c:v>
                </c:pt>
                <c:pt idx="2366">
                  <c:v>18</c:v>
                </c:pt>
                <c:pt idx="2367">
                  <c:v>18</c:v>
                </c:pt>
                <c:pt idx="2368">
                  <c:v>18</c:v>
                </c:pt>
                <c:pt idx="2369">
                  <c:v>18</c:v>
                </c:pt>
                <c:pt idx="2370">
                  <c:v>18</c:v>
                </c:pt>
                <c:pt idx="2371">
                  <c:v>18</c:v>
                </c:pt>
                <c:pt idx="2372">
                  <c:v>18</c:v>
                </c:pt>
                <c:pt idx="2373">
                  <c:v>18</c:v>
                </c:pt>
                <c:pt idx="2374">
                  <c:v>18</c:v>
                </c:pt>
                <c:pt idx="2375">
                  <c:v>18</c:v>
                </c:pt>
                <c:pt idx="2376">
                  <c:v>18</c:v>
                </c:pt>
                <c:pt idx="2377">
                  <c:v>18</c:v>
                </c:pt>
                <c:pt idx="2378">
                  <c:v>18</c:v>
                </c:pt>
                <c:pt idx="2379">
                  <c:v>18</c:v>
                </c:pt>
                <c:pt idx="2380">
                  <c:v>18</c:v>
                </c:pt>
                <c:pt idx="2381">
                  <c:v>18</c:v>
                </c:pt>
                <c:pt idx="2382">
                  <c:v>18</c:v>
                </c:pt>
                <c:pt idx="2383">
                  <c:v>18</c:v>
                </c:pt>
                <c:pt idx="2384">
                  <c:v>18</c:v>
                </c:pt>
                <c:pt idx="2385">
                  <c:v>18</c:v>
                </c:pt>
                <c:pt idx="2386">
                  <c:v>18</c:v>
                </c:pt>
                <c:pt idx="2387">
                  <c:v>18</c:v>
                </c:pt>
                <c:pt idx="2388">
                  <c:v>18</c:v>
                </c:pt>
                <c:pt idx="2389">
                  <c:v>18</c:v>
                </c:pt>
                <c:pt idx="2390">
                  <c:v>18</c:v>
                </c:pt>
                <c:pt idx="2391">
                  <c:v>18</c:v>
                </c:pt>
                <c:pt idx="2392">
                  <c:v>18</c:v>
                </c:pt>
                <c:pt idx="2393">
                  <c:v>18</c:v>
                </c:pt>
                <c:pt idx="2394">
                  <c:v>18</c:v>
                </c:pt>
                <c:pt idx="2395">
                  <c:v>18</c:v>
                </c:pt>
                <c:pt idx="2396">
                  <c:v>18</c:v>
                </c:pt>
                <c:pt idx="2397">
                  <c:v>18</c:v>
                </c:pt>
                <c:pt idx="2398">
                  <c:v>18</c:v>
                </c:pt>
                <c:pt idx="2399">
                  <c:v>18</c:v>
                </c:pt>
                <c:pt idx="2400">
                  <c:v>18</c:v>
                </c:pt>
                <c:pt idx="2401">
                  <c:v>18</c:v>
                </c:pt>
                <c:pt idx="2402">
                  <c:v>18</c:v>
                </c:pt>
                <c:pt idx="2403">
                  <c:v>18</c:v>
                </c:pt>
                <c:pt idx="2404">
                  <c:v>18</c:v>
                </c:pt>
                <c:pt idx="2405">
                  <c:v>18</c:v>
                </c:pt>
                <c:pt idx="2406">
                  <c:v>18</c:v>
                </c:pt>
                <c:pt idx="2407">
                  <c:v>18</c:v>
                </c:pt>
                <c:pt idx="2408">
                  <c:v>18</c:v>
                </c:pt>
                <c:pt idx="2409">
                  <c:v>18</c:v>
                </c:pt>
                <c:pt idx="2410">
                  <c:v>18</c:v>
                </c:pt>
                <c:pt idx="2411">
                  <c:v>18</c:v>
                </c:pt>
                <c:pt idx="2412">
                  <c:v>18</c:v>
                </c:pt>
                <c:pt idx="2413">
                  <c:v>18</c:v>
                </c:pt>
                <c:pt idx="2414">
                  <c:v>18</c:v>
                </c:pt>
                <c:pt idx="2415">
                  <c:v>18</c:v>
                </c:pt>
                <c:pt idx="2416">
                  <c:v>18</c:v>
                </c:pt>
                <c:pt idx="2417">
                  <c:v>18</c:v>
                </c:pt>
                <c:pt idx="2418">
                  <c:v>18</c:v>
                </c:pt>
                <c:pt idx="2419">
                  <c:v>18</c:v>
                </c:pt>
                <c:pt idx="2420">
                  <c:v>18</c:v>
                </c:pt>
                <c:pt idx="2421">
                  <c:v>18</c:v>
                </c:pt>
                <c:pt idx="2422">
                  <c:v>18</c:v>
                </c:pt>
                <c:pt idx="2423">
                  <c:v>18</c:v>
                </c:pt>
                <c:pt idx="2424">
                  <c:v>18</c:v>
                </c:pt>
                <c:pt idx="2425">
                  <c:v>18</c:v>
                </c:pt>
                <c:pt idx="2426">
                  <c:v>18</c:v>
                </c:pt>
                <c:pt idx="2427">
                  <c:v>18</c:v>
                </c:pt>
                <c:pt idx="2428">
                  <c:v>18</c:v>
                </c:pt>
                <c:pt idx="2429">
                  <c:v>18</c:v>
                </c:pt>
                <c:pt idx="2430">
                  <c:v>18</c:v>
                </c:pt>
                <c:pt idx="2431">
                  <c:v>18</c:v>
                </c:pt>
                <c:pt idx="2432">
                  <c:v>18</c:v>
                </c:pt>
                <c:pt idx="2433">
                  <c:v>18</c:v>
                </c:pt>
                <c:pt idx="2434">
                  <c:v>18</c:v>
                </c:pt>
                <c:pt idx="2435">
                  <c:v>18</c:v>
                </c:pt>
                <c:pt idx="2436">
                  <c:v>18</c:v>
                </c:pt>
                <c:pt idx="2437">
                  <c:v>18</c:v>
                </c:pt>
                <c:pt idx="2438">
                  <c:v>18</c:v>
                </c:pt>
                <c:pt idx="2439">
                  <c:v>18</c:v>
                </c:pt>
                <c:pt idx="2440">
                  <c:v>18</c:v>
                </c:pt>
                <c:pt idx="2441">
                  <c:v>18</c:v>
                </c:pt>
                <c:pt idx="2442">
                  <c:v>18</c:v>
                </c:pt>
                <c:pt idx="2443">
                  <c:v>18</c:v>
                </c:pt>
                <c:pt idx="2444">
                  <c:v>18</c:v>
                </c:pt>
                <c:pt idx="2445">
                  <c:v>18</c:v>
                </c:pt>
                <c:pt idx="2446">
                  <c:v>18</c:v>
                </c:pt>
                <c:pt idx="2447">
                  <c:v>18</c:v>
                </c:pt>
                <c:pt idx="2448">
                  <c:v>18</c:v>
                </c:pt>
                <c:pt idx="2449">
                  <c:v>18</c:v>
                </c:pt>
                <c:pt idx="2450">
                  <c:v>18</c:v>
                </c:pt>
                <c:pt idx="2451">
                  <c:v>18</c:v>
                </c:pt>
                <c:pt idx="2452">
                  <c:v>18</c:v>
                </c:pt>
                <c:pt idx="2453">
                  <c:v>18</c:v>
                </c:pt>
                <c:pt idx="2454">
                  <c:v>18</c:v>
                </c:pt>
                <c:pt idx="2455">
                  <c:v>18</c:v>
                </c:pt>
                <c:pt idx="2456">
                  <c:v>18</c:v>
                </c:pt>
                <c:pt idx="2457">
                  <c:v>18</c:v>
                </c:pt>
                <c:pt idx="2458">
                  <c:v>18</c:v>
                </c:pt>
                <c:pt idx="2459">
                  <c:v>18</c:v>
                </c:pt>
                <c:pt idx="2460">
                  <c:v>18</c:v>
                </c:pt>
                <c:pt idx="2461">
                  <c:v>18</c:v>
                </c:pt>
                <c:pt idx="2462">
                  <c:v>18</c:v>
                </c:pt>
                <c:pt idx="2463">
                  <c:v>18</c:v>
                </c:pt>
                <c:pt idx="2464">
                  <c:v>18</c:v>
                </c:pt>
                <c:pt idx="2465">
                  <c:v>18</c:v>
                </c:pt>
                <c:pt idx="2466">
                  <c:v>18</c:v>
                </c:pt>
                <c:pt idx="2467">
                  <c:v>18</c:v>
                </c:pt>
                <c:pt idx="2468">
                  <c:v>18</c:v>
                </c:pt>
                <c:pt idx="2469">
                  <c:v>18</c:v>
                </c:pt>
                <c:pt idx="2470">
                  <c:v>18</c:v>
                </c:pt>
                <c:pt idx="2471">
                  <c:v>18</c:v>
                </c:pt>
                <c:pt idx="2472">
                  <c:v>18</c:v>
                </c:pt>
                <c:pt idx="2473">
                  <c:v>18</c:v>
                </c:pt>
                <c:pt idx="2474">
                  <c:v>18</c:v>
                </c:pt>
                <c:pt idx="2475">
                  <c:v>18</c:v>
                </c:pt>
                <c:pt idx="2476">
                  <c:v>18</c:v>
                </c:pt>
                <c:pt idx="2477">
                  <c:v>18</c:v>
                </c:pt>
                <c:pt idx="2478">
                  <c:v>18</c:v>
                </c:pt>
                <c:pt idx="2479">
                  <c:v>18</c:v>
                </c:pt>
                <c:pt idx="2480">
                  <c:v>18</c:v>
                </c:pt>
                <c:pt idx="2481">
                  <c:v>18</c:v>
                </c:pt>
                <c:pt idx="2482">
                  <c:v>18</c:v>
                </c:pt>
                <c:pt idx="2483">
                  <c:v>18</c:v>
                </c:pt>
                <c:pt idx="2484">
                  <c:v>18</c:v>
                </c:pt>
                <c:pt idx="2485">
                  <c:v>18</c:v>
                </c:pt>
                <c:pt idx="2486">
                  <c:v>18</c:v>
                </c:pt>
                <c:pt idx="2487">
                  <c:v>18</c:v>
                </c:pt>
                <c:pt idx="2488">
                  <c:v>18</c:v>
                </c:pt>
                <c:pt idx="2489">
                  <c:v>18</c:v>
                </c:pt>
                <c:pt idx="2490">
                  <c:v>18</c:v>
                </c:pt>
                <c:pt idx="2491">
                  <c:v>18</c:v>
                </c:pt>
                <c:pt idx="2492">
                  <c:v>18</c:v>
                </c:pt>
                <c:pt idx="2493">
                  <c:v>18</c:v>
                </c:pt>
                <c:pt idx="2494">
                  <c:v>18</c:v>
                </c:pt>
                <c:pt idx="2495">
                  <c:v>18</c:v>
                </c:pt>
                <c:pt idx="2496">
                  <c:v>18</c:v>
                </c:pt>
                <c:pt idx="2497">
                  <c:v>18</c:v>
                </c:pt>
                <c:pt idx="2498">
                  <c:v>18</c:v>
                </c:pt>
                <c:pt idx="2499">
                  <c:v>18</c:v>
                </c:pt>
                <c:pt idx="2500">
                  <c:v>18</c:v>
                </c:pt>
                <c:pt idx="2501">
                  <c:v>18</c:v>
                </c:pt>
                <c:pt idx="2502">
                  <c:v>18</c:v>
                </c:pt>
                <c:pt idx="2503">
                  <c:v>18</c:v>
                </c:pt>
                <c:pt idx="2504">
                  <c:v>18</c:v>
                </c:pt>
                <c:pt idx="2505">
                  <c:v>18</c:v>
                </c:pt>
                <c:pt idx="2506">
                  <c:v>18</c:v>
                </c:pt>
                <c:pt idx="2507">
                  <c:v>18</c:v>
                </c:pt>
                <c:pt idx="2508">
                  <c:v>18</c:v>
                </c:pt>
                <c:pt idx="2509">
                  <c:v>18</c:v>
                </c:pt>
                <c:pt idx="2510">
                  <c:v>18</c:v>
                </c:pt>
                <c:pt idx="2511">
                  <c:v>18</c:v>
                </c:pt>
                <c:pt idx="2512">
                  <c:v>18</c:v>
                </c:pt>
                <c:pt idx="2513">
                  <c:v>18</c:v>
                </c:pt>
                <c:pt idx="2514">
                  <c:v>18</c:v>
                </c:pt>
                <c:pt idx="2515">
                  <c:v>18</c:v>
                </c:pt>
                <c:pt idx="2516">
                  <c:v>18</c:v>
                </c:pt>
                <c:pt idx="2517">
                  <c:v>18</c:v>
                </c:pt>
                <c:pt idx="2518">
                  <c:v>18</c:v>
                </c:pt>
                <c:pt idx="2519">
                  <c:v>18</c:v>
                </c:pt>
                <c:pt idx="2520">
                  <c:v>18</c:v>
                </c:pt>
                <c:pt idx="2521">
                  <c:v>18</c:v>
                </c:pt>
                <c:pt idx="2522">
                  <c:v>18</c:v>
                </c:pt>
                <c:pt idx="2523">
                  <c:v>18</c:v>
                </c:pt>
                <c:pt idx="2524">
                  <c:v>18</c:v>
                </c:pt>
                <c:pt idx="2525">
                  <c:v>18</c:v>
                </c:pt>
                <c:pt idx="2526">
                  <c:v>18</c:v>
                </c:pt>
                <c:pt idx="2527">
                  <c:v>18</c:v>
                </c:pt>
                <c:pt idx="2528">
                  <c:v>18</c:v>
                </c:pt>
                <c:pt idx="2529">
                  <c:v>18</c:v>
                </c:pt>
                <c:pt idx="2530">
                  <c:v>18</c:v>
                </c:pt>
                <c:pt idx="2531">
                  <c:v>18</c:v>
                </c:pt>
                <c:pt idx="2532">
                  <c:v>18</c:v>
                </c:pt>
                <c:pt idx="2533">
                  <c:v>18</c:v>
                </c:pt>
                <c:pt idx="2534">
                  <c:v>18</c:v>
                </c:pt>
                <c:pt idx="2535">
                  <c:v>18</c:v>
                </c:pt>
                <c:pt idx="2536">
                  <c:v>18</c:v>
                </c:pt>
                <c:pt idx="2537">
                  <c:v>18</c:v>
                </c:pt>
                <c:pt idx="2538">
                  <c:v>18</c:v>
                </c:pt>
                <c:pt idx="2539">
                  <c:v>18</c:v>
                </c:pt>
                <c:pt idx="2540">
                  <c:v>18</c:v>
                </c:pt>
                <c:pt idx="2541">
                  <c:v>18</c:v>
                </c:pt>
                <c:pt idx="2542">
                  <c:v>18</c:v>
                </c:pt>
                <c:pt idx="2543">
                  <c:v>18</c:v>
                </c:pt>
                <c:pt idx="2544">
                  <c:v>18</c:v>
                </c:pt>
                <c:pt idx="2545">
                  <c:v>18</c:v>
                </c:pt>
                <c:pt idx="2546">
                  <c:v>18</c:v>
                </c:pt>
                <c:pt idx="2547">
                  <c:v>18</c:v>
                </c:pt>
                <c:pt idx="2548">
                  <c:v>18</c:v>
                </c:pt>
                <c:pt idx="2549">
                  <c:v>18</c:v>
                </c:pt>
                <c:pt idx="2550">
                  <c:v>18</c:v>
                </c:pt>
                <c:pt idx="2551">
                  <c:v>18</c:v>
                </c:pt>
                <c:pt idx="2552">
                  <c:v>18</c:v>
                </c:pt>
                <c:pt idx="2553">
                  <c:v>18</c:v>
                </c:pt>
                <c:pt idx="2554">
                  <c:v>18</c:v>
                </c:pt>
                <c:pt idx="2555">
                  <c:v>18</c:v>
                </c:pt>
                <c:pt idx="2556">
                  <c:v>18</c:v>
                </c:pt>
                <c:pt idx="2557">
                  <c:v>18</c:v>
                </c:pt>
                <c:pt idx="2558">
                  <c:v>18</c:v>
                </c:pt>
                <c:pt idx="2559">
                  <c:v>18</c:v>
                </c:pt>
                <c:pt idx="2560">
                  <c:v>18</c:v>
                </c:pt>
                <c:pt idx="2561">
                  <c:v>18</c:v>
                </c:pt>
                <c:pt idx="2562">
                  <c:v>18</c:v>
                </c:pt>
                <c:pt idx="2563">
                  <c:v>18</c:v>
                </c:pt>
                <c:pt idx="2564">
                  <c:v>18</c:v>
                </c:pt>
                <c:pt idx="2565">
                  <c:v>18</c:v>
                </c:pt>
                <c:pt idx="2566">
                  <c:v>18</c:v>
                </c:pt>
                <c:pt idx="2567">
                  <c:v>18</c:v>
                </c:pt>
                <c:pt idx="2568">
                  <c:v>18</c:v>
                </c:pt>
                <c:pt idx="2569">
                  <c:v>18</c:v>
                </c:pt>
                <c:pt idx="2570">
                  <c:v>18</c:v>
                </c:pt>
                <c:pt idx="2571">
                  <c:v>18</c:v>
                </c:pt>
                <c:pt idx="2572">
                  <c:v>18</c:v>
                </c:pt>
                <c:pt idx="2573">
                  <c:v>18</c:v>
                </c:pt>
                <c:pt idx="2574">
                  <c:v>18</c:v>
                </c:pt>
                <c:pt idx="2575">
                  <c:v>18</c:v>
                </c:pt>
                <c:pt idx="2576">
                  <c:v>18</c:v>
                </c:pt>
                <c:pt idx="2577">
                  <c:v>18</c:v>
                </c:pt>
                <c:pt idx="2578">
                  <c:v>18</c:v>
                </c:pt>
                <c:pt idx="2579">
                  <c:v>18</c:v>
                </c:pt>
                <c:pt idx="2580">
                  <c:v>18</c:v>
                </c:pt>
                <c:pt idx="2581">
                  <c:v>18</c:v>
                </c:pt>
                <c:pt idx="2582">
                  <c:v>18</c:v>
                </c:pt>
                <c:pt idx="2583">
                  <c:v>18</c:v>
                </c:pt>
                <c:pt idx="2584">
                  <c:v>18</c:v>
                </c:pt>
                <c:pt idx="2585">
                  <c:v>18</c:v>
                </c:pt>
                <c:pt idx="2586">
                  <c:v>18</c:v>
                </c:pt>
                <c:pt idx="2587">
                  <c:v>18</c:v>
                </c:pt>
                <c:pt idx="2588">
                  <c:v>18</c:v>
                </c:pt>
                <c:pt idx="2589">
                  <c:v>18</c:v>
                </c:pt>
                <c:pt idx="2590">
                  <c:v>18</c:v>
                </c:pt>
                <c:pt idx="2591">
                  <c:v>18</c:v>
                </c:pt>
                <c:pt idx="2592">
                  <c:v>18</c:v>
                </c:pt>
                <c:pt idx="2593">
                  <c:v>18</c:v>
                </c:pt>
                <c:pt idx="2594">
                  <c:v>18</c:v>
                </c:pt>
                <c:pt idx="2595">
                  <c:v>18</c:v>
                </c:pt>
                <c:pt idx="2596">
                  <c:v>18</c:v>
                </c:pt>
                <c:pt idx="2597">
                  <c:v>18</c:v>
                </c:pt>
                <c:pt idx="2598">
                  <c:v>18</c:v>
                </c:pt>
                <c:pt idx="2599">
                  <c:v>18</c:v>
                </c:pt>
                <c:pt idx="2600">
                  <c:v>18</c:v>
                </c:pt>
                <c:pt idx="2601">
                  <c:v>18</c:v>
                </c:pt>
                <c:pt idx="2602">
                  <c:v>18</c:v>
                </c:pt>
                <c:pt idx="2603">
                  <c:v>18</c:v>
                </c:pt>
                <c:pt idx="2604">
                  <c:v>18</c:v>
                </c:pt>
                <c:pt idx="2605">
                  <c:v>18</c:v>
                </c:pt>
                <c:pt idx="2606">
                  <c:v>18</c:v>
                </c:pt>
                <c:pt idx="2607">
                  <c:v>18</c:v>
                </c:pt>
                <c:pt idx="2608">
                  <c:v>18</c:v>
                </c:pt>
                <c:pt idx="2609">
                  <c:v>18</c:v>
                </c:pt>
                <c:pt idx="2610">
                  <c:v>18</c:v>
                </c:pt>
                <c:pt idx="2611">
                  <c:v>18</c:v>
                </c:pt>
                <c:pt idx="2612">
                  <c:v>18</c:v>
                </c:pt>
                <c:pt idx="2613">
                  <c:v>18</c:v>
                </c:pt>
                <c:pt idx="2614">
                  <c:v>18</c:v>
                </c:pt>
                <c:pt idx="2615">
                  <c:v>18</c:v>
                </c:pt>
                <c:pt idx="2616">
                  <c:v>18</c:v>
                </c:pt>
                <c:pt idx="2617">
                  <c:v>18</c:v>
                </c:pt>
                <c:pt idx="2618">
                  <c:v>18</c:v>
                </c:pt>
                <c:pt idx="2619">
                  <c:v>18</c:v>
                </c:pt>
                <c:pt idx="2620">
                  <c:v>18</c:v>
                </c:pt>
                <c:pt idx="2621">
                  <c:v>18</c:v>
                </c:pt>
                <c:pt idx="2622">
                  <c:v>18</c:v>
                </c:pt>
                <c:pt idx="2623">
                  <c:v>18</c:v>
                </c:pt>
                <c:pt idx="2624">
                  <c:v>18</c:v>
                </c:pt>
                <c:pt idx="2625">
                  <c:v>18</c:v>
                </c:pt>
                <c:pt idx="2626">
                  <c:v>18</c:v>
                </c:pt>
                <c:pt idx="2627">
                  <c:v>18</c:v>
                </c:pt>
                <c:pt idx="2628">
                  <c:v>18</c:v>
                </c:pt>
                <c:pt idx="2629">
                  <c:v>18</c:v>
                </c:pt>
                <c:pt idx="2630">
                  <c:v>18</c:v>
                </c:pt>
                <c:pt idx="2631">
                  <c:v>18</c:v>
                </c:pt>
                <c:pt idx="2632">
                  <c:v>18</c:v>
                </c:pt>
                <c:pt idx="2633">
                  <c:v>18</c:v>
                </c:pt>
                <c:pt idx="2634">
                  <c:v>18</c:v>
                </c:pt>
                <c:pt idx="2635">
                  <c:v>18</c:v>
                </c:pt>
                <c:pt idx="2636">
                  <c:v>18</c:v>
                </c:pt>
                <c:pt idx="2637">
                  <c:v>18</c:v>
                </c:pt>
                <c:pt idx="2638">
                  <c:v>18</c:v>
                </c:pt>
                <c:pt idx="2639">
                  <c:v>18</c:v>
                </c:pt>
                <c:pt idx="2640">
                  <c:v>18</c:v>
                </c:pt>
                <c:pt idx="2641">
                  <c:v>18</c:v>
                </c:pt>
                <c:pt idx="2642">
                  <c:v>18</c:v>
                </c:pt>
                <c:pt idx="2643">
                  <c:v>18</c:v>
                </c:pt>
                <c:pt idx="2644">
                  <c:v>18</c:v>
                </c:pt>
                <c:pt idx="2645">
                  <c:v>18</c:v>
                </c:pt>
                <c:pt idx="2646">
                  <c:v>18</c:v>
                </c:pt>
                <c:pt idx="2647">
                  <c:v>18</c:v>
                </c:pt>
                <c:pt idx="2648">
                  <c:v>18</c:v>
                </c:pt>
                <c:pt idx="2649">
                  <c:v>18</c:v>
                </c:pt>
                <c:pt idx="2650">
                  <c:v>18</c:v>
                </c:pt>
                <c:pt idx="2651">
                  <c:v>18</c:v>
                </c:pt>
                <c:pt idx="2652">
                  <c:v>18</c:v>
                </c:pt>
                <c:pt idx="2653">
                  <c:v>18</c:v>
                </c:pt>
                <c:pt idx="2654">
                  <c:v>18</c:v>
                </c:pt>
                <c:pt idx="2655">
                  <c:v>18</c:v>
                </c:pt>
                <c:pt idx="2656">
                  <c:v>18</c:v>
                </c:pt>
                <c:pt idx="2657">
                  <c:v>18</c:v>
                </c:pt>
                <c:pt idx="2658">
                  <c:v>18</c:v>
                </c:pt>
                <c:pt idx="2659">
                  <c:v>18</c:v>
                </c:pt>
                <c:pt idx="2660">
                  <c:v>18</c:v>
                </c:pt>
                <c:pt idx="2661">
                  <c:v>18</c:v>
                </c:pt>
                <c:pt idx="2662">
                  <c:v>18</c:v>
                </c:pt>
                <c:pt idx="2663">
                  <c:v>18</c:v>
                </c:pt>
                <c:pt idx="2664">
                  <c:v>18</c:v>
                </c:pt>
                <c:pt idx="2665">
                  <c:v>18</c:v>
                </c:pt>
                <c:pt idx="2666">
                  <c:v>18</c:v>
                </c:pt>
                <c:pt idx="2667">
                  <c:v>18</c:v>
                </c:pt>
                <c:pt idx="2668">
                  <c:v>18</c:v>
                </c:pt>
                <c:pt idx="2669">
                  <c:v>18</c:v>
                </c:pt>
                <c:pt idx="2670">
                  <c:v>18</c:v>
                </c:pt>
                <c:pt idx="2671">
                  <c:v>18</c:v>
                </c:pt>
                <c:pt idx="2672">
                  <c:v>18</c:v>
                </c:pt>
                <c:pt idx="2673">
                  <c:v>18</c:v>
                </c:pt>
                <c:pt idx="2674">
                  <c:v>18</c:v>
                </c:pt>
                <c:pt idx="2675">
                  <c:v>18</c:v>
                </c:pt>
                <c:pt idx="2676">
                  <c:v>18</c:v>
                </c:pt>
                <c:pt idx="2677">
                  <c:v>18</c:v>
                </c:pt>
                <c:pt idx="2678">
                  <c:v>18</c:v>
                </c:pt>
                <c:pt idx="2679">
                  <c:v>18</c:v>
                </c:pt>
                <c:pt idx="2680">
                  <c:v>18</c:v>
                </c:pt>
                <c:pt idx="2681">
                  <c:v>18</c:v>
                </c:pt>
                <c:pt idx="2682">
                  <c:v>18</c:v>
                </c:pt>
                <c:pt idx="2683">
                  <c:v>18</c:v>
                </c:pt>
                <c:pt idx="2684">
                  <c:v>18</c:v>
                </c:pt>
                <c:pt idx="2685">
                  <c:v>18</c:v>
                </c:pt>
                <c:pt idx="2686">
                  <c:v>18</c:v>
                </c:pt>
                <c:pt idx="2687">
                  <c:v>18</c:v>
                </c:pt>
                <c:pt idx="2688">
                  <c:v>18</c:v>
                </c:pt>
                <c:pt idx="2689">
                  <c:v>18</c:v>
                </c:pt>
                <c:pt idx="2690">
                  <c:v>18</c:v>
                </c:pt>
                <c:pt idx="2691">
                  <c:v>18</c:v>
                </c:pt>
                <c:pt idx="2692">
                  <c:v>18</c:v>
                </c:pt>
                <c:pt idx="2693">
                  <c:v>18</c:v>
                </c:pt>
                <c:pt idx="2694">
                  <c:v>18</c:v>
                </c:pt>
                <c:pt idx="2695">
                  <c:v>18</c:v>
                </c:pt>
                <c:pt idx="2696">
                  <c:v>18</c:v>
                </c:pt>
                <c:pt idx="2697">
                  <c:v>18</c:v>
                </c:pt>
                <c:pt idx="2698">
                  <c:v>18</c:v>
                </c:pt>
                <c:pt idx="2699">
                  <c:v>18</c:v>
                </c:pt>
                <c:pt idx="2700">
                  <c:v>18</c:v>
                </c:pt>
                <c:pt idx="2701">
                  <c:v>18</c:v>
                </c:pt>
                <c:pt idx="2702">
                  <c:v>18</c:v>
                </c:pt>
                <c:pt idx="2703">
                  <c:v>18</c:v>
                </c:pt>
                <c:pt idx="2704">
                  <c:v>18</c:v>
                </c:pt>
                <c:pt idx="2705">
                  <c:v>18</c:v>
                </c:pt>
                <c:pt idx="2706">
                  <c:v>18</c:v>
                </c:pt>
                <c:pt idx="2707">
                  <c:v>18</c:v>
                </c:pt>
                <c:pt idx="2708">
                  <c:v>18</c:v>
                </c:pt>
                <c:pt idx="2709">
                  <c:v>18</c:v>
                </c:pt>
                <c:pt idx="2710">
                  <c:v>18</c:v>
                </c:pt>
                <c:pt idx="2711">
                  <c:v>18</c:v>
                </c:pt>
                <c:pt idx="2712">
                  <c:v>18</c:v>
                </c:pt>
                <c:pt idx="2713">
                  <c:v>18</c:v>
                </c:pt>
                <c:pt idx="2714">
                  <c:v>18</c:v>
                </c:pt>
                <c:pt idx="2715">
                  <c:v>18</c:v>
                </c:pt>
                <c:pt idx="2716">
                  <c:v>18</c:v>
                </c:pt>
                <c:pt idx="2717">
                  <c:v>18</c:v>
                </c:pt>
                <c:pt idx="2718">
                  <c:v>18</c:v>
                </c:pt>
                <c:pt idx="2719">
                  <c:v>18</c:v>
                </c:pt>
                <c:pt idx="2720">
                  <c:v>18</c:v>
                </c:pt>
                <c:pt idx="2721">
                  <c:v>18</c:v>
                </c:pt>
                <c:pt idx="2722">
                  <c:v>18</c:v>
                </c:pt>
                <c:pt idx="2723">
                  <c:v>18</c:v>
                </c:pt>
                <c:pt idx="2724">
                  <c:v>18</c:v>
                </c:pt>
                <c:pt idx="2725">
                  <c:v>18</c:v>
                </c:pt>
                <c:pt idx="2726">
                  <c:v>18</c:v>
                </c:pt>
                <c:pt idx="2727">
                  <c:v>18</c:v>
                </c:pt>
                <c:pt idx="2728">
                  <c:v>18</c:v>
                </c:pt>
                <c:pt idx="2729">
                  <c:v>18</c:v>
                </c:pt>
                <c:pt idx="2730">
                  <c:v>18</c:v>
                </c:pt>
                <c:pt idx="2731">
                  <c:v>18</c:v>
                </c:pt>
                <c:pt idx="2732">
                  <c:v>18</c:v>
                </c:pt>
                <c:pt idx="2733">
                  <c:v>18</c:v>
                </c:pt>
                <c:pt idx="2734">
                  <c:v>18</c:v>
                </c:pt>
                <c:pt idx="2735">
                  <c:v>18</c:v>
                </c:pt>
                <c:pt idx="2736">
                  <c:v>18</c:v>
                </c:pt>
                <c:pt idx="2737">
                  <c:v>18</c:v>
                </c:pt>
                <c:pt idx="2738">
                  <c:v>18</c:v>
                </c:pt>
                <c:pt idx="2739">
                  <c:v>18</c:v>
                </c:pt>
                <c:pt idx="2740">
                  <c:v>18</c:v>
                </c:pt>
                <c:pt idx="2741">
                  <c:v>18</c:v>
                </c:pt>
                <c:pt idx="2742">
                  <c:v>18</c:v>
                </c:pt>
                <c:pt idx="2743">
                  <c:v>18</c:v>
                </c:pt>
                <c:pt idx="2744">
                  <c:v>18</c:v>
                </c:pt>
                <c:pt idx="2745">
                  <c:v>18</c:v>
                </c:pt>
                <c:pt idx="2746">
                  <c:v>18</c:v>
                </c:pt>
                <c:pt idx="2747">
                  <c:v>18</c:v>
                </c:pt>
                <c:pt idx="2748">
                  <c:v>18</c:v>
                </c:pt>
                <c:pt idx="2749">
                  <c:v>18</c:v>
                </c:pt>
                <c:pt idx="2750">
                  <c:v>18</c:v>
                </c:pt>
                <c:pt idx="2751">
                  <c:v>18</c:v>
                </c:pt>
                <c:pt idx="2752">
                  <c:v>18</c:v>
                </c:pt>
                <c:pt idx="2753">
                  <c:v>18</c:v>
                </c:pt>
                <c:pt idx="2754">
                  <c:v>18</c:v>
                </c:pt>
                <c:pt idx="2755">
                  <c:v>18</c:v>
                </c:pt>
                <c:pt idx="2756">
                  <c:v>18</c:v>
                </c:pt>
                <c:pt idx="2757">
                  <c:v>18</c:v>
                </c:pt>
                <c:pt idx="2758">
                  <c:v>18</c:v>
                </c:pt>
                <c:pt idx="2759">
                  <c:v>18</c:v>
                </c:pt>
                <c:pt idx="2760">
                  <c:v>18</c:v>
                </c:pt>
                <c:pt idx="2761">
                  <c:v>18</c:v>
                </c:pt>
                <c:pt idx="2762">
                  <c:v>18</c:v>
                </c:pt>
                <c:pt idx="2763">
                  <c:v>18</c:v>
                </c:pt>
                <c:pt idx="2764">
                  <c:v>18</c:v>
                </c:pt>
                <c:pt idx="2765">
                  <c:v>18</c:v>
                </c:pt>
                <c:pt idx="2766">
                  <c:v>18</c:v>
                </c:pt>
                <c:pt idx="2767">
                  <c:v>18</c:v>
                </c:pt>
                <c:pt idx="2768">
                  <c:v>18</c:v>
                </c:pt>
                <c:pt idx="2769">
                  <c:v>18</c:v>
                </c:pt>
                <c:pt idx="2770">
                  <c:v>18</c:v>
                </c:pt>
                <c:pt idx="2771">
                  <c:v>18</c:v>
                </c:pt>
                <c:pt idx="2772">
                  <c:v>18</c:v>
                </c:pt>
                <c:pt idx="2773">
                  <c:v>18</c:v>
                </c:pt>
                <c:pt idx="2774">
                  <c:v>18</c:v>
                </c:pt>
                <c:pt idx="2775">
                  <c:v>18</c:v>
                </c:pt>
                <c:pt idx="2776">
                  <c:v>18</c:v>
                </c:pt>
                <c:pt idx="2777">
                  <c:v>18</c:v>
                </c:pt>
                <c:pt idx="2778">
                  <c:v>18</c:v>
                </c:pt>
                <c:pt idx="2779">
                  <c:v>18</c:v>
                </c:pt>
                <c:pt idx="2780">
                  <c:v>18</c:v>
                </c:pt>
                <c:pt idx="2781">
                  <c:v>18</c:v>
                </c:pt>
                <c:pt idx="2782">
                  <c:v>18</c:v>
                </c:pt>
                <c:pt idx="2783">
                  <c:v>18</c:v>
                </c:pt>
                <c:pt idx="2784">
                  <c:v>18</c:v>
                </c:pt>
                <c:pt idx="2785">
                  <c:v>18</c:v>
                </c:pt>
                <c:pt idx="2786">
                  <c:v>18</c:v>
                </c:pt>
                <c:pt idx="2787">
                  <c:v>18</c:v>
                </c:pt>
                <c:pt idx="2788">
                  <c:v>18</c:v>
                </c:pt>
                <c:pt idx="2789">
                  <c:v>18</c:v>
                </c:pt>
                <c:pt idx="2790">
                  <c:v>18</c:v>
                </c:pt>
                <c:pt idx="2791">
                  <c:v>18</c:v>
                </c:pt>
                <c:pt idx="2792">
                  <c:v>18</c:v>
                </c:pt>
                <c:pt idx="2793">
                  <c:v>18</c:v>
                </c:pt>
                <c:pt idx="2794">
                  <c:v>18</c:v>
                </c:pt>
                <c:pt idx="2795">
                  <c:v>18</c:v>
                </c:pt>
                <c:pt idx="2796">
                  <c:v>18</c:v>
                </c:pt>
                <c:pt idx="2797">
                  <c:v>18</c:v>
                </c:pt>
                <c:pt idx="2798">
                  <c:v>18</c:v>
                </c:pt>
                <c:pt idx="2799">
                  <c:v>18</c:v>
                </c:pt>
                <c:pt idx="2800">
                  <c:v>18</c:v>
                </c:pt>
                <c:pt idx="2801">
                  <c:v>18</c:v>
                </c:pt>
                <c:pt idx="2802">
                  <c:v>18</c:v>
                </c:pt>
                <c:pt idx="2803">
                  <c:v>18</c:v>
                </c:pt>
                <c:pt idx="2804">
                  <c:v>18</c:v>
                </c:pt>
                <c:pt idx="2805">
                  <c:v>18</c:v>
                </c:pt>
                <c:pt idx="2806">
                  <c:v>18</c:v>
                </c:pt>
                <c:pt idx="2807">
                  <c:v>18</c:v>
                </c:pt>
                <c:pt idx="2808">
                  <c:v>18</c:v>
                </c:pt>
                <c:pt idx="2809">
                  <c:v>18</c:v>
                </c:pt>
                <c:pt idx="2810">
                  <c:v>18</c:v>
                </c:pt>
                <c:pt idx="2811">
                  <c:v>18</c:v>
                </c:pt>
                <c:pt idx="2812">
                  <c:v>18</c:v>
                </c:pt>
                <c:pt idx="2813">
                  <c:v>18</c:v>
                </c:pt>
                <c:pt idx="2814">
                  <c:v>18</c:v>
                </c:pt>
                <c:pt idx="2815">
                  <c:v>18</c:v>
                </c:pt>
                <c:pt idx="2816">
                  <c:v>18</c:v>
                </c:pt>
                <c:pt idx="2817">
                  <c:v>18</c:v>
                </c:pt>
                <c:pt idx="2818">
                  <c:v>18</c:v>
                </c:pt>
                <c:pt idx="2819">
                  <c:v>18</c:v>
                </c:pt>
                <c:pt idx="2820">
                  <c:v>18</c:v>
                </c:pt>
                <c:pt idx="2821">
                  <c:v>18</c:v>
                </c:pt>
                <c:pt idx="2822">
                  <c:v>18</c:v>
                </c:pt>
                <c:pt idx="2823">
                  <c:v>18</c:v>
                </c:pt>
                <c:pt idx="2824">
                  <c:v>18</c:v>
                </c:pt>
                <c:pt idx="2825">
                  <c:v>18</c:v>
                </c:pt>
                <c:pt idx="2826">
                  <c:v>18</c:v>
                </c:pt>
                <c:pt idx="2827">
                  <c:v>18</c:v>
                </c:pt>
                <c:pt idx="2828">
                  <c:v>18</c:v>
                </c:pt>
                <c:pt idx="2829">
                  <c:v>18</c:v>
                </c:pt>
                <c:pt idx="2830">
                  <c:v>18</c:v>
                </c:pt>
                <c:pt idx="2831">
                  <c:v>18</c:v>
                </c:pt>
                <c:pt idx="2832">
                  <c:v>18</c:v>
                </c:pt>
                <c:pt idx="2833">
                  <c:v>18</c:v>
                </c:pt>
                <c:pt idx="2834">
                  <c:v>18</c:v>
                </c:pt>
                <c:pt idx="2835">
                  <c:v>18</c:v>
                </c:pt>
                <c:pt idx="2836">
                  <c:v>18</c:v>
                </c:pt>
                <c:pt idx="2837">
                  <c:v>18</c:v>
                </c:pt>
                <c:pt idx="2838">
                  <c:v>18</c:v>
                </c:pt>
                <c:pt idx="2839">
                  <c:v>18</c:v>
                </c:pt>
                <c:pt idx="2840">
                  <c:v>18</c:v>
                </c:pt>
                <c:pt idx="2841">
                  <c:v>18</c:v>
                </c:pt>
                <c:pt idx="2842">
                  <c:v>18</c:v>
                </c:pt>
                <c:pt idx="2843">
                  <c:v>18</c:v>
                </c:pt>
                <c:pt idx="2844">
                  <c:v>18</c:v>
                </c:pt>
                <c:pt idx="2845">
                  <c:v>18</c:v>
                </c:pt>
                <c:pt idx="2846">
                  <c:v>18</c:v>
                </c:pt>
                <c:pt idx="2847">
                  <c:v>18</c:v>
                </c:pt>
                <c:pt idx="2848">
                  <c:v>18</c:v>
                </c:pt>
                <c:pt idx="2849">
                  <c:v>18</c:v>
                </c:pt>
                <c:pt idx="2850">
                  <c:v>18</c:v>
                </c:pt>
                <c:pt idx="2851">
                  <c:v>18</c:v>
                </c:pt>
                <c:pt idx="2852">
                  <c:v>18</c:v>
                </c:pt>
                <c:pt idx="2853">
                  <c:v>18</c:v>
                </c:pt>
                <c:pt idx="2854">
                  <c:v>18</c:v>
                </c:pt>
                <c:pt idx="2855">
                  <c:v>18</c:v>
                </c:pt>
                <c:pt idx="2856">
                  <c:v>18</c:v>
                </c:pt>
                <c:pt idx="2857">
                  <c:v>18</c:v>
                </c:pt>
                <c:pt idx="2858">
                  <c:v>18</c:v>
                </c:pt>
                <c:pt idx="2859">
                  <c:v>18</c:v>
                </c:pt>
                <c:pt idx="2860">
                  <c:v>18</c:v>
                </c:pt>
                <c:pt idx="2861">
                  <c:v>18</c:v>
                </c:pt>
                <c:pt idx="2862">
                  <c:v>18</c:v>
                </c:pt>
                <c:pt idx="2863">
                  <c:v>18</c:v>
                </c:pt>
                <c:pt idx="2864">
                  <c:v>18</c:v>
                </c:pt>
                <c:pt idx="2865">
                  <c:v>18</c:v>
                </c:pt>
                <c:pt idx="2866">
                  <c:v>18</c:v>
                </c:pt>
                <c:pt idx="2867">
                  <c:v>18</c:v>
                </c:pt>
                <c:pt idx="2868">
                  <c:v>18</c:v>
                </c:pt>
                <c:pt idx="2869">
                  <c:v>18</c:v>
                </c:pt>
                <c:pt idx="2870">
                  <c:v>18</c:v>
                </c:pt>
                <c:pt idx="2871">
                  <c:v>18</c:v>
                </c:pt>
                <c:pt idx="2872">
                  <c:v>18</c:v>
                </c:pt>
                <c:pt idx="2873">
                  <c:v>18</c:v>
                </c:pt>
                <c:pt idx="2874">
                  <c:v>18</c:v>
                </c:pt>
                <c:pt idx="2875">
                  <c:v>18</c:v>
                </c:pt>
                <c:pt idx="2876">
                  <c:v>18</c:v>
                </c:pt>
                <c:pt idx="2877">
                  <c:v>18</c:v>
                </c:pt>
                <c:pt idx="2878">
                  <c:v>18</c:v>
                </c:pt>
                <c:pt idx="2879">
                  <c:v>18</c:v>
                </c:pt>
                <c:pt idx="2880">
                  <c:v>18</c:v>
                </c:pt>
                <c:pt idx="2881">
                  <c:v>18</c:v>
                </c:pt>
                <c:pt idx="2882">
                  <c:v>18</c:v>
                </c:pt>
                <c:pt idx="2883">
                  <c:v>18</c:v>
                </c:pt>
                <c:pt idx="2884">
                  <c:v>18</c:v>
                </c:pt>
                <c:pt idx="2885">
                  <c:v>18</c:v>
                </c:pt>
                <c:pt idx="2886">
                  <c:v>18</c:v>
                </c:pt>
                <c:pt idx="2887">
                  <c:v>18</c:v>
                </c:pt>
                <c:pt idx="2888">
                  <c:v>18</c:v>
                </c:pt>
                <c:pt idx="2889">
                  <c:v>18</c:v>
                </c:pt>
                <c:pt idx="2890">
                  <c:v>18</c:v>
                </c:pt>
                <c:pt idx="2891">
                  <c:v>18</c:v>
                </c:pt>
                <c:pt idx="2892">
                  <c:v>18</c:v>
                </c:pt>
                <c:pt idx="2893">
                  <c:v>18</c:v>
                </c:pt>
                <c:pt idx="2894">
                  <c:v>18</c:v>
                </c:pt>
                <c:pt idx="2895">
                  <c:v>18</c:v>
                </c:pt>
                <c:pt idx="2896">
                  <c:v>18</c:v>
                </c:pt>
                <c:pt idx="2897">
                  <c:v>18</c:v>
                </c:pt>
                <c:pt idx="2898">
                  <c:v>18</c:v>
                </c:pt>
                <c:pt idx="2899">
                  <c:v>18</c:v>
                </c:pt>
                <c:pt idx="2900">
                  <c:v>18</c:v>
                </c:pt>
                <c:pt idx="2901">
                  <c:v>18</c:v>
                </c:pt>
                <c:pt idx="2902">
                  <c:v>18</c:v>
                </c:pt>
                <c:pt idx="2903">
                  <c:v>18</c:v>
                </c:pt>
                <c:pt idx="2904">
                  <c:v>18</c:v>
                </c:pt>
                <c:pt idx="2905">
                  <c:v>18</c:v>
                </c:pt>
                <c:pt idx="2906">
                  <c:v>18</c:v>
                </c:pt>
                <c:pt idx="2907">
                  <c:v>18</c:v>
                </c:pt>
                <c:pt idx="2908">
                  <c:v>18</c:v>
                </c:pt>
                <c:pt idx="2909">
                  <c:v>18</c:v>
                </c:pt>
                <c:pt idx="2910">
                  <c:v>18</c:v>
                </c:pt>
                <c:pt idx="2911">
                  <c:v>18</c:v>
                </c:pt>
                <c:pt idx="2912">
                  <c:v>18</c:v>
                </c:pt>
                <c:pt idx="2913">
                  <c:v>18</c:v>
                </c:pt>
                <c:pt idx="2914">
                  <c:v>18</c:v>
                </c:pt>
                <c:pt idx="2915">
                  <c:v>18</c:v>
                </c:pt>
                <c:pt idx="2916">
                  <c:v>18</c:v>
                </c:pt>
                <c:pt idx="2917">
                  <c:v>18</c:v>
                </c:pt>
                <c:pt idx="2918">
                  <c:v>18</c:v>
                </c:pt>
                <c:pt idx="2919">
                  <c:v>18</c:v>
                </c:pt>
                <c:pt idx="2920">
                  <c:v>18</c:v>
                </c:pt>
                <c:pt idx="2921">
                  <c:v>18</c:v>
                </c:pt>
                <c:pt idx="2922">
                  <c:v>18</c:v>
                </c:pt>
                <c:pt idx="2923">
                  <c:v>18</c:v>
                </c:pt>
                <c:pt idx="2924">
                  <c:v>18</c:v>
                </c:pt>
                <c:pt idx="2925">
                  <c:v>18</c:v>
                </c:pt>
                <c:pt idx="2926">
                  <c:v>18</c:v>
                </c:pt>
                <c:pt idx="2927">
                  <c:v>18</c:v>
                </c:pt>
                <c:pt idx="2928">
                  <c:v>18</c:v>
                </c:pt>
                <c:pt idx="2929">
                  <c:v>18</c:v>
                </c:pt>
                <c:pt idx="2930">
                  <c:v>18</c:v>
                </c:pt>
                <c:pt idx="2931">
                  <c:v>18</c:v>
                </c:pt>
                <c:pt idx="2932">
                  <c:v>18</c:v>
                </c:pt>
                <c:pt idx="2933">
                  <c:v>18</c:v>
                </c:pt>
                <c:pt idx="2934">
                  <c:v>18</c:v>
                </c:pt>
                <c:pt idx="2935">
                  <c:v>18</c:v>
                </c:pt>
                <c:pt idx="2936">
                  <c:v>18</c:v>
                </c:pt>
                <c:pt idx="2937">
                  <c:v>18</c:v>
                </c:pt>
                <c:pt idx="2938">
                  <c:v>18</c:v>
                </c:pt>
                <c:pt idx="2939">
                  <c:v>18</c:v>
                </c:pt>
                <c:pt idx="2940">
                  <c:v>18</c:v>
                </c:pt>
                <c:pt idx="2941">
                  <c:v>18</c:v>
                </c:pt>
                <c:pt idx="2942">
                  <c:v>18</c:v>
                </c:pt>
                <c:pt idx="2943">
                  <c:v>18</c:v>
                </c:pt>
                <c:pt idx="2944">
                  <c:v>18</c:v>
                </c:pt>
                <c:pt idx="2945">
                  <c:v>18</c:v>
                </c:pt>
                <c:pt idx="2946">
                  <c:v>18</c:v>
                </c:pt>
                <c:pt idx="2947">
                  <c:v>18</c:v>
                </c:pt>
                <c:pt idx="2948">
                  <c:v>18</c:v>
                </c:pt>
                <c:pt idx="2949">
                  <c:v>18</c:v>
                </c:pt>
                <c:pt idx="2950">
                  <c:v>18</c:v>
                </c:pt>
                <c:pt idx="2951">
                  <c:v>18</c:v>
                </c:pt>
                <c:pt idx="2952">
                  <c:v>18</c:v>
                </c:pt>
                <c:pt idx="2953">
                  <c:v>18</c:v>
                </c:pt>
                <c:pt idx="2954">
                  <c:v>18</c:v>
                </c:pt>
                <c:pt idx="2955">
                  <c:v>18</c:v>
                </c:pt>
                <c:pt idx="2956">
                  <c:v>18</c:v>
                </c:pt>
                <c:pt idx="2957">
                  <c:v>18</c:v>
                </c:pt>
                <c:pt idx="2958">
                  <c:v>18</c:v>
                </c:pt>
                <c:pt idx="2959">
                  <c:v>18</c:v>
                </c:pt>
                <c:pt idx="2960">
                  <c:v>18</c:v>
                </c:pt>
                <c:pt idx="2961">
                  <c:v>18</c:v>
                </c:pt>
                <c:pt idx="2962">
                  <c:v>18</c:v>
                </c:pt>
                <c:pt idx="2963">
                  <c:v>18</c:v>
                </c:pt>
                <c:pt idx="2964">
                  <c:v>18</c:v>
                </c:pt>
                <c:pt idx="2965">
                  <c:v>18</c:v>
                </c:pt>
                <c:pt idx="2966">
                  <c:v>18</c:v>
                </c:pt>
                <c:pt idx="2967">
                  <c:v>18</c:v>
                </c:pt>
                <c:pt idx="2968">
                  <c:v>18</c:v>
                </c:pt>
                <c:pt idx="2969">
                  <c:v>18</c:v>
                </c:pt>
                <c:pt idx="2970">
                  <c:v>18</c:v>
                </c:pt>
                <c:pt idx="2971">
                  <c:v>18</c:v>
                </c:pt>
                <c:pt idx="2972">
                  <c:v>18</c:v>
                </c:pt>
                <c:pt idx="2973">
                  <c:v>18</c:v>
                </c:pt>
                <c:pt idx="2974">
                  <c:v>18</c:v>
                </c:pt>
                <c:pt idx="2975">
                  <c:v>18</c:v>
                </c:pt>
                <c:pt idx="2976">
                  <c:v>18</c:v>
                </c:pt>
                <c:pt idx="2977">
                  <c:v>18</c:v>
                </c:pt>
                <c:pt idx="2978">
                  <c:v>18</c:v>
                </c:pt>
                <c:pt idx="2979">
                  <c:v>18</c:v>
                </c:pt>
                <c:pt idx="2980">
                  <c:v>18</c:v>
                </c:pt>
                <c:pt idx="2981">
                  <c:v>18</c:v>
                </c:pt>
                <c:pt idx="2982">
                  <c:v>18</c:v>
                </c:pt>
                <c:pt idx="2983">
                  <c:v>18</c:v>
                </c:pt>
                <c:pt idx="2984">
                  <c:v>18</c:v>
                </c:pt>
                <c:pt idx="2985">
                  <c:v>18</c:v>
                </c:pt>
                <c:pt idx="2986">
                  <c:v>18</c:v>
                </c:pt>
                <c:pt idx="2987">
                  <c:v>18</c:v>
                </c:pt>
                <c:pt idx="2988">
                  <c:v>18</c:v>
                </c:pt>
                <c:pt idx="2989">
                  <c:v>18</c:v>
                </c:pt>
                <c:pt idx="2990">
                  <c:v>18</c:v>
                </c:pt>
                <c:pt idx="2991">
                  <c:v>18</c:v>
                </c:pt>
                <c:pt idx="2992">
                  <c:v>18</c:v>
                </c:pt>
                <c:pt idx="2993">
                  <c:v>18</c:v>
                </c:pt>
                <c:pt idx="2994">
                  <c:v>18</c:v>
                </c:pt>
                <c:pt idx="2995">
                  <c:v>18</c:v>
                </c:pt>
                <c:pt idx="2996">
                  <c:v>18</c:v>
                </c:pt>
                <c:pt idx="2997">
                  <c:v>18</c:v>
                </c:pt>
                <c:pt idx="2998">
                  <c:v>18</c:v>
                </c:pt>
                <c:pt idx="2999">
                  <c:v>18</c:v>
                </c:pt>
                <c:pt idx="3000">
                  <c:v>18</c:v>
                </c:pt>
                <c:pt idx="3001">
                  <c:v>18</c:v>
                </c:pt>
                <c:pt idx="3002">
                  <c:v>18</c:v>
                </c:pt>
                <c:pt idx="3003">
                  <c:v>18</c:v>
                </c:pt>
                <c:pt idx="3004">
                  <c:v>18</c:v>
                </c:pt>
                <c:pt idx="3005">
                  <c:v>18</c:v>
                </c:pt>
                <c:pt idx="3006">
                  <c:v>18</c:v>
                </c:pt>
                <c:pt idx="3007">
                  <c:v>18</c:v>
                </c:pt>
                <c:pt idx="3008">
                  <c:v>18</c:v>
                </c:pt>
                <c:pt idx="3009">
                  <c:v>18</c:v>
                </c:pt>
                <c:pt idx="3010">
                  <c:v>18</c:v>
                </c:pt>
                <c:pt idx="3011">
                  <c:v>18</c:v>
                </c:pt>
                <c:pt idx="3012">
                  <c:v>18</c:v>
                </c:pt>
                <c:pt idx="3013">
                  <c:v>18</c:v>
                </c:pt>
                <c:pt idx="3014">
                  <c:v>18</c:v>
                </c:pt>
                <c:pt idx="3015">
                  <c:v>18</c:v>
                </c:pt>
                <c:pt idx="3016">
                  <c:v>18</c:v>
                </c:pt>
                <c:pt idx="3017">
                  <c:v>18</c:v>
                </c:pt>
                <c:pt idx="3018">
                  <c:v>18</c:v>
                </c:pt>
                <c:pt idx="3019">
                  <c:v>18</c:v>
                </c:pt>
                <c:pt idx="3020">
                  <c:v>18</c:v>
                </c:pt>
                <c:pt idx="3021">
                  <c:v>18</c:v>
                </c:pt>
                <c:pt idx="3022">
                  <c:v>18</c:v>
                </c:pt>
                <c:pt idx="3023">
                  <c:v>18</c:v>
                </c:pt>
                <c:pt idx="3024">
                  <c:v>18</c:v>
                </c:pt>
                <c:pt idx="3025">
                  <c:v>18</c:v>
                </c:pt>
                <c:pt idx="3026">
                  <c:v>18</c:v>
                </c:pt>
                <c:pt idx="3027">
                  <c:v>18</c:v>
                </c:pt>
                <c:pt idx="3028">
                  <c:v>18</c:v>
                </c:pt>
                <c:pt idx="3029">
                  <c:v>18</c:v>
                </c:pt>
                <c:pt idx="3030">
                  <c:v>18</c:v>
                </c:pt>
                <c:pt idx="3031">
                  <c:v>18</c:v>
                </c:pt>
                <c:pt idx="3032">
                  <c:v>18</c:v>
                </c:pt>
                <c:pt idx="3033">
                  <c:v>18</c:v>
                </c:pt>
                <c:pt idx="3034">
                  <c:v>18</c:v>
                </c:pt>
                <c:pt idx="3035">
                  <c:v>18</c:v>
                </c:pt>
                <c:pt idx="3036">
                  <c:v>18</c:v>
                </c:pt>
                <c:pt idx="3037">
                  <c:v>18</c:v>
                </c:pt>
                <c:pt idx="3038">
                  <c:v>18</c:v>
                </c:pt>
                <c:pt idx="3039">
                  <c:v>18</c:v>
                </c:pt>
                <c:pt idx="3040">
                  <c:v>18</c:v>
                </c:pt>
                <c:pt idx="3041">
                  <c:v>18</c:v>
                </c:pt>
                <c:pt idx="3042">
                  <c:v>18</c:v>
                </c:pt>
                <c:pt idx="3043">
                  <c:v>18</c:v>
                </c:pt>
                <c:pt idx="3044">
                  <c:v>18</c:v>
                </c:pt>
                <c:pt idx="3045">
                  <c:v>18</c:v>
                </c:pt>
                <c:pt idx="3046">
                  <c:v>18</c:v>
                </c:pt>
                <c:pt idx="3047">
                  <c:v>18</c:v>
                </c:pt>
                <c:pt idx="3048">
                  <c:v>18</c:v>
                </c:pt>
                <c:pt idx="3049">
                  <c:v>18</c:v>
                </c:pt>
                <c:pt idx="3050">
                  <c:v>18</c:v>
                </c:pt>
                <c:pt idx="3051">
                  <c:v>18</c:v>
                </c:pt>
                <c:pt idx="3052">
                  <c:v>18</c:v>
                </c:pt>
                <c:pt idx="3053">
                  <c:v>18</c:v>
                </c:pt>
                <c:pt idx="3054">
                  <c:v>18</c:v>
                </c:pt>
                <c:pt idx="3055">
                  <c:v>18</c:v>
                </c:pt>
                <c:pt idx="3056">
                  <c:v>18</c:v>
                </c:pt>
                <c:pt idx="3057">
                  <c:v>18</c:v>
                </c:pt>
                <c:pt idx="3058">
                  <c:v>18</c:v>
                </c:pt>
                <c:pt idx="3059">
                  <c:v>18</c:v>
                </c:pt>
                <c:pt idx="3060">
                  <c:v>18</c:v>
                </c:pt>
                <c:pt idx="3061">
                  <c:v>18</c:v>
                </c:pt>
                <c:pt idx="3062">
                  <c:v>18</c:v>
                </c:pt>
                <c:pt idx="3063">
                  <c:v>18</c:v>
                </c:pt>
                <c:pt idx="3064">
                  <c:v>18</c:v>
                </c:pt>
                <c:pt idx="3065">
                  <c:v>18</c:v>
                </c:pt>
                <c:pt idx="3066">
                  <c:v>18</c:v>
                </c:pt>
                <c:pt idx="3067">
                  <c:v>18</c:v>
                </c:pt>
                <c:pt idx="3068">
                  <c:v>18</c:v>
                </c:pt>
                <c:pt idx="3069">
                  <c:v>18</c:v>
                </c:pt>
                <c:pt idx="3070">
                  <c:v>18</c:v>
                </c:pt>
                <c:pt idx="3071">
                  <c:v>18</c:v>
                </c:pt>
                <c:pt idx="3072">
                  <c:v>18</c:v>
                </c:pt>
                <c:pt idx="3073">
                  <c:v>18</c:v>
                </c:pt>
                <c:pt idx="3074">
                  <c:v>18</c:v>
                </c:pt>
                <c:pt idx="3075">
                  <c:v>18</c:v>
                </c:pt>
                <c:pt idx="3076">
                  <c:v>18</c:v>
                </c:pt>
                <c:pt idx="3077">
                  <c:v>18</c:v>
                </c:pt>
                <c:pt idx="3078">
                  <c:v>18</c:v>
                </c:pt>
                <c:pt idx="3079">
                  <c:v>18</c:v>
                </c:pt>
                <c:pt idx="3080">
                  <c:v>18</c:v>
                </c:pt>
                <c:pt idx="3081">
                  <c:v>18</c:v>
                </c:pt>
                <c:pt idx="3082">
                  <c:v>18</c:v>
                </c:pt>
                <c:pt idx="3083">
                  <c:v>18</c:v>
                </c:pt>
                <c:pt idx="3084">
                  <c:v>18</c:v>
                </c:pt>
                <c:pt idx="3085">
                  <c:v>18</c:v>
                </c:pt>
                <c:pt idx="3086">
                  <c:v>18</c:v>
                </c:pt>
                <c:pt idx="3087">
                  <c:v>18</c:v>
                </c:pt>
                <c:pt idx="3088">
                  <c:v>18</c:v>
                </c:pt>
                <c:pt idx="3089">
                  <c:v>18</c:v>
                </c:pt>
                <c:pt idx="3090">
                  <c:v>18</c:v>
                </c:pt>
                <c:pt idx="3091">
                  <c:v>18</c:v>
                </c:pt>
                <c:pt idx="3092">
                  <c:v>18</c:v>
                </c:pt>
                <c:pt idx="3093">
                  <c:v>18</c:v>
                </c:pt>
                <c:pt idx="3094">
                  <c:v>18</c:v>
                </c:pt>
                <c:pt idx="3095">
                  <c:v>18</c:v>
                </c:pt>
                <c:pt idx="3096">
                  <c:v>18</c:v>
                </c:pt>
                <c:pt idx="3097">
                  <c:v>18</c:v>
                </c:pt>
                <c:pt idx="3098">
                  <c:v>18</c:v>
                </c:pt>
                <c:pt idx="3099">
                  <c:v>18</c:v>
                </c:pt>
                <c:pt idx="3100">
                  <c:v>18</c:v>
                </c:pt>
                <c:pt idx="3101">
                  <c:v>18</c:v>
                </c:pt>
                <c:pt idx="3102">
                  <c:v>18</c:v>
                </c:pt>
                <c:pt idx="3103">
                  <c:v>18</c:v>
                </c:pt>
                <c:pt idx="3104">
                  <c:v>18</c:v>
                </c:pt>
                <c:pt idx="3105">
                  <c:v>18</c:v>
                </c:pt>
                <c:pt idx="3106">
                  <c:v>18</c:v>
                </c:pt>
                <c:pt idx="3107">
                  <c:v>18</c:v>
                </c:pt>
                <c:pt idx="3108">
                  <c:v>18</c:v>
                </c:pt>
                <c:pt idx="3109">
                  <c:v>18</c:v>
                </c:pt>
                <c:pt idx="3110">
                  <c:v>18</c:v>
                </c:pt>
                <c:pt idx="3111">
                  <c:v>18</c:v>
                </c:pt>
                <c:pt idx="3112">
                  <c:v>18</c:v>
                </c:pt>
                <c:pt idx="3113">
                  <c:v>18</c:v>
                </c:pt>
                <c:pt idx="3114">
                  <c:v>18</c:v>
                </c:pt>
                <c:pt idx="3115">
                  <c:v>18</c:v>
                </c:pt>
                <c:pt idx="3116">
                  <c:v>18</c:v>
                </c:pt>
                <c:pt idx="3117">
                  <c:v>18</c:v>
                </c:pt>
                <c:pt idx="3118">
                  <c:v>18</c:v>
                </c:pt>
                <c:pt idx="3119">
                  <c:v>18</c:v>
                </c:pt>
                <c:pt idx="3120">
                  <c:v>18</c:v>
                </c:pt>
                <c:pt idx="3121">
                  <c:v>18</c:v>
                </c:pt>
                <c:pt idx="3122">
                  <c:v>18</c:v>
                </c:pt>
                <c:pt idx="3123">
                  <c:v>18</c:v>
                </c:pt>
                <c:pt idx="3124">
                  <c:v>18</c:v>
                </c:pt>
                <c:pt idx="3125">
                  <c:v>18</c:v>
                </c:pt>
                <c:pt idx="3126">
                  <c:v>18</c:v>
                </c:pt>
                <c:pt idx="3127">
                  <c:v>18</c:v>
                </c:pt>
                <c:pt idx="3128">
                  <c:v>18</c:v>
                </c:pt>
                <c:pt idx="3129">
                  <c:v>18</c:v>
                </c:pt>
                <c:pt idx="3130">
                  <c:v>18</c:v>
                </c:pt>
                <c:pt idx="3131">
                  <c:v>18</c:v>
                </c:pt>
                <c:pt idx="3132">
                  <c:v>18</c:v>
                </c:pt>
                <c:pt idx="3133">
                  <c:v>18</c:v>
                </c:pt>
                <c:pt idx="3134">
                  <c:v>18</c:v>
                </c:pt>
                <c:pt idx="3135">
                  <c:v>18</c:v>
                </c:pt>
                <c:pt idx="3136">
                  <c:v>18</c:v>
                </c:pt>
                <c:pt idx="3137">
                  <c:v>18</c:v>
                </c:pt>
                <c:pt idx="3138">
                  <c:v>18</c:v>
                </c:pt>
                <c:pt idx="3139">
                  <c:v>18</c:v>
                </c:pt>
                <c:pt idx="3140">
                  <c:v>18</c:v>
                </c:pt>
                <c:pt idx="3141">
                  <c:v>18</c:v>
                </c:pt>
                <c:pt idx="3142">
                  <c:v>18</c:v>
                </c:pt>
                <c:pt idx="3143">
                  <c:v>18</c:v>
                </c:pt>
                <c:pt idx="3144">
                  <c:v>18</c:v>
                </c:pt>
                <c:pt idx="3145">
                  <c:v>18</c:v>
                </c:pt>
                <c:pt idx="3146">
                  <c:v>18</c:v>
                </c:pt>
                <c:pt idx="3147">
                  <c:v>18</c:v>
                </c:pt>
                <c:pt idx="3148">
                  <c:v>18</c:v>
                </c:pt>
                <c:pt idx="3149">
                  <c:v>18</c:v>
                </c:pt>
                <c:pt idx="3150">
                  <c:v>18</c:v>
                </c:pt>
                <c:pt idx="3151">
                  <c:v>18</c:v>
                </c:pt>
                <c:pt idx="3152">
                  <c:v>18</c:v>
                </c:pt>
                <c:pt idx="3153">
                  <c:v>18</c:v>
                </c:pt>
                <c:pt idx="3154">
                  <c:v>18</c:v>
                </c:pt>
                <c:pt idx="3155">
                  <c:v>18</c:v>
                </c:pt>
                <c:pt idx="3156">
                  <c:v>18</c:v>
                </c:pt>
                <c:pt idx="3157">
                  <c:v>18</c:v>
                </c:pt>
                <c:pt idx="3158">
                  <c:v>18</c:v>
                </c:pt>
                <c:pt idx="3159">
                  <c:v>18</c:v>
                </c:pt>
                <c:pt idx="3160">
                  <c:v>18</c:v>
                </c:pt>
                <c:pt idx="3161">
                  <c:v>18</c:v>
                </c:pt>
                <c:pt idx="3162">
                  <c:v>18</c:v>
                </c:pt>
                <c:pt idx="3163">
                  <c:v>18</c:v>
                </c:pt>
                <c:pt idx="3164">
                  <c:v>18</c:v>
                </c:pt>
                <c:pt idx="3165">
                  <c:v>18</c:v>
                </c:pt>
                <c:pt idx="3166">
                  <c:v>18</c:v>
                </c:pt>
                <c:pt idx="3167">
                  <c:v>18</c:v>
                </c:pt>
                <c:pt idx="3168">
                  <c:v>18</c:v>
                </c:pt>
                <c:pt idx="3169">
                  <c:v>18</c:v>
                </c:pt>
                <c:pt idx="3170">
                  <c:v>18</c:v>
                </c:pt>
                <c:pt idx="3171">
                  <c:v>18</c:v>
                </c:pt>
                <c:pt idx="3172">
                  <c:v>18</c:v>
                </c:pt>
                <c:pt idx="3173">
                  <c:v>18</c:v>
                </c:pt>
                <c:pt idx="3174">
                  <c:v>18</c:v>
                </c:pt>
                <c:pt idx="3175">
                  <c:v>18</c:v>
                </c:pt>
                <c:pt idx="3176">
                  <c:v>18</c:v>
                </c:pt>
                <c:pt idx="3177">
                  <c:v>18</c:v>
                </c:pt>
                <c:pt idx="3178">
                  <c:v>18</c:v>
                </c:pt>
                <c:pt idx="3179">
                  <c:v>18</c:v>
                </c:pt>
                <c:pt idx="3180">
                  <c:v>18</c:v>
                </c:pt>
                <c:pt idx="3181">
                  <c:v>18</c:v>
                </c:pt>
                <c:pt idx="3182">
                  <c:v>18</c:v>
                </c:pt>
                <c:pt idx="3183">
                  <c:v>18</c:v>
                </c:pt>
                <c:pt idx="3184">
                  <c:v>18</c:v>
                </c:pt>
                <c:pt idx="3185">
                  <c:v>18</c:v>
                </c:pt>
                <c:pt idx="3186">
                  <c:v>18</c:v>
                </c:pt>
                <c:pt idx="3187">
                  <c:v>18</c:v>
                </c:pt>
                <c:pt idx="3188">
                  <c:v>18</c:v>
                </c:pt>
                <c:pt idx="3189">
                  <c:v>18</c:v>
                </c:pt>
                <c:pt idx="3190">
                  <c:v>18</c:v>
                </c:pt>
                <c:pt idx="3191">
                  <c:v>18</c:v>
                </c:pt>
                <c:pt idx="3192">
                  <c:v>18</c:v>
                </c:pt>
                <c:pt idx="3193">
                  <c:v>18</c:v>
                </c:pt>
                <c:pt idx="3194">
                  <c:v>18</c:v>
                </c:pt>
                <c:pt idx="3195">
                  <c:v>18</c:v>
                </c:pt>
                <c:pt idx="3196">
                  <c:v>18</c:v>
                </c:pt>
                <c:pt idx="3197">
                  <c:v>18</c:v>
                </c:pt>
                <c:pt idx="3198">
                  <c:v>18</c:v>
                </c:pt>
                <c:pt idx="3199">
                  <c:v>18</c:v>
                </c:pt>
                <c:pt idx="3200">
                  <c:v>18</c:v>
                </c:pt>
                <c:pt idx="3201">
                  <c:v>18</c:v>
                </c:pt>
                <c:pt idx="3202">
                  <c:v>18</c:v>
                </c:pt>
                <c:pt idx="3203">
                  <c:v>18</c:v>
                </c:pt>
                <c:pt idx="3204">
                  <c:v>18</c:v>
                </c:pt>
                <c:pt idx="3205">
                  <c:v>18</c:v>
                </c:pt>
                <c:pt idx="3206">
                  <c:v>18</c:v>
                </c:pt>
                <c:pt idx="3207">
                  <c:v>18</c:v>
                </c:pt>
                <c:pt idx="3208">
                  <c:v>18</c:v>
                </c:pt>
                <c:pt idx="3209">
                  <c:v>18</c:v>
                </c:pt>
                <c:pt idx="3210">
                  <c:v>18</c:v>
                </c:pt>
                <c:pt idx="3211">
                  <c:v>18</c:v>
                </c:pt>
                <c:pt idx="3212">
                  <c:v>18</c:v>
                </c:pt>
                <c:pt idx="3213">
                  <c:v>18</c:v>
                </c:pt>
                <c:pt idx="3214">
                  <c:v>18</c:v>
                </c:pt>
                <c:pt idx="3215">
                  <c:v>18</c:v>
                </c:pt>
                <c:pt idx="3216">
                  <c:v>18</c:v>
                </c:pt>
                <c:pt idx="3217">
                  <c:v>18</c:v>
                </c:pt>
                <c:pt idx="3218">
                  <c:v>18</c:v>
                </c:pt>
                <c:pt idx="3219">
                  <c:v>18</c:v>
                </c:pt>
                <c:pt idx="3220">
                  <c:v>18</c:v>
                </c:pt>
                <c:pt idx="3221">
                  <c:v>18</c:v>
                </c:pt>
                <c:pt idx="3222">
                  <c:v>18</c:v>
                </c:pt>
                <c:pt idx="3223">
                  <c:v>18</c:v>
                </c:pt>
                <c:pt idx="3224">
                  <c:v>18</c:v>
                </c:pt>
                <c:pt idx="3225">
                  <c:v>18</c:v>
                </c:pt>
                <c:pt idx="3226">
                  <c:v>18</c:v>
                </c:pt>
                <c:pt idx="3227">
                  <c:v>18</c:v>
                </c:pt>
                <c:pt idx="3228">
                  <c:v>18</c:v>
                </c:pt>
                <c:pt idx="3229">
                  <c:v>18</c:v>
                </c:pt>
                <c:pt idx="3230">
                  <c:v>18</c:v>
                </c:pt>
                <c:pt idx="3231">
                  <c:v>18</c:v>
                </c:pt>
                <c:pt idx="3232">
                  <c:v>18</c:v>
                </c:pt>
                <c:pt idx="3233">
                  <c:v>18</c:v>
                </c:pt>
                <c:pt idx="3234">
                  <c:v>18</c:v>
                </c:pt>
                <c:pt idx="3235">
                  <c:v>18</c:v>
                </c:pt>
                <c:pt idx="3236">
                  <c:v>18</c:v>
                </c:pt>
                <c:pt idx="3237">
                  <c:v>18</c:v>
                </c:pt>
                <c:pt idx="3238">
                  <c:v>18</c:v>
                </c:pt>
                <c:pt idx="3239">
                  <c:v>18</c:v>
                </c:pt>
                <c:pt idx="3240">
                  <c:v>18</c:v>
                </c:pt>
                <c:pt idx="3241">
                  <c:v>18</c:v>
                </c:pt>
                <c:pt idx="3242">
                  <c:v>18</c:v>
                </c:pt>
                <c:pt idx="3243">
                  <c:v>18</c:v>
                </c:pt>
                <c:pt idx="3244">
                  <c:v>18</c:v>
                </c:pt>
                <c:pt idx="3245">
                  <c:v>18</c:v>
                </c:pt>
                <c:pt idx="3246">
                  <c:v>18</c:v>
                </c:pt>
                <c:pt idx="3247">
                  <c:v>18</c:v>
                </c:pt>
                <c:pt idx="3248">
                  <c:v>18</c:v>
                </c:pt>
                <c:pt idx="3249">
                  <c:v>18</c:v>
                </c:pt>
                <c:pt idx="3250">
                  <c:v>18</c:v>
                </c:pt>
                <c:pt idx="3251">
                  <c:v>18</c:v>
                </c:pt>
                <c:pt idx="3252">
                  <c:v>18</c:v>
                </c:pt>
                <c:pt idx="3253">
                  <c:v>18</c:v>
                </c:pt>
                <c:pt idx="3254">
                  <c:v>18</c:v>
                </c:pt>
                <c:pt idx="3255">
                  <c:v>18</c:v>
                </c:pt>
                <c:pt idx="3256">
                  <c:v>18</c:v>
                </c:pt>
                <c:pt idx="3257">
                  <c:v>18</c:v>
                </c:pt>
                <c:pt idx="3258">
                  <c:v>18</c:v>
                </c:pt>
                <c:pt idx="3259">
                  <c:v>18</c:v>
                </c:pt>
                <c:pt idx="3260">
                  <c:v>18</c:v>
                </c:pt>
                <c:pt idx="3261">
                  <c:v>18</c:v>
                </c:pt>
                <c:pt idx="3262">
                  <c:v>18</c:v>
                </c:pt>
                <c:pt idx="3263">
                  <c:v>18</c:v>
                </c:pt>
                <c:pt idx="3264">
                  <c:v>18</c:v>
                </c:pt>
                <c:pt idx="3265">
                  <c:v>18</c:v>
                </c:pt>
                <c:pt idx="3266">
                  <c:v>18</c:v>
                </c:pt>
                <c:pt idx="3267">
                  <c:v>18</c:v>
                </c:pt>
                <c:pt idx="3268">
                  <c:v>18</c:v>
                </c:pt>
                <c:pt idx="3269">
                  <c:v>18</c:v>
                </c:pt>
                <c:pt idx="3270">
                  <c:v>18</c:v>
                </c:pt>
                <c:pt idx="3271">
                  <c:v>18</c:v>
                </c:pt>
                <c:pt idx="3272">
                  <c:v>18</c:v>
                </c:pt>
                <c:pt idx="3273">
                  <c:v>18</c:v>
                </c:pt>
                <c:pt idx="3274">
                  <c:v>18</c:v>
                </c:pt>
                <c:pt idx="3275">
                  <c:v>18</c:v>
                </c:pt>
                <c:pt idx="3276">
                  <c:v>18</c:v>
                </c:pt>
                <c:pt idx="3277">
                  <c:v>18</c:v>
                </c:pt>
                <c:pt idx="3278">
                  <c:v>18</c:v>
                </c:pt>
                <c:pt idx="3279">
                  <c:v>18</c:v>
                </c:pt>
                <c:pt idx="3280">
                  <c:v>18</c:v>
                </c:pt>
                <c:pt idx="3281">
                  <c:v>18</c:v>
                </c:pt>
                <c:pt idx="3282">
                  <c:v>18</c:v>
                </c:pt>
                <c:pt idx="3283">
                  <c:v>18</c:v>
                </c:pt>
                <c:pt idx="3284">
                  <c:v>18</c:v>
                </c:pt>
                <c:pt idx="3285">
                  <c:v>18</c:v>
                </c:pt>
                <c:pt idx="3286">
                  <c:v>18</c:v>
                </c:pt>
                <c:pt idx="3287">
                  <c:v>18</c:v>
                </c:pt>
                <c:pt idx="3288">
                  <c:v>18</c:v>
                </c:pt>
                <c:pt idx="3289">
                  <c:v>18</c:v>
                </c:pt>
                <c:pt idx="3290">
                  <c:v>18</c:v>
                </c:pt>
                <c:pt idx="3291">
                  <c:v>18</c:v>
                </c:pt>
                <c:pt idx="3292">
                  <c:v>18</c:v>
                </c:pt>
                <c:pt idx="3293">
                  <c:v>18</c:v>
                </c:pt>
                <c:pt idx="3294">
                  <c:v>18</c:v>
                </c:pt>
                <c:pt idx="3295">
                  <c:v>18</c:v>
                </c:pt>
                <c:pt idx="3296">
                  <c:v>18</c:v>
                </c:pt>
                <c:pt idx="3297">
                  <c:v>18</c:v>
                </c:pt>
                <c:pt idx="3298">
                  <c:v>18</c:v>
                </c:pt>
                <c:pt idx="3299">
                  <c:v>18</c:v>
                </c:pt>
                <c:pt idx="3300">
                  <c:v>18</c:v>
                </c:pt>
                <c:pt idx="3301">
                  <c:v>18</c:v>
                </c:pt>
                <c:pt idx="3302">
                  <c:v>18</c:v>
                </c:pt>
                <c:pt idx="3303">
                  <c:v>18</c:v>
                </c:pt>
                <c:pt idx="3304">
                  <c:v>18</c:v>
                </c:pt>
                <c:pt idx="3305">
                  <c:v>18</c:v>
                </c:pt>
                <c:pt idx="3306">
                  <c:v>18</c:v>
                </c:pt>
                <c:pt idx="3307">
                  <c:v>18</c:v>
                </c:pt>
                <c:pt idx="3308">
                  <c:v>18</c:v>
                </c:pt>
                <c:pt idx="3309">
                  <c:v>18</c:v>
                </c:pt>
                <c:pt idx="3310">
                  <c:v>18</c:v>
                </c:pt>
                <c:pt idx="3311">
                  <c:v>18</c:v>
                </c:pt>
                <c:pt idx="3312">
                  <c:v>18</c:v>
                </c:pt>
                <c:pt idx="3313">
                  <c:v>18</c:v>
                </c:pt>
                <c:pt idx="3314">
                  <c:v>18</c:v>
                </c:pt>
                <c:pt idx="3315">
                  <c:v>18</c:v>
                </c:pt>
                <c:pt idx="3316">
                  <c:v>18</c:v>
                </c:pt>
                <c:pt idx="3317">
                  <c:v>18</c:v>
                </c:pt>
                <c:pt idx="3318">
                  <c:v>18</c:v>
                </c:pt>
                <c:pt idx="3319">
                  <c:v>18</c:v>
                </c:pt>
                <c:pt idx="3320">
                  <c:v>18</c:v>
                </c:pt>
                <c:pt idx="3321">
                  <c:v>18</c:v>
                </c:pt>
                <c:pt idx="3322">
                  <c:v>18</c:v>
                </c:pt>
                <c:pt idx="3323">
                  <c:v>18</c:v>
                </c:pt>
                <c:pt idx="3324">
                  <c:v>18</c:v>
                </c:pt>
                <c:pt idx="3325">
                  <c:v>18</c:v>
                </c:pt>
                <c:pt idx="3326">
                  <c:v>18</c:v>
                </c:pt>
                <c:pt idx="3327">
                  <c:v>18</c:v>
                </c:pt>
                <c:pt idx="3328">
                  <c:v>18</c:v>
                </c:pt>
                <c:pt idx="3329">
                  <c:v>18</c:v>
                </c:pt>
                <c:pt idx="3330">
                  <c:v>18</c:v>
                </c:pt>
                <c:pt idx="3331">
                  <c:v>18</c:v>
                </c:pt>
                <c:pt idx="3332">
                  <c:v>18</c:v>
                </c:pt>
                <c:pt idx="3333">
                  <c:v>18</c:v>
                </c:pt>
                <c:pt idx="3334">
                  <c:v>18</c:v>
                </c:pt>
                <c:pt idx="3335">
                  <c:v>18</c:v>
                </c:pt>
                <c:pt idx="3336">
                  <c:v>18</c:v>
                </c:pt>
                <c:pt idx="3337">
                  <c:v>18</c:v>
                </c:pt>
                <c:pt idx="3338">
                  <c:v>18</c:v>
                </c:pt>
                <c:pt idx="3339">
                  <c:v>18</c:v>
                </c:pt>
                <c:pt idx="3340">
                  <c:v>18</c:v>
                </c:pt>
                <c:pt idx="3341">
                  <c:v>18</c:v>
                </c:pt>
                <c:pt idx="3342">
                  <c:v>18</c:v>
                </c:pt>
                <c:pt idx="3343">
                  <c:v>18</c:v>
                </c:pt>
                <c:pt idx="3344">
                  <c:v>18</c:v>
                </c:pt>
                <c:pt idx="3345">
                  <c:v>18</c:v>
                </c:pt>
                <c:pt idx="3346">
                  <c:v>18</c:v>
                </c:pt>
                <c:pt idx="3347">
                  <c:v>18</c:v>
                </c:pt>
                <c:pt idx="3348">
                  <c:v>18</c:v>
                </c:pt>
                <c:pt idx="3349">
                  <c:v>18</c:v>
                </c:pt>
                <c:pt idx="3350">
                  <c:v>18</c:v>
                </c:pt>
                <c:pt idx="3351">
                  <c:v>18</c:v>
                </c:pt>
                <c:pt idx="3352">
                  <c:v>18</c:v>
                </c:pt>
                <c:pt idx="3353">
                  <c:v>18</c:v>
                </c:pt>
                <c:pt idx="3354">
                  <c:v>18</c:v>
                </c:pt>
                <c:pt idx="3355">
                  <c:v>18</c:v>
                </c:pt>
                <c:pt idx="3356">
                  <c:v>18</c:v>
                </c:pt>
                <c:pt idx="3357">
                  <c:v>18</c:v>
                </c:pt>
                <c:pt idx="3358">
                  <c:v>18</c:v>
                </c:pt>
                <c:pt idx="3359">
                  <c:v>18</c:v>
                </c:pt>
                <c:pt idx="3360">
                  <c:v>18</c:v>
                </c:pt>
                <c:pt idx="3361">
                  <c:v>18</c:v>
                </c:pt>
                <c:pt idx="3362">
                  <c:v>18</c:v>
                </c:pt>
                <c:pt idx="3363">
                  <c:v>18</c:v>
                </c:pt>
                <c:pt idx="3364">
                  <c:v>18</c:v>
                </c:pt>
                <c:pt idx="3365">
                  <c:v>18</c:v>
                </c:pt>
                <c:pt idx="3366">
                  <c:v>18</c:v>
                </c:pt>
                <c:pt idx="3367">
                  <c:v>18</c:v>
                </c:pt>
                <c:pt idx="3368">
                  <c:v>18</c:v>
                </c:pt>
                <c:pt idx="3369">
                  <c:v>18</c:v>
                </c:pt>
                <c:pt idx="3370">
                  <c:v>18</c:v>
                </c:pt>
                <c:pt idx="3371">
                  <c:v>18</c:v>
                </c:pt>
                <c:pt idx="3372">
                  <c:v>18</c:v>
                </c:pt>
                <c:pt idx="3373">
                  <c:v>18</c:v>
                </c:pt>
                <c:pt idx="3374">
                  <c:v>18</c:v>
                </c:pt>
                <c:pt idx="3375">
                  <c:v>18</c:v>
                </c:pt>
                <c:pt idx="3376">
                  <c:v>18</c:v>
                </c:pt>
                <c:pt idx="3377">
                  <c:v>18</c:v>
                </c:pt>
                <c:pt idx="3378">
                  <c:v>18</c:v>
                </c:pt>
                <c:pt idx="3379">
                  <c:v>18</c:v>
                </c:pt>
                <c:pt idx="3380">
                  <c:v>18</c:v>
                </c:pt>
                <c:pt idx="3381">
                  <c:v>18</c:v>
                </c:pt>
                <c:pt idx="3382">
                  <c:v>18</c:v>
                </c:pt>
                <c:pt idx="3383">
                  <c:v>18</c:v>
                </c:pt>
                <c:pt idx="3384">
                  <c:v>18</c:v>
                </c:pt>
                <c:pt idx="3385">
                  <c:v>18</c:v>
                </c:pt>
                <c:pt idx="3386">
                  <c:v>18</c:v>
                </c:pt>
                <c:pt idx="3387">
                  <c:v>18</c:v>
                </c:pt>
                <c:pt idx="3388">
                  <c:v>18</c:v>
                </c:pt>
                <c:pt idx="3389">
                  <c:v>18</c:v>
                </c:pt>
                <c:pt idx="3390">
                  <c:v>18</c:v>
                </c:pt>
                <c:pt idx="3391">
                  <c:v>18</c:v>
                </c:pt>
                <c:pt idx="3392">
                  <c:v>18</c:v>
                </c:pt>
                <c:pt idx="3393">
                  <c:v>18</c:v>
                </c:pt>
                <c:pt idx="3394">
                  <c:v>18</c:v>
                </c:pt>
                <c:pt idx="3395">
                  <c:v>18</c:v>
                </c:pt>
                <c:pt idx="3396">
                  <c:v>18</c:v>
                </c:pt>
                <c:pt idx="3397">
                  <c:v>18</c:v>
                </c:pt>
                <c:pt idx="3398">
                  <c:v>18</c:v>
                </c:pt>
                <c:pt idx="3399">
                  <c:v>18</c:v>
                </c:pt>
                <c:pt idx="3400">
                  <c:v>18</c:v>
                </c:pt>
                <c:pt idx="3401">
                  <c:v>18</c:v>
                </c:pt>
                <c:pt idx="3402">
                  <c:v>18</c:v>
                </c:pt>
                <c:pt idx="3403">
                  <c:v>18</c:v>
                </c:pt>
                <c:pt idx="3404">
                  <c:v>18</c:v>
                </c:pt>
                <c:pt idx="3405">
                  <c:v>18</c:v>
                </c:pt>
                <c:pt idx="3406">
                  <c:v>18</c:v>
                </c:pt>
                <c:pt idx="3407">
                  <c:v>18</c:v>
                </c:pt>
                <c:pt idx="3408">
                  <c:v>18</c:v>
                </c:pt>
                <c:pt idx="3409">
                  <c:v>18</c:v>
                </c:pt>
                <c:pt idx="3410">
                  <c:v>18</c:v>
                </c:pt>
                <c:pt idx="3411">
                  <c:v>18</c:v>
                </c:pt>
                <c:pt idx="3412">
                  <c:v>18</c:v>
                </c:pt>
                <c:pt idx="3413">
                  <c:v>18</c:v>
                </c:pt>
                <c:pt idx="3414">
                  <c:v>18</c:v>
                </c:pt>
                <c:pt idx="3415">
                  <c:v>18</c:v>
                </c:pt>
                <c:pt idx="3416">
                  <c:v>18</c:v>
                </c:pt>
                <c:pt idx="3417">
                  <c:v>18</c:v>
                </c:pt>
                <c:pt idx="3418">
                  <c:v>18</c:v>
                </c:pt>
                <c:pt idx="3419">
                  <c:v>18</c:v>
                </c:pt>
                <c:pt idx="3420">
                  <c:v>18</c:v>
                </c:pt>
                <c:pt idx="3421">
                  <c:v>18</c:v>
                </c:pt>
                <c:pt idx="3422">
                  <c:v>18</c:v>
                </c:pt>
                <c:pt idx="3423">
                  <c:v>18</c:v>
                </c:pt>
                <c:pt idx="3424">
                  <c:v>18</c:v>
                </c:pt>
                <c:pt idx="3425">
                  <c:v>18</c:v>
                </c:pt>
                <c:pt idx="3426">
                  <c:v>18</c:v>
                </c:pt>
                <c:pt idx="3427">
                  <c:v>18</c:v>
                </c:pt>
                <c:pt idx="3428">
                  <c:v>18</c:v>
                </c:pt>
                <c:pt idx="3429">
                  <c:v>18</c:v>
                </c:pt>
                <c:pt idx="3430">
                  <c:v>18</c:v>
                </c:pt>
                <c:pt idx="3431">
                  <c:v>18</c:v>
                </c:pt>
                <c:pt idx="3432">
                  <c:v>18</c:v>
                </c:pt>
                <c:pt idx="3433">
                  <c:v>18</c:v>
                </c:pt>
                <c:pt idx="3434">
                  <c:v>18</c:v>
                </c:pt>
                <c:pt idx="3435">
                  <c:v>18</c:v>
                </c:pt>
                <c:pt idx="3436">
                  <c:v>18</c:v>
                </c:pt>
                <c:pt idx="3437">
                  <c:v>18</c:v>
                </c:pt>
                <c:pt idx="3438">
                  <c:v>18</c:v>
                </c:pt>
                <c:pt idx="3439">
                  <c:v>18</c:v>
                </c:pt>
                <c:pt idx="3440">
                  <c:v>18</c:v>
                </c:pt>
                <c:pt idx="3441">
                  <c:v>18</c:v>
                </c:pt>
                <c:pt idx="3442">
                  <c:v>18</c:v>
                </c:pt>
                <c:pt idx="3443">
                  <c:v>18</c:v>
                </c:pt>
                <c:pt idx="3444">
                  <c:v>18</c:v>
                </c:pt>
                <c:pt idx="3445">
                  <c:v>18</c:v>
                </c:pt>
                <c:pt idx="3446">
                  <c:v>18</c:v>
                </c:pt>
                <c:pt idx="3447">
                  <c:v>18</c:v>
                </c:pt>
                <c:pt idx="3448">
                  <c:v>18</c:v>
                </c:pt>
                <c:pt idx="3449">
                  <c:v>18</c:v>
                </c:pt>
                <c:pt idx="3450">
                  <c:v>18</c:v>
                </c:pt>
                <c:pt idx="3451">
                  <c:v>18</c:v>
                </c:pt>
                <c:pt idx="3452">
                  <c:v>18</c:v>
                </c:pt>
                <c:pt idx="3453">
                  <c:v>18</c:v>
                </c:pt>
                <c:pt idx="3454">
                  <c:v>18</c:v>
                </c:pt>
                <c:pt idx="3455">
                  <c:v>18</c:v>
                </c:pt>
                <c:pt idx="3456">
                  <c:v>18</c:v>
                </c:pt>
                <c:pt idx="3457">
                  <c:v>18</c:v>
                </c:pt>
                <c:pt idx="3458">
                  <c:v>18</c:v>
                </c:pt>
                <c:pt idx="3459">
                  <c:v>18</c:v>
                </c:pt>
                <c:pt idx="3460">
                  <c:v>18</c:v>
                </c:pt>
                <c:pt idx="3461">
                  <c:v>18</c:v>
                </c:pt>
                <c:pt idx="3462">
                  <c:v>18</c:v>
                </c:pt>
                <c:pt idx="3463">
                  <c:v>18</c:v>
                </c:pt>
                <c:pt idx="3464">
                  <c:v>18</c:v>
                </c:pt>
                <c:pt idx="3465">
                  <c:v>18</c:v>
                </c:pt>
                <c:pt idx="3466">
                  <c:v>18</c:v>
                </c:pt>
                <c:pt idx="3467">
                  <c:v>18</c:v>
                </c:pt>
                <c:pt idx="3468">
                  <c:v>18</c:v>
                </c:pt>
                <c:pt idx="3469">
                  <c:v>18</c:v>
                </c:pt>
                <c:pt idx="3470">
                  <c:v>18</c:v>
                </c:pt>
                <c:pt idx="3471">
                  <c:v>18</c:v>
                </c:pt>
                <c:pt idx="3472">
                  <c:v>18</c:v>
                </c:pt>
                <c:pt idx="3473">
                  <c:v>18</c:v>
                </c:pt>
                <c:pt idx="3474">
                  <c:v>18</c:v>
                </c:pt>
                <c:pt idx="3475">
                  <c:v>18</c:v>
                </c:pt>
                <c:pt idx="3476">
                  <c:v>18</c:v>
                </c:pt>
                <c:pt idx="3477">
                  <c:v>18</c:v>
                </c:pt>
                <c:pt idx="3478">
                  <c:v>18</c:v>
                </c:pt>
                <c:pt idx="3479">
                  <c:v>18</c:v>
                </c:pt>
                <c:pt idx="3480">
                  <c:v>18</c:v>
                </c:pt>
                <c:pt idx="3481">
                  <c:v>18</c:v>
                </c:pt>
                <c:pt idx="3482">
                  <c:v>18</c:v>
                </c:pt>
                <c:pt idx="3483">
                  <c:v>18</c:v>
                </c:pt>
                <c:pt idx="3484">
                  <c:v>18</c:v>
                </c:pt>
                <c:pt idx="3485">
                  <c:v>18</c:v>
                </c:pt>
                <c:pt idx="3486">
                  <c:v>18</c:v>
                </c:pt>
                <c:pt idx="3487">
                  <c:v>18</c:v>
                </c:pt>
                <c:pt idx="3488">
                  <c:v>18</c:v>
                </c:pt>
                <c:pt idx="3489">
                  <c:v>18</c:v>
                </c:pt>
                <c:pt idx="3490">
                  <c:v>18</c:v>
                </c:pt>
                <c:pt idx="3491">
                  <c:v>18</c:v>
                </c:pt>
                <c:pt idx="3492">
                  <c:v>18</c:v>
                </c:pt>
                <c:pt idx="3493">
                  <c:v>18</c:v>
                </c:pt>
                <c:pt idx="3494">
                  <c:v>18</c:v>
                </c:pt>
                <c:pt idx="3495">
                  <c:v>18</c:v>
                </c:pt>
                <c:pt idx="3496">
                  <c:v>18</c:v>
                </c:pt>
                <c:pt idx="3497">
                  <c:v>18</c:v>
                </c:pt>
                <c:pt idx="3498">
                  <c:v>18</c:v>
                </c:pt>
                <c:pt idx="3499">
                  <c:v>18</c:v>
                </c:pt>
                <c:pt idx="3500">
                  <c:v>18</c:v>
                </c:pt>
                <c:pt idx="3501">
                  <c:v>18</c:v>
                </c:pt>
                <c:pt idx="3502">
                  <c:v>18</c:v>
                </c:pt>
                <c:pt idx="3503">
                  <c:v>18</c:v>
                </c:pt>
                <c:pt idx="3504">
                  <c:v>18</c:v>
                </c:pt>
                <c:pt idx="3505">
                  <c:v>18</c:v>
                </c:pt>
                <c:pt idx="3506">
                  <c:v>18</c:v>
                </c:pt>
                <c:pt idx="3507">
                  <c:v>18</c:v>
                </c:pt>
                <c:pt idx="3508">
                  <c:v>18</c:v>
                </c:pt>
                <c:pt idx="3509">
                  <c:v>18</c:v>
                </c:pt>
                <c:pt idx="3510">
                  <c:v>18</c:v>
                </c:pt>
                <c:pt idx="3511">
                  <c:v>18</c:v>
                </c:pt>
                <c:pt idx="3512">
                  <c:v>18</c:v>
                </c:pt>
                <c:pt idx="3513">
                  <c:v>18</c:v>
                </c:pt>
                <c:pt idx="3514">
                  <c:v>18</c:v>
                </c:pt>
                <c:pt idx="3515">
                  <c:v>18</c:v>
                </c:pt>
                <c:pt idx="3516">
                  <c:v>18</c:v>
                </c:pt>
                <c:pt idx="3517">
                  <c:v>18</c:v>
                </c:pt>
                <c:pt idx="3518">
                  <c:v>18</c:v>
                </c:pt>
                <c:pt idx="3519">
                  <c:v>18</c:v>
                </c:pt>
                <c:pt idx="3520">
                  <c:v>18</c:v>
                </c:pt>
                <c:pt idx="3521">
                  <c:v>18</c:v>
                </c:pt>
                <c:pt idx="3522">
                  <c:v>18</c:v>
                </c:pt>
                <c:pt idx="3523">
                  <c:v>18</c:v>
                </c:pt>
                <c:pt idx="3524">
                  <c:v>18</c:v>
                </c:pt>
                <c:pt idx="3525">
                  <c:v>18</c:v>
                </c:pt>
                <c:pt idx="3526">
                  <c:v>18</c:v>
                </c:pt>
                <c:pt idx="3527">
                  <c:v>18</c:v>
                </c:pt>
                <c:pt idx="3528">
                  <c:v>18</c:v>
                </c:pt>
                <c:pt idx="3529">
                  <c:v>18</c:v>
                </c:pt>
                <c:pt idx="3530">
                  <c:v>18</c:v>
                </c:pt>
                <c:pt idx="3531">
                  <c:v>18</c:v>
                </c:pt>
                <c:pt idx="3532">
                  <c:v>18</c:v>
                </c:pt>
                <c:pt idx="3533">
                  <c:v>18</c:v>
                </c:pt>
                <c:pt idx="3534">
                  <c:v>18</c:v>
                </c:pt>
                <c:pt idx="3535">
                  <c:v>18</c:v>
                </c:pt>
                <c:pt idx="3536">
                  <c:v>18</c:v>
                </c:pt>
                <c:pt idx="3537">
                  <c:v>18</c:v>
                </c:pt>
                <c:pt idx="3538">
                  <c:v>18</c:v>
                </c:pt>
                <c:pt idx="3539">
                  <c:v>18</c:v>
                </c:pt>
                <c:pt idx="3540">
                  <c:v>18</c:v>
                </c:pt>
                <c:pt idx="3541">
                  <c:v>18</c:v>
                </c:pt>
                <c:pt idx="3542">
                  <c:v>18</c:v>
                </c:pt>
                <c:pt idx="3543">
                  <c:v>18</c:v>
                </c:pt>
                <c:pt idx="3544">
                  <c:v>18</c:v>
                </c:pt>
                <c:pt idx="3545">
                  <c:v>18</c:v>
                </c:pt>
                <c:pt idx="3546">
                  <c:v>18</c:v>
                </c:pt>
                <c:pt idx="3547">
                  <c:v>18</c:v>
                </c:pt>
                <c:pt idx="3548">
                  <c:v>18</c:v>
                </c:pt>
                <c:pt idx="3549">
                  <c:v>18</c:v>
                </c:pt>
                <c:pt idx="3550">
                  <c:v>18</c:v>
                </c:pt>
                <c:pt idx="3551">
                  <c:v>18</c:v>
                </c:pt>
                <c:pt idx="3552">
                  <c:v>18</c:v>
                </c:pt>
                <c:pt idx="3553">
                  <c:v>18</c:v>
                </c:pt>
                <c:pt idx="3554">
                  <c:v>18</c:v>
                </c:pt>
                <c:pt idx="3555">
                  <c:v>18</c:v>
                </c:pt>
                <c:pt idx="3556">
                  <c:v>18</c:v>
                </c:pt>
                <c:pt idx="3557">
                  <c:v>18</c:v>
                </c:pt>
                <c:pt idx="3558">
                  <c:v>18</c:v>
                </c:pt>
                <c:pt idx="3559">
                  <c:v>18</c:v>
                </c:pt>
                <c:pt idx="3560">
                  <c:v>18</c:v>
                </c:pt>
                <c:pt idx="3561">
                  <c:v>18</c:v>
                </c:pt>
                <c:pt idx="3562">
                  <c:v>18</c:v>
                </c:pt>
                <c:pt idx="3563">
                  <c:v>18</c:v>
                </c:pt>
                <c:pt idx="3564">
                  <c:v>18</c:v>
                </c:pt>
                <c:pt idx="3565">
                  <c:v>18</c:v>
                </c:pt>
                <c:pt idx="3566">
                  <c:v>18</c:v>
                </c:pt>
                <c:pt idx="3567">
                  <c:v>18</c:v>
                </c:pt>
                <c:pt idx="3568">
                  <c:v>18</c:v>
                </c:pt>
                <c:pt idx="3569">
                  <c:v>18</c:v>
                </c:pt>
                <c:pt idx="3570">
                  <c:v>18</c:v>
                </c:pt>
                <c:pt idx="3571">
                  <c:v>18</c:v>
                </c:pt>
                <c:pt idx="3572">
                  <c:v>18</c:v>
                </c:pt>
                <c:pt idx="3573">
                  <c:v>18</c:v>
                </c:pt>
                <c:pt idx="3574">
                  <c:v>18</c:v>
                </c:pt>
                <c:pt idx="3575">
                  <c:v>18</c:v>
                </c:pt>
                <c:pt idx="3576">
                  <c:v>18</c:v>
                </c:pt>
                <c:pt idx="3577">
                  <c:v>18</c:v>
                </c:pt>
                <c:pt idx="3578">
                  <c:v>18</c:v>
                </c:pt>
                <c:pt idx="3579">
                  <c:v>18</c:v>
                </c:pt>
                <c:pt idx="3580">
                  <c:v>18</c:v>
                </c:pt>
                <c:pt idx="3581">
                  <c:v>18</c:v>
                </c:pt>
                <c:pt idx="3582">
                  <c:v>18</c:v>
                </c:pt>
                <c:pt idx="3583">
                  <c:v>18</c:v>
                </c:pt>
                <c:pt idx="3584">
                  <c:v>18</c:v>
                </c:pt>
                <c:pt idx="3585">
                  <c:v>18</c:v>
                </c:pt>
                <c:pt idx="3586">
                  <c:v>18</c:v>
                </c:pt>
                <c:pt idx="3587">
                  <c:v>18</c:v>
                </c:pt>
                <c:pt idx="3588">
                  <c:v>18</c:v>
                </c:pt>
                <c:pt idx="3589">
                  <c:v>18</c:v>
                </c:pt>
                <c:pt idx="3590">
                  <c:v>18</c:v>
                </c:pt>
                <c:pt idx="3591">
                  <c:v>18</c:v>
                </c:pt>
                <c:pt idx="3592">
                  <c:v>18</c:v>
                </c:pt>
                <c:pt idx="3593">
                  <c:v>18</c:v>
                </c:pt>
                <c:pt idx="3594">
                  <c:v>18</c:v>
                </c:pt>
                <c:pt idx="3595">
                  <c:v>18</c:v>
                </c:pt>
                <c:pt idx="3596">
                  <c:v>18</c:v>
                </c:pt>
                <c:pt idx="3597">
                  <c:v>18</c:v>
                </c:pt>
                <c:pt idx="3598">
                  <c:v>18</c:v>
                </c:pt>
                <c:pt idx="3599">
                  <c:v>18</c:v>
                </c:pt>
                <c:pt idx="3600">
                  <c:v>18</c:v>
                </c:pt>
                <c:pt idx="3601">
                  <c:v>18</c:v>
                </c:pt>
                <c:pt idx="3602">
                  <c:v>18</c:v>
                </c:pt>
                <c:pt idx="3603">
                  <c:v>18</c:v>
                </c:pt>
                <c:pt idx="3604">
                  <c:v>18</c:v>
                </c:pt>
                <c:pt idx="3605">
                  <c:v>18</c:v>
                </c:pt>
                <c:pt idx="3606">
                  <c:v>18</c:v>
                </c:pt>
                <c:pt idx="3607">
                  <c:v>18</c:v>
                </c:pt>
                <c:pt idx="3608">
                  <c:v>18</c:v>
                </c:pt>
                <c:pt idx="3609">
                  <c:v>18</c:v>
                </c:pt>
                <c:pt idx="3610">
                  <c:v>18</c:v>
                </c:pt>
                <c:pt idx="3611">
                  <c:v>18</c:v>
                </c:pt>
                <c:pt idx="3612">
                  <c:v>18</c:v>
                </c:pt>
                <c:pt idx="3613">
                  <c:v>18</c:v>
                </c:pt>
                <c:pt idx="3614">
                  <c:v>18</c:v>
                </c:pt>
                <c:pt idx="3615">
                  <c:v>18</c:v>
                </c:pt>
                <c:pt idx="3616">
                  <c:v>18</c:v>
                </c:pt>
                <c:pt idx="3617">
                  <c:v>18</c:v>
                </c:pt>
                <c:pt idx="3618">
                  <c:v>18</c:v>
                </c:pt>
                <c:pt idx="3619">
                  <c:v>18</c:v>
                </c:pt>
                <c:pt idx="3620">
                  <c:v>18</c:v>
                </c:pt>
                <c:pt idx="3621">
                  <c:v>18</c:v>
                </c:pt>
                <c:pt idx="3622">
                  <c:v>18</c:v>
                </c:pt>
                <c:pt idx="3623">
                  <c:v>18</c:v>
                </c:pt>
                <c:pt idx="3624">
                  <c:v>18</c:v>
                </c:pt>
                <c:pt idx="3625">
                  <c:v>18</c:v>
                </c:pt>
                <c:pt idx="3626">
                  <c:v>18</c:v>
                </c:pt>
                <c:pt idx="3627">
                  <c:v>18</c:v>
                </c:pt>
                <c:pt idx="3628">
                  <c:v>18</c:v>
                </c:pt>
                <c:pt idx="3629">
                  <c:v>18</c:v>
                </c:pt>
                <c:pt idx="3630">
                  <c:v>18</c:v>
                </c:pt>
                <c:pt idx="3631">
                  <c:v>18</c:v>
                </c:pt>
                <c:pt idx="3632">
                  <c:v>18</c:v>
                </c:pt>
                <c:pt idx="3633">
                  <c:v>18</c:v>
                </c:pt>
                <c:pt idx="3634">
                  <c:v>18</c:v>
                </c:pt>
                <c:pt idx="3635">
                  <c:v>18</c:v>
                </c:pt>
                <c:pt idx="3636">
                  <c:v>18</c:v>
                </c:pt>
                <c:pt idx="3637">
                  <c:v>18</c:v>
                </c:pt>
                <c:pt idx="3638">
                  <c:v>18</c:v>
                </c:pt>
                <c:pt idx="3639">
                  <c:v>18</c:v>
                </c:pt>
                <c:pt idx="3640">
                  <c:v>18</c:v>
                </c:pt>
                <c:pt idx="3641">
                  <c:v>18</c:v>
                </c:pt>
                <c:pt idx="3642">
                  <c:v>18</c:v>
                </c:pt>
                <c:pt idx="3643">
                  <c:v>18</c:v>
                </c:pt>
                <c:pt idx="3644">
                  <c:v>18</c:v>
                </c:pt>
                <c:pt idx="3645">
                  <c:v>18</c:v>
                </c:pt>
                <c:pt idx="3646">
                  <c:v>18</c:v>
                </c:pt>
                <c:pt idx="3647">
                  <c:v>18</c:v>
                </c:pt>
                <c:pt idx="3648">
                  <c:v>18</c:v>
                </c:pt>
                <c:pt idx="3649">
                  <c:v>18</c:v>
                </c:pt>
                <c:pt idx="3650">
                  <c:v>18</c:v>
                </c:pt>
                <c:pt idx="3651">
                  <c:v>18</c:v>
                </c:pt>
                <c:pt idx="3652">
                  <c:v>18</c:v>
                </c:pt>
                <c:pt idx="3653">
                  <c:v>18</c:v>
                </c:pt>
                <c:pt idx="3654">
                  <c:v>18</c:v>
                </c:pt>
                <c:pt idx="3655">
                  <c:v>18</c:v>
                </c:pt>
                <c:pt idx="3656">
                  <c:v>18</c:v>
                </c:pt>
                <c:pt idx="3657">
                  <c:v>18</c:v>
                </c:pt>
                <c:pt idx="3658">
                  <c:v>18</c:v>
                </c:pt>
                <c:pt idx="3659">
                  <c:v>18</c:v>
                </c:pt>
                <c:pt idx="3660">
                  <c:v>18</c:v>
                </c:pt>
                <c:pt idx="3661">
                  <c:v>18</c:v>
                </c:pt>
                <c:pt idx="3662">
                  <c:v>18</c:v>
                </c:pt>
                <c:pt idx="3663">
                  <c:v>18</c:v>
                </c:pt>
                <c:pt idx="3664">
                  <c:v>18</c:v>
                </c:pt>
                <c:pt idx="3665">
                  <c:v>18</c:v>
                </c:pt>
                <c:pt idx="3666">
                  <c:v>18</c:v>
                </c:pt>
                <c:pt idx="3667">
                  <c:v>18</c:v>
                </c:pt>
                <c:pt idx="3668">
                  <c:v>18</c:v>
                </c:pt>
                <c:pt idx="3669">
                  <c:v>18</c:v>
                </c:pt>
                <c:pt idx="3670">
                  <c:v>18</c:v>
                </c:pt>
                <c:pt idx="3671">
                  <c:v>18</c:v>
                </c:pt>
                <c:pt idx="3672">
                  <c:v>18</c:v>
                </c:pt>
                <c:pt idx="3673">
                  <c:v>18</c:v>
                </c:pt>
                <c:pt idx="3674">
                  <c:v>18</c:v>
                </c:pt>
                <c:pt idx="3675">
                  <c:v>18</c:v>
                </c:pt>
                <c:pt idx="3676">
                  <c:v>18</c:v>
                </c:pt>
                <c:pt idx="3677">
                  <c:v>18</c:v>
                </c:pt>
                <c:pt idx="3678">
                  <c:v>18</c:v>
                </c:pt>
                <c:pt idx="3679">
                  <c:v>18</c:v>
                </c:pt>
                <c:pt idx="3680">
                  <c:v>18</c:v>
                </c:pt>
                <c:pt idx="3681">
                  <c:v>18</c:v>
                </c:pt>
                <c:pt idx="3682">
                  <c:v>18</c:v>
                </c:pt>
                <c:pt idx="3683">
                  <c:v>18</c:v>
                </c:pt>
                <c:pt idx="3684">
                  <c:v>18</c:v>
                </c:pt>
                <c:pt idx="3685">
                  <c:v>18</c:v>
                </c:pt>
                <c:pt idx="3686">
                  <c:v>18</c:v>
                </c:pt>
                <c:pt idx="3687">
                  <c:v>18</c:v>
                </c:pt>
                <c:pt idx="3688">
                  <c:v>18</c:v>
                </c:pt>
                <c:pt idx="3689">
                  <c:v>18</c:v>
                </c:pt>
                <c:pt idx="3690">
                  <c:v>18</c:v>
                </c:pt>
                <c:pt idx="3691">
                  <c:v>18</c:v>
                </c:pt>
                <c:pt idx="3692">
                  <c:v>18</c:v>
                </c:pt>
                <c:pt idx="3693">
                  <c:v>18</c:v>
                </c:pt>
                <c:pt idx="3694">
                  <c:v>18</c:v>
                </c:pt>
                <c:pt idx="3695">
                  <c:v>18</c:v>
                </c:pt>
                <c:pt idx="3696">
                  <c:v>18</c:v>
                </c:pt>
                <c:pt idx="3697">
                  <c:v>18</c:v>
                </c:pt>
                <c:pt idx="3698">
                  <c:v>18</c:v>
                </c:pt>
                <c:pt idx="3699">
                  <c:v>18</c:v>
                </c:pt>
                <c:pt idx="3700">
                  <c:v>18</c:v>
                </c:pt>
                <c:pt idx="3701">
                  <c:v>18</c:v>
                </c:pt>
                <c:pt idx="3702">
                  <c:v>18</c:v>
                </c:pt>
                <c:pt idx="3703">
                  <c:v>18</c:v>
                </c:pt>
                <c:pt idx="3704">
                  <c:v>18</c:v>
                </c:pt>
                <c:pt idx="3705">
                  <c:v>18</c:v>
                </c:pt>
                <c:pt idx="3706">
                  <c:v>18</c:v>
                </c:pt>
                <c:pt idx="3707">
                  <c:v>18</c:v>
                </c:pt>
                <c:pt idx="3708">
                  <c:v>18</c:v>
                </c:pt>
                <c:pt idx="3709">
                  <c:v>18</c:v>
                </c:pt>
                <c:pt idx="3710">
                  <c:v>18</c:v>
                </c:pt>
                <c:pt idx="3711">
                  <c:v>18</c:v>
                </c:pt>
                <c:pt idx="3712">
                  <c:v>18</c:v>
                </c:pt>
                <c:pt idx="3713">
                  <c:v>18</c:v>
                </c:pt>
                <c:pt idx="3714">
                  <c:v>18</c:v>
                </c:pt>
                <c:pt idx="3715">
                  <c:v>18</c:v>
                </c:pt>
                <c:pt idx="3716">
                  <c:v>18</c:v>
                </c:pt>
                <c:pt idx="3717">
                  <c:v>18</c:v>
                </c:pt>
                <c:pt idx="3718">
                  <c:v>18</c:v>
                </c:pt>
                <c:pt idx="3719">
                  <c:v>18</c:v>
                </c:pt>
                <c:pt idx="3720">
                  <c:v>18</c:v>
                </c:pt>
                <c:pt idx="3721">
                  <c:v>18</c:v>
                </c:pt>
                <c:pt idx="3722">
                  <c:v>18</c:v>
                </c:pt>
                <c:pt idx="3723">
                  <c:v>18</c:v>
                </c:pt>
                <c:pt idx="3724">
                  <c:v>18</c:v>
                </c:pt>
                <c:pt idx="3725">
                  <c:v>18</c:v>
                </c:pt>
                <c:pt idx="3726">
                  <c:v>18</c:v>
                </c:pt>
                <c:pt idx="3727">
                  <c:v>18</c:v>
                </c:pt>
                <c:pt idx="3728">
                  <c:v>18</c:v>
                </c:pt>
                <c:pt idx="3729">
                  <c:v>18</c:v>
                </c:pt>
                <c:pt idx="3730">
                  <c:v>18</c:v>
                </c:pt>
                <c:pt idx="3731">
                  <c:v>18</c:v>
                </c:pt>
                <c:pt idx="3732">
                  <c:v>18</c:v>
                </c:pt>
                <c:pt idx="3733">
                  <c:v>18</c:v>
                </c:pt>
                <c:pt idx="3734">
                  <c:v>18</c:v>
                </c:pt>
                <c:pt idx="3735">
                  <c:v>18</c:v>
                </c:pt>
                <c:pt idx="3736">
                  <c:v>18</c:v>
                </c:pt>
                <c:pt idx="3737">
                  <c:v>18</c:v>
                </c:pt>
                <c:pt idx="3738">
                  <c:v>18</c:v>
                </c:pt>
                <c:pt idx="3739">
                  <c:v>18</c:v>
                </c:pt>
                <c:pt idx="3740">
                  <c:v>18</c:v>
                </c:pt>
                <c:pt idx="3741">
                  <c:v>18</c:v>
                </c:pt>
                <c:pt idx="3742">
                  <c:v>18</c:v>
                </c:pt>
                <c:pt idx="3743">
                  <c:v>18</c:v>
                </c:pt>
                <c:pt idx="3744">
                  <c:v>18</c:v>
                </c:pt>
                <c:pt idx="3745">
                  <c:v>18</c:v>
                </c:pt>
                <c:pt idx="3746">
                  <c:v>18</c:v>
                </c:pt>
                <c:pt idx="3747">
                  <c:v>18</c:v>
                </c:pt>
                <c:pt idx="3748">
                  <c:v>18</c:v>
                </c:pt>
                <c:pt idx="3749">
                  <c:v>18</c:v>
                </c:pt>
                <c:pt idx="3750">
                  <c:v>18</c:v>
                </c:pt>
                <c:pt idx="3751">
                  <c:v>18</c:v>
                </c:pt>
                <c:pt idx="3752">
                  <c:v>18</c:v>
                </c:pt>
                <c:pt idx="3753">
                  <c:v>18</c:v>
                </c:pt>
                <c:pt idx="3754">
                  <c:v>18</c:v>
                </c:pt>
                <c:pt idx="3755">
                  <c:v>18</c:v>
                </c:pt>
                <c:pt idx="3756">
                  <c:v>18</c:v>
                </c:pt>
                <c:pt idx="3757">
                  <c:v>18</c:v>
                </c:pt>
                <c:pt idx="3758">
                  <c:v>18</c:v>
                </c:pt>
                <c:pt idx="3759">
                  <c:v>18</c:v>
                </c:pt>
                <c:pt idx="3760">
                  <c:v>18</c:v>
                </c:pt>
                <c:pt idx="3761">
                  <c:v>18</c:v>
                </c:pt>
                <c:pt idx="3762">
                  <c:v>18</c:v>
                </c:pt>
                <c:pt idx="3763">
                  <c:v>18</c:v>
                </c:pt>
                <c:pt idx="3764">
                  <c:v>18</c:v>
                </c:pt>
                <c:pt idx="3765">
                  <c:v>18</c:v>
                </c:pt>
                <c:pt idx="3766">
                  <c:v>18</c:v>
                </c:pt>
                <c:pt idx="3767">
                  <c:v>18</c:v>
                </c:pt>
                <c:pt idx="3768">
                  <c:v>18</c:v>
                </c:pt>
                <c:pt idx="3769">
                  <c:v>18</c:v>
                </c:pt>
                <c:pt idx="3770">
                  <c:v>18</c:v>
                </c:pt>
                <c:pt idx="3771">
                  <c:v>18</c:v>
                </c:pt>
                <c:pt idx="3772">
                  <c:v>18</c:v>
                </c:pt>
                <c:pt idx="3773">
                  <c:v>18</c:v>
                </c:pt>
                <c:pt idx="3774">
                  <c:v>18</c:v>
                </c:pt>
                <c:pt idx="3775">
                  <c:v>18</c:v>
                </c:pt>
                <c:pt idx="3776">
                  <c:v>18</c:v>
                </c:pt>
                <c:pt idx="3777">
                  <c:v>18</c:v>
                </c:pt>
                <c:pt idx="3778">
                  <c:v>18</c:v>
                </c:pt>
                <c:pt idx="3779">
                  <c:v>18</c:v>
                </c:pt>
                <c:pt idx="3780">
                  <c:v>18</c:v>
                </c:pt>
                <c:pt idx="3781">
                  <c:v>18</c:v>
                </c:pt>
                <c:pt idx="3782">
                  <c:v>18</c:v>
                </c:pt>
                <c:pt idx="3783">
                  <c:v>18</c:v>
                </c:pt>
                <c:pt idx="3784">
                  <c:v>18</c:v>
                </c:pt>
                <c:pt idx="3785">
                  <c:v>18</c:v>
                </c:pt>
                <c:pt idx="3786">
                  <c:v>18</c:v>
                </c:pt>
                <c:pt idx="3787">
                  <c:v>18</c:v>
                </c:pt>
                <c:pt idx="3788">
                  <c:v>18</c:v>
                </c:pt>
                <c:pt idx="3789">
                  <c:v>18</c:v>
                </c:pt>
                <c:pt idx="3790">
                  <c:v>18</c:v>
                </c:pt>
                <c:pt idx="3791">
                  <c:v>18</c:v>
                </c:pt>
                <c:pt idx="3792">
                  <c:v>18</c:v>
                </c:pt>
                <c:pt idx="3793">
                  <c:v>18</c:v>
                </c:pt>
                <c:pt idx="3794">
                  <c:v>18</c:v>
                </c:pt>
                <c:pt idx="3795">
                  <c:v>18</c:v>
                </c:pt>
                <c:pt idx="3796">
                  <c:v>18</c:v>
                </c:pt>
                <c:pt idx="3797">
                  <c:v>18</c:v>
                </c:pt>
                <c:pt idx="3798">
                  <c:v>18</c:v>
                </c:pt>
                <c:pt idx="3799">
                  <c:v>18</c:v>
                </c:pt>
                <c:pt idx="3800">
                  <c:v>18</c:v>
                </c:pt>
                <c:pt idx="3801">
                  <c:v>18</c:v>
                </c:pt>
                <c:pt idx="3802">
                  <c:v>18</c:v>
                </c:pt>
                <c:pt idx="3803">
                  <c:v>18</c:v>
                </c:pt>
                <c:pt idx="3804">
                  <c:v>18</c:v>
                </c:pt>
                <c:pt idx="3805">
                  <c:v>18</c:v>
                </c:pt>
                <c:pt idx="3806">
                  <c:v>18</c:v>
                </c:pt>
                <c:pt idx="3807">
                  <c:v>18</c:v>
                </c:pt>
                <c:pt idx="3808">
                  <c:v>18</c:v>
                </c:pt>
                <c:pt idx="3809">
                  <c:v>18</c:v>
                </c:pt>
                <c:pt idx="3810">
                  <c:v>18</c:v>
                </c:pt>
                <c:pt idx="3811">
                  <c:v>18</c:v>
                </c:pt>
                <c:pt idx="3812">
                  <c:v>18</c:v>
                </c:pt>
                <c:pt idx="3813">
                  <c:v>18</c:v>
                </c:pt>
                <c:pt idx="3814">
                  <c:v>18</c:v>
                </c:pt>
                <c:pt idx="3815">
                  <c:v>18</c:v>
                </c:pt>
                <c:pt idx="3816">
                  <c:v>18</c:v>
                </c:pt>
                <c:pt idx="3817">
                  <c:v>18</c:v>
                </c:pt>
                <c:pt idx="3818">
                  <c:v>18</c:v>
                </c:pt>
                <c:pt idx="3819">
                  <c:v>18</c:v>
                </c:pt>
                <c:pt idx="3820">
                  <c:v>18</c:v>
                </c:pt>
                <c:pt idx="3821">
                  <c:v>18</c:v>
                </c:pt>
                <c:pt idx="3822">
                  <c:v>18</c:v>
                </c:pt>
                <c:pt idx="3823">
                  <c:v>18</c:v>
                </c:pt>
                <c:pt idx="3824">
                  <c:v>18</c:v>
                </c:pt>
                <c:pt idx="3825">
                  <c:v>18</c:v>
                </c:pt>
                <c:pt idx="3826">
                  <c:v>18</c:v>
                </c:pt>
                <c:pt idx="3827">
                  <c:v>18</c:v>
                </c:pt>
                <c:pt idx="3828">
                  <c:v>18</c:v>
                </c:pt>
                <c:pt idx="3829">
                  <c:v>18</c:v>
                </c:pt>
                <c:pt idx="3830">
                  <c:v>18</c:v>
                </c:pt>
                <c:pt idx="3831">
                  <c:v>18</c:v>
                </c:pt>
                <c:pt idx="3832">
                  <c:v>18</c:v>
                </c:pt>
                <c:pt idx="3833">
                  <c:v>18</c:v>
                </c:pt>
                <c:pt idx="3834">
                  <c:v>18</c:v>
                </c:pt>
                <c:pt idx="3835">
                  <c:v>18</c:v>
                </c:pt>
                <c:pt idx="3836">
                  <c:v>18</c:v>
                </c:pt>
                <c:pt idx="3837">
                  <c:v>18</c:v>
                </c:pt>
                <c:pt idx="3838">
                  <c:v>18</c:v>
                </c:pt>
                <c:pt idx="3839">
                  <c:v>18</c:v>
                </c:pt>
                <c:pt idx="3840">
                  <c:v>18</c:v>
                </c:pt>
                <c:pt idx="3841">
                  <c:v>18</c:v>
                </c:pt>
                <c:pt idx="3842">
                  <c:v>18</c:v>
                </c:pt>
                <c:pt idx="3843">
                  <c:v>18</c:v>
                </c:pt>
                <c:pt idx="3844">
                  <c:v>18</c:v>
                </c:pt>
                <c:pt idx="3845">
                  <c:v>18</c:v>
                </c:pt>
                <c:pt idx="3846">
                  <c:v>18</c:v>
                </c:pt>
                <c:pt idx="3847">
                  <c:v>18</c:v>
                </c:pt>
                <c:pt idx="3848">
                  <c:v>18</c:v>
                </c:pt>
                <c:pt idx="3849">
                  <c:v>18</c:v>
                </c:pt>
                <c:pt idx="3850">
                  <c:v>18</c:v>
                </c:pt>
                <c:pt idx="3851">
                  <c:v>18</c:v>
                </c:pt>
                <c:pt idx="3852">
                  <c:v>18</c:v>
                </c:pt>
                <c:pt idx="3853">
                  <c:v>18</c:v>
                </c:pt>
                <c:pt idx="3854">
                  <c:v>18</c:v>
                </c:pt>
                <c:pt idx="3855">
                  <c:v>18</c:v>
                </c:pt>
                <c:pt idx="3856">
                  <c:v>18</c:v>
                </c:pt>
                <c:pt idx="3857">
                  <c:v>18</c:v>
                </c:pt>
                <c:pt idx="3858">
                  <c:v>18</c:v>
                </c:pt>
                <c:pt idx="3859">
                  <c:v>18</c:v>
                </c:pt>
                <c:pt idx="3860">
                  <c:v>18</c:v>
                </c:pt>
                <c:pt idx="3861">
                  <c:v>18</c:v>
                </c:pt>
                <c:pt idx="3862">
                  <c:v>18</c:v>
                </c:pt>
                <c:pt idx="3863">
                  <c:v>18</c:v>
                </c:pt>
                <c:pt idx="3864">
                  <c:v>18</c:v>
                </c:pt>
                <c:pt idx="3865">
                  <c:v>18</c:v>
                </c:pt>
                <c:pt idx="3866">
                  <c:v>18</c:v>
                </c:pt>
                <c:pt idx="3867">
                  <c:v>18</c:v>
                </c:pt>
                <c:pt idx="3868">
                  <c:v>18</c:v>
                </c:pt>
                <c:pt idx="3869">
                  <c:v>18</c:v>
                </c:pt>
                <c:pt idx="3870">
                  <c:v>18</c:v>
                </c:pt>
                <c:pt idx="3871">
                  <c:v>18</c:v>
                </c:pt>
                <c:pt idx="3872">
                  <c:v>18</c:v>
                </c:pt>
                <c:pt idx="3873">
                  <c:v>18</c:v>
                </c:pt>
                <c:pt idx="3874">
                  <c:v>18</c:v>
                </c:pt>
                <c:pt idx="3875">
                  <c:v>18</c:v>
                </c:pt>
                <c:pt idx="3876">
                  <c:v>18</c:v>
                </c:pt>
                <c:pt idx="3877">
                  <c:v>18</c:v>
                </c:pt>
                <c:pt idx="3878">
                  <c:v>18</c:v>
                </c:pt>
                <c:pt idx="3879">
                  <c:v>18</c:v>
                </c:pt>
                <c:pt idx="3880">
                  <c:v>18</c:v>
                </c:pt>
                <c:pt idx="3881">
                  <c:v>18</c:v>
                </c:pt>
                <c:pt idx="3882">
                  <c:v>18</c:v>
                </c:pt>
                <c:pt idx="3883">
                  <c:v>18</c:v>
                </c:pt>
                <c:pt idx="3884">
                  <c:v>18</c:v>
                </c:pt>
                <c:pt idx="3885">
                  <c:v>18</c:v>
                </c:pt>
                <c:pt idx="3886">
                  <c:v>18</c:v>
                </c:pt>
                <c:pt idx="3887">
                  <c:v>18</c:v>
                </c:pt>
                <c:pt idx="3888">
                  <c:v>18</c:v>
                </c:pt>
                <c:pt idx="3889">
                  <c:v>18</c:v>
                </c:pt>
                <c:pt idx="3890">
                  <c:v>18</c:v>
                </c:pt>
                <c:pt idx="3891">
                  <c:v>18</c:v>
                </c:pt>
                <c:pt idx="3892">
                  <c:v>18</c:v>
                </c:pt>
                <c:pt idx="3893">
                  <c:v>18</c:v>
                </c:pt>
                <c:pt idx="3894">
                  <c:v>18</c:v>
                </c:pt>
                <c:pt idx="3895">
                  <c:v>18</c:v>
                </c:pt>
                <c:pt idx="3896">
                  <c:v>18</c:v>
                </c:pt>
                <c:pt idx="3897">
                  <c:v>18</c:v>
                </c:pt>
                <c:pt idx="3898">
                  <c:v>18</c:v>
                </c:pt>
                <c:pt idx="3899">
                  <c:v>18</c:v>
                </c:pt>
                <c:pt idx="3900">
                  <c:v>18</c:v>
                </c:pt>
                <c:pt idx="3901">
                  <c:v>18</c:v>
                </c:pt>
                <c:pt idx="3902">
                  <c:v>18</c:v>
                </c:pt>
                <c:pt idx="3903">
                  <c:v>18</c:v>
                </c:pt>
                <c:pt idx="3904">
                  <c:v>18</c:v>
                </c:pt>
                <c:pt idx="3905">
                  <c:v>18</c:v>
                </c:pt>
                <c:pt idx="3906">
                  <c:v>18</c:v>
                </c:pt>
                <c:pt idx="3907">
                  <c:v>18</c:v>
                </c:pt>
                <c:pt idx="3908">
                  <c:v>18</c:v>
                </c:pt>
                <c:pt idx="3909">
                  <c:v>18</c:v>
                </c:pt>
                <c:pt idx="3910">
                  <c:v>18</c:v>
                </c:pt>
                <c:pt idx="3911">
                  <c:v>18</c:v>
                </c:pt>
                <c:pt idx="3912">
                  <c:v>18</c:v>
                </c:pt>
                <c:pt idx="3913">
                  <c:v>18</c:v>
                </c:pt>
                <c:pt idx="3914">
                  <c:v>18</c:v>
                </c:pt>
                <c:pt idx="3915">
                  <c:v>18</c:v>
                </c:pt>
                <c:pt idx="3916">
                  <c:v>18</c:v>
                </c:pt>
                <c:pt idx="3917">
                  <c:v>18</c:v>
                </c:pt>
                <c:pt idx="3918">
                  <c:v>18</c:v>
                </c:pt>
                <c:pt idx="3919">
                  <c:v>18</c:v>
                </c:pt>
                <c:pt idx="3920">
                  <c:v>18</c:v>
                </c:pt>
                <c:pt idx="3921">
                  <c:v>18</c:v>
                </c:pt>
                <c:pt idx="3922">
                  <c:v>18</c:v>
                </c:pt>
                <c:pt idx="3923">
                  <c:v>18</c:v>
                </c:pt>
                <c:pt idx="3924">
                  <c:v>18</c:v>
                </c:pt>
                <c:pt idx="3925">
                  <c:v>18</c:v>
                </c:pt>
                <c:pt idx="3926">
                  <c:v>18</c:v>
                </c:pt>
                <c:pt idx="3927">
                  <c:v>18</c:v>
                </c:pt>
                <c:pt idx="3928">
                  <c:v>18</c:v>
                </c:pt>
                <c:pt idx="3929">
                  <c:v>18</c:v>
                </c:pt>
                <c:pt idx="3930">
                  <c:v>18</c:v>
                </c:pt>
                <c:pt idx="3931">
                  <c:v>18</c:v>
                </c:pt>
                <c:pt idx="3932">
                  <c:v>18</c:v>
                </c:pt>
                <c:pt idx="3933">
                  <c:v>18</c:v>
                </c:pt>
                <c:pt idx="3934">
                  <c:v>18</c:v>
                </c:pt>
                <c:pt idx="3935">
                  <c:v>18</c:v>
                </c:pt>
                <c:pt idx="3936">
                  <c:v>18</c:v>
                </c:pt>
                <c:pt idx="3937">
                  <c:v>18</c:v>
                </c:pt>
                <c:pt idx="3938">
                  <c:v>18</c:v>
                </c:pt>
                <c:pt idx="3939">
                  <c:v>18</c:v>
                </c:pt>
                <c:pt idx="3940">
                  <c:v>18</c:v>
                </c:pt>
                <c:pt idx="3941">
                  <c:v>18</c:v>
                </c:pt>
                <c:pt idx="3942">
                  <c:v>18</c:v>
                </c:pt>
                <c:pt idx="3943">
                  <c:v>18</c:v>
                </c:pt>
                <c:pt idx="3944">
                  <c:v>18</c:v>
                </c:pt>
                <c:pt idx="3945">
                  <c:v>18</c:v>
                </c:pt>
                <c:pt idx="3946">
                  <c:v>18</c:v>
                </c:pt>
                <c:pt idx="3947">
                  <c:v>18</c:v>
                </c:pt>
                <c:pt idx="3948">
                  <c:v>18</c:v>
                </c:pt>
                <c:pt idx="3949">
                  <c:v>18</c:v>
                </c:pt>
                <c:pt idx="3950">
                  <c:v>18</c:v>
                </c:pt>
                <c:pt idx="3951">
                  <c:v>18</c:v>
                </c:pt>
                <c:pt idx="3952">
                  <c:v>18</c:v>
                </c:pt>
                <c:pt idx="3953">
                  <c:v>18</c:v>
                </c:pt>
                <c:pt idx="3954">
                  <c:v>18</c:v>
                </c:pt>
                <c:pt idx="3955">
                  <c:v>18</c:v>
                </c:pt>
                <c:pt idx="3956">
                  <c:v>18</c:v>
                </c:pt>
                <c:pt idx="3957">
                  <c:v>18</c:v>
                </c:pt>
                <c:pt idx="3958">
                  <c:v>18</c:v>
                </c:pt>
                <c:pt idx="3959">
                  <c:v>18</c:v>
                </c:pt>
                <c:pt idx="3960">
                  <c:v>18</c:v>
                </c:pt>
                <c:pt idx="3961">
                  <c:v>18</c:v>
                </c:pt>
                <c:pt idx="3962">
                  <c:v>18</c:v>
                </c:pt>
                <c:pt idx="3963">
                  <c:v>18</c:v>
                </c:pt>
                <c:pt idx="3964">
                  <c:v>18</c:v>
                </c:pt>
                <c:pt idx="3965">
                  <c:v>18</c:v>
                </c:pt>
                <c:pt idx="3966">
                  <c:v>18</c:v>
                </c:pt>
                <c:pt idx="3967">
                  <c:v>18</c:v>
                </c:pt>
                <c:pt idx="3968">
                  <c:v>18</c:v>
                </c:pt>
                <c:pt idx="3969">
                  <c:v>18</c:v>
                </c:pt>
                <c:pt idx="3970">
                  <c:v>18</c:v>
                </c:pt>
                <c:pt idx="3971">
                  <c:v>18</c:v>
                </c:pt>
                <c:pt idx="3972">
                  <c:v>18</c:v>
                </c:pt>
                <c:pt idx="3973">
                  <c:v>18</c:v>
                </c:pt>
                <c:pt idx="3974">
                  <c:v>18</c:v>
                </c:pt>
                <c:pt idx="3975">
                  <c:v>18</c:v>
                </c:pt>
                <c:pt idx="3976">
                  <c:v>18</c:v>
                </c:pt>
                <c:pt idx="3977">
                  <c:v>18</c:v>
                </c:pt>
                <c:pt idx="3978">
                  <c:v>18</c:v>
                </c:pt>
                <c:pt idx="3979">
                  <c:v>18</c:v>
                </c:pt>
                <c:pt idx="3980">
                  <c:v>18</c:v>
                </c:pt>
                <c:pt idx="3981">
                  <c:v>18</c:v>
                </c:pt>
                <c:pt idx="3982">
                  <c:v>18</c:v>
                </c:pt>
                <c:pt idx="3983">
                  <c:v>18</c:v>
                </c:pt>
                <c:pt idx="3984">
                  <c:v>18</c:v>
                </c:pt>
                <c:pt idx="3985">
                  <c:v>18</c:v>
                </c:pt>
                <c:pt idx="3986">
                  <c:v>18</c:v>
                </c:pt>
                <c:pt idx="3987">
                  <c:v>18</c:v>
                </c:pt>
                <c:pt idx="3988">
                  <c:v>18</c:v>
                </c:pt>
                <c:pt idx="3989">
                  <c:v>18</c:v>
                </c:pt>
                <c:pt idx="3990">
                  <c:v>18</c:v>
                </c:pt>
                <c:pt idx="3991">
                  <c:v>18</c:v>
                </c:pt>
                <c:pt idx="3992">
                  <c:v>18</c:v>
                </c:pt>
                <c:pt idx="3993">
                  <c:v>18</c:v>
                </c:pt>
                <c:pt idx="3994">
                  <c:v>18</c:v>
                </c:pt>
                <c:pt idx="3995">
                  <c:v>18</c:v>
                </c:pt>
                <c:pt idx="3996">
                  <c:v>18</c:v>
                </c:pt>
                <c:pt idx="3997">
                  <c:v>18</c:v>
                </c:pt>
                <c:pt idx="3998">
                  <c:v>18</c:v>
                </c:pt>
                <c:pt idx="3999">
                  <c:v>18</c:v>
                </c:pt>
                <c:pt idx="4000">
                  <c:v>18</c:v>
                </c:pt>
                <c:pt idx="4001">
                  <c:v>18</c:v>
                </c:pt>
                <c:pt idx="4002">
                  <c:v>18</c:v>
                </c:pt>
                <c:pt idx="4003">
                  <c:v>18</c:v>
                </c:pt>
                <c:pt idx="4004">
                  <c:v>18</c:v>
                </c:pt>
                <c:pt idx="4005">
                  <c:v>18</c:v>
                </c:pt>
                <c:pt idx="4006">
                  <c:v>18</c:v>
                </c:pt>
                <c:pt idx="4007">
                  <c:v>18</c:v>
                </c:pt>
                <c:pt idx="4008">
                  <c:v>18</c:v>
                </c:pt>
                <c:pt idx="4009">
                  <c:v>18</c:v>
                </c:pt>
                <c:pt idx="4010">
                  <c:v>18</c:v>
                </c:pt>
                <c:pt idx="4011">
                  <c:v>18</c:v>
                </c:pt>
                <c:pt idx="4012">
                  <c:v>18</c:v>
                </c:pt>
                <c:pt idx="4013">
                  <c:v>18</c:v>
                </c:pt>
                <c:pt idx="4014">
                  <c:v>18</c:v>
                </c:pt>
                <c:pt idx="4015">
                  <c:v>18</c:v>
                </c:pt>
                <c:pt idx="4016">
                  <c:v>18</c:v>
                </c:pt>
                <c:pt idx="4017">
                  <c:v>18</c:v>
                </c:pt>
                <c:pt idx="4018">
                  <c:v>18</c:v>
                </c:pt>
                <c:pt idx="4019">
                  <c:v>18</c:v>
                </c:pt>
                <c:pt idx="4020">
                  <c:v>18</c:v>
                </c:pt>
                <c:pt idx="4021">
                  <c:v>18</c:v>
                </c:pt>
                <c:pt idx="4022">
                  <c:v>18</c:v>
                </c:pt>
                <c:pt idx="4023">
                  <c:v>18</c:v>
                </c:pt>
                <c:pt idx="4024">
                  <c:v>18</c:v>
                </c:pt>
                <c:pt idx="4025">
                  <c:v>18</c:v>
                </c:pt>
                <c:pt idx="4026">
                  <c:v>18</c:v>
                </c:pt>
                <c:pt idx="4027">
                  <c:v>18</c:v>
                </c:pt>
                <c:pt idx="4028">
                  <c:v>18</c:v>
                </c:pt>
                <c:pt idx="4029">
                  <c:v>18</c:v>
                </c:pt>
                <c:pt idx="4030">
                  <c:v>18</c:v>
                </c:pt>
                <c:pt idx="4031">
                  <c:v>18</c:v>
                </c:pt>
                <c:pt idx="4032">
                  <c:v>18</c:v>
                </c:pt>
                <c:pt idx="4033">
                  <c:v>18</c:v>
                </c:pt>
                <c:pt idx="4034">
                  <c:v>18</c:v>
                </c:pt>
                <c:pt idx="4035">
                  <c:v>18</c:v>
                </c:pt>
                <c:pt idx="4036">
                  <c:v>18</c:v>
                </c:pt>
                <c:pt idx="4037">
                  <c:v>18</c:v>
                </c:pt>
                <c:pt idx="4038">
                  <c:v>18</c:v>
                </c:pt>
                <c:pt idx="4039">
                  <c:v>18</c:v>
                </c:pt>
                <c:pt idx="4040">
                  <c:v>18</c:v>
                </c:pt>
                <c:pt idx="4041">
                  <c:v>18</c:v>
                </c:pt>
                <c:pt idx="4042">
                  <c:v>18</c:v>
                </c:pt>
                <c:pt idx="4043">
                  <c:v>18</c:v>
                </c:pt>
                <c:pt idx="4044">
                  <c:v>18</c:v>
                </c:pt>
                <c:pt idx="4045">
                  <c:v>18</c:v>
                </c:pt>
                <c:pt idx="4046">
                  <c:v>18</c:v>
                </c:pt>
                <c:pt idx="4047">
                  <c:v>18</c:v>
                </c:pt>
                <c:pt idx="4048">
                  <c:v>18</c:v>
                </c:pt>
                <c:pt idx="4049">
                  <c:v>18</c:v>
                </c:pt>
                <c:pt idx="4050">
                  <c:v>18</c:v>
                </c:pt>
                <c:pt idx="4051">
                  <c:v>18</c:v>
                </c:pt>
                <c:pt idx="4052">
                  <c:v>18</c:v>
                </c:pt>
                <c:pt idx="4053">
                  <c:v>18</c:v>
                </c:pt>
                <c:pt idx="4054">
                  <c:v>18</c:v>
                </c:pt>
                <c:pt idx="4055">
                  <c:v>18</c:v>
                </c:pt>
                <c:pt idx="4056">
                  <c:v>18</c:v>
                </c:pt>
                <c:pt idx="4057">
                  <c:v>18</c:v>
                </c:pt>
                <c:pt idx="4058">
                  <c:v>18</c:v>
                </c:pt>
                <c:pt idx="4059">
                  <c:v>18</c:v>
                </c:pt>
                <c:pt idx="4060">
                  <c:v>18</c:v>
                </c:pt>
                <c:pt idx="4061">
                  <c:v>18</c:v>
                </c:pt>
                <c:pt idx="4062">
                  <c:v>18</c:v>
                </c:pt>
                <c:pt idx="4063">
                  <c:v>18</c:v>
                </c:pt>
                <c:pt idx="4064">
                  <c:v>18</c:v>
                </c:pt>
                <c:pt idx="4065">
                  <c:v>18</c:v>
                </c:pt>
                <c:pt idx="4066">
                  <c:v>18</c:v>
                </c:pt>
                <c:pt idx="4067">
                  <c:v>18</c:v>
                </c:pt>
                <c:pt idx="4068">
                  <c:v>18</c:v>
                </c:pt>
                <c:pt idx="4069">
                  <c:v>18</c:v>
                </c:pt>
                <c:pt idx="4070">
                  <c:v>18</c:v>
                </c:pt>
                <c:pt idx="4071">
                  <c:v>18</c:v>
                </c:pt>
                <c:pt idx="4072">
                  <c:v>18</c:v>
                </c:pt>
                <c:pt idx="4073">
                  <c:v>18</c:v>
                </c:pt>
                <c:pt idx="4074">
                  <c:v>18</c:v>
                </c:pt>
                <c:pt idx="4075">
                  <c:v>18</c:v>
                </c:pt>
                <c:pt idx="4076">
                  <c:v>18</c:v>
                </c:pt>
                <c:pt idx="4077">
                  <c:v>18</c:v>
                </c:pt>
                <c:pt idx="4078">
                  <c:v>18</c:v>
                </c:pt>
                <c:pt idx="4079">
                  <c:v>18</c:v>
                </c:pt>
                <c:pt idx="4080">
                  <c:v>18</c:v>
                </c:pt>
                <c:pt idx="4081">
                  <c:v>18</c:v>
                </c:pt>
                <c:pt idx="4082">
                  <c:v>18</c:v>
                </c:pt>
                <c:pt idx="4083">
                  <c:v>18</c:v>
                </c:pt>
                <c:pt idx="4084">
                  <c:v>18</c:v>
                </c:pt>
                <c:pt idx="4085">
                  <c:v>18</c:v>
                </c:pt>
                <c:pt idx="4086">
                  <c:v>18</c:v>
                </c:pt>
                <c:pt idx="4087">
                  <c:v>18</c:v>
                </c:pt>
                <c:pt idx="4088">
                  <c:v>18</c:v>
                </c:pt>
                <c:pt idx="4089">
                  <c:v>18</c:v>
                </c:pt>
                <c:pt idx="4090">
                  <c:v>18</c:v>
                </c:pt>
                <c:pt idx="4091">
                  <c:v>18</c:v>
                </c:pt>
                <c:pt idx="4092">
                  <c:v>18</c:v>
                </c:pt>
                <c:pt idx="4093">
                  <c:v>18</c:v>
                </c:pt>
                <c:pt idx="4094">
                  <c:v>18</c:v>
                </c:pt>
                <c:pt idx="4095">
                  <c:v>18</c:v>
                </c:pt>
                <c:pt idx="4096">
                  <c:v>18</c:v>
                </c:pt>
                <c:pt idx="4097">
                  <c:v>18</c:v>
                </c:pt>
                <c:pt idx="4098">
                  <c:v>18</c:v>
                </c:pt>
                <c:pt idx="4099">
                  <c:v>18</c:v>
                </c:pt>
                <c:pt idx="4100">
                  <c:v>18</c:v>
                </c:pt>
                <c:pt idx="4101">
                  <c:v>18</c:v>
                </c:pt>
                <c:pt idx="4102">
                  <c:v>18</c:v>
                </c:pt>
                <c:pt idx="4103">
                  <c:v>18</c:v>
                </c:pt>
                <c:pt idx="4104">
                  <c:v>18</c:v>
                </c:pt>
                <c:pt idx="4105">
                  <c:v>18</c:v>
                </c:pt>
                <c:pt idx="4106">
                  <c:v>18</c:v>
                </c:pt>
                <c:pt idx="4107">
                  <c:v>18</c:v>
                </c:pt>
                <c:pt idx="4108">
                  <c:v>18</c:v>
                </c:pt>
                <c:pt idx="4109">
                  <c:v>18</c:v>
                </c:pt>
                <c:pt idx="4110">
                  <c:v>18</c:v>
                </c:pt>
                <c:pt idx="4111">
                  <c:v>18</c:v>
                </c:pt>
                <c:pt idx="4112">
                  <c:v>18</c:v>
                </c:pt>
                <c:pt idx="4113">
                  <c:v>18</c:v>
                </c:pt>
                <c:pt idx="4114">
                  <c:v>18</c:v>
                </c:pt>
                <c:pt idx="4115">
                  <c:v>18</c:v>
                </c:pt>
                <c:pt idx="4116">
                  <c:v>18</c:v>
                </c:pt>
                <c:pt idx="4117">
                  <c:v>18</c:v>
                </c:pt>
                <c:pt idx="4118">
                  <c:v>18</c:v>
                </c:pt>
                <c:pt idx="4119">
                  <c:v>18</c:v>
                </c:pt>
                <c:pt idx="4120">
                  <c:v>18</c:v>
                </c:pt>
                <c:pt idx="4121">
                  <c:v>18</c:v>
                </c:pt>
                <c:pt idx="4122">
                  <c:v>18</c:v>
                </c:pt>
                <c:pt idx="4123">
                  <c:v>18</c:v>
                </c:pt>
                <c:pt idx="4124">
                  <c:v>18</c:v>
                </c:pt>
                <c:pt idx="4125">
                  <c:v>18</c:v>
                </c:pt>
                <c:pt idx="4126">
                  <c:v>18</c:v>
                </c:pt>
                <c:pt idx="4127">
                  <c:v>18</c:v>
                </c:pt>
                <c:pt idx="4128">
                  <c:v>18</c:v>
                </c:pt>
                <c:pt idx="4129">
                  <c:v>18</c:v>
                </c:pt>
                <c:pt idx="4130">
                  <c:v>18</c:v>
                </c:pt>
                <c:pt idx="4131">
                  <c:v>18</c:v>
                </c:pt>
                <c:pt idx="4132">
                  <c:v>18</c:v>
                </c:pt>
                <c:pt idx="4133">
                  <c:v>18</c:v>
                </c:pt>
                <c:pt idx="4134">
                  <c:v>18</c:v>
                </c:pt>
                <c:pt idx="4135">
                  <c:v>18</c:v>
                </c:pt>
                <c:pt idx="4136">
                  <c:v>18</c:v>
                </c:pt>
                <c:pt idx="4137">
                  <c:v>18</c:v>
                </c:pt>
                <c:pt idx="4138">
                  <c:v>18</c:v>
                </c:pt>
                <c:pt idx="4139">
                  <c:v>18</c:v>
                </c:pt>
                <c:pt idx="4140">
                  <c:v>18</c:v>
                </c:pt>
                <c:pt idx="4141">
                  <c:v>18</c:v>
                </c:pt>
                <c:pt idx="4142">
                  <c:v>18</c:v>
                </c:pt>
                <c:pt idx="4143">
                  <c:v>18</c:v>
                </c:pt>
                <c:pt idx="4144">
                  <c:v>18</c:v>
                </c:pt>
                <c:pt idx="4145">
                  <c:v>18</c:v>
                </c:pt>
                <c:pt idx="4146">
                  <c:v>18</c:v>
                </c:pt>
                <c:pt idx="4147">
                  <c:v>18</c:v>
                </c:pt>
                <c:pt idx="4148">
                  <c:v>18</c:v>
                </c:pt>
                <c:pt idx="4149">
                  <c:v>18</c:v>
                </c:pt>
                <c:pt idx="4150">
                  <c:v>18</c:v>
                </c:pt>
                <c:pt idx="4151">
                  <c:v>18</c:v>
                </c:pt>
                <c:pt idx="4152">
                  <c:v>18</c:v>
                </c:pt>
                <c:pt idx="4153">
                  <c:v>18</c:v>
                </c:pt>
                <c:pt idx="4154">
                  <c:v>18</c:v>
                </c:pt>
                <c:pt idx="4155">
                  <c:v>18</c:v>
                </c:pt>
                <c:pt idx="4156">
                  <c:v>18</c:v>
                </c:pt>
                <c:pt idx="4157">
                  <c:v>18</c:v>
                </c:pt>
                <c:pt idx="4158">
                  <c:v>18</c:v>
                </c:pt>
                <c:pt idx="4159">
                  <c:v>18</c:v>
                </c:pt>
                <c:pt idx="4160">
                  <c:v>18</c:v>
                </c:pt>
                <c:pt idx="4161">
                  <c:v>18</c:v>
                </c:pt>
                <c:pt idx="4162">
                  <c:v>18</c:v>
                </c:pt>
                <c:pt idx="4163">
                  <c:v>18</c:v>
                </c:pt>
                <c:pt idx="4164">
                  <c:v>18</c:v>
                </c:pt>
                <c:pt idx="4165">
                  <c:v>18</c:v>
                </c:pt>
                <c:pt idx="4166">
                  <c:v>18</c:v>
                </c:pt>
                <c:pt idx="4167">
                  <c:v>18</c:v>
                </c:pt>
                <c:pt idx="4168">
                  <c:v>18</c:v>
                </c:pt>
                <c:pt idx="4169">
                  <c:v>18</c:v>
                </c:pt>
                <c:pt idx="4170">
                  <c:v>18</c:v>
                </c:pt>
                <c:pt idx="4171">
                  <c:v>18</c:v>
                </c:pt>
                <c:pt idx="4172">
                  <c:v>18</c:v>
                </c:pt>
                <c:pt idx="4173">
                  <c:v>18</c:v>
                </c:pt>
                <c:pt idx="4174">
                  <c:v>18</c:v>
                </c:pt>
                <c:pt idx="4175">
                  <c:v>18</c:v>
                </c:pt>
                <c:pt idx="4176">
                  <c:v>18</c:v>
                </c:pt>
                <c:pt idx="4177">
                  <c:v>18</c:v>
                </c:pt>
                <c:pt idx="4178">
                  <c:v>18</c:v>
                </c:pt>
                <c:pt idx="4179">
                  <c:v>18</c:v>
                </c:pt>
                <c:pt idx="4180">
                  <c:v>18</c:v>
                </c:pt>
                <c:pt idx="4181">
                  <c:v>18</c:v>
                </c:pt>
                <c:pt idx="4182">
                  <c:v>18</c:v>
                </c:pt>
                <c:pt idx="4183">
                  <c:v>18</c:v>
                </c:pt>
                <c:pt idx="4184">
                  <c:v>18</c:v>
                </c:pt>
                <c:pt idx="4185">
                  <c:v>18</c:v>
                </c:pt>
                <c:pt idx="4186">
                  <c:v>18</c:v>
                </c:pt>
                <c:pt idx="4187">
                  <c:v>18</c:v>
                </c:pt>
                <c:pt idx="4188">
                  <c:v>18</c:v>
                </c:pt>
                <c:pt idx="4189">
                  <c:v>18</c:v>
                </c:pt>
                <c:pt idx="4190">
                  <c:v>18</c:v>
                </c:pt>
                <c:pt idx="4191">
                  <c:v>18</c:v>
                </c:pt>
                <c:pt idx="4192">
                  <c:v>18</c:v>
                </c:pt>
                <c:pt idx="4193">
                  <c:v>18</c:v>
                </c:pt>
                <c:pt idx="4194">
                  <c:v>18</c:v>
                </c:pt>
                <c:pt idx="4195">
                  <c:v>18</c:v>
                </c:pt>
                <c:pt idx="4196">
                  <c:v>18</c:v>
                </c:pt>
                <c:pt idx="4197">
                  <c:v>18</c:v>
                </c:pt>
                <c:pt idx="4198">
                  <c:v>18</c:v>
                </c:pt>
                <c:pt idx="4199">
                  <c:v>18</c:v>
                </c:pt>
                <c:pt idx="4200">
                  <c:v>18</c:v>
                </c:pt>
                <c:pt idx="4201">
                  <c:v>18</c:v>
                </c:pt>
                <c:pt idx="4202">
                  <c:v>18</c:v>
                </c:pt>
                <c:pt idx="4203">
                  <c:v>18</c:v>
                </c:pt>
                <c:pt idx="4204">
                  <c:v>18</c:v>
                </c:pt>
                <c:pt idx="4205">
                  <c:v>18</c:v>
                </c:pt>
                <c:pt idx="4206">
                  <c:v>18</c:v>
                </c:pt>
                <c:pt idx="4207">
                  <c:v>18</c:v>
                </c:pt>
                <c:pt idx="4208">
                  <c:v>18</c:v>
                </c:pt>
                <c:pt idx="4209">
                  <c:v>18</c:v>
                </c:pt>
                <c:pt idx="4210">
                  <c:v>18</c:v>
                </c:pt>
                <c:pt idx="4211">
                  <c:v>18</c:v>
                </c:pt>
                <c:pt idx="4212">
                  <c:v>18</c:v>
                </c:pt>
                <c:pt idx="4213">
                  <c:v>18</c:v>
                </c:pt>
                <c:pt idx="4214">
                  <c:v>18</c:v>
                </c:pt>
                <c:pt idx="4215">
                  <c:v>18</c:v>
                </c:pt>
                <c:pt idx="4216">
                  <c:v>18</c:v>
                </c:pt>
                <c:pt idx="4217">
                  <c:v>18</c:v>
                </c:pt>
                <c:pt idx="4218">
                  <c:v>18</c:v>
                </c:pt>
                <c:pt idx="4219">
                  <c:v>18</c:v>
                </c:pt>
                <c:pt idx="4220">
                  <c:v>18</c:v>
                </c:pt>
                <c:pt idx="4221">
                  <c:v>18</c:v>
                </c:pt>
                <c:pt idx="4222">
                  <c:v>18</c:v>
                </c:pt>
                <c:pt idx="4223">
                  <c:v>18</c:v>
                </c:pt>
                <c:pt idx="4224">
                  <c:v>18</c:v>
                </c:pt>
                <c:pt idx="4225">
                  <c:v>18</c:v>
                </c:pt>
                <c:pt idx="4226">
                  <c:v>18</c:v>
                </c:pt>
                <c:pt idx="4227">
                  <c:v>18</c:v>
                </c:pt>
                <c:pt idx="4228">
                  <c:v>18</c:v>
                </c:pt>
                <c:pt idx="4229">
                  <c:v>18</c:v>
                </c:pt>
                <c:pt idx="4230">
                  <c:v>18</c:v>
                </c:pt>
                <c:pt idx="4231">
                  <c:v>18</c:v>
                </c:pt>
                <c:pt idx="4232">
                  <c:v>18</c:v>
                </c:pt>
                <c:pt idx="4233">
                  <c:v>18</c:v>
                </c:pt>
                <c:pt idx="4234">
                  <c:v>18</c:v>
                </c:pt>
                <c:pt idx="4235">
                  <c:v>18</c:v>
                </c:pt>
                <c:pt idx="4236">
                  <c:v>18</c:v>
                </c:pt>
                <c:pt idx="4237">
                  <c:v>18</c:v>
                </c:pt>
                <c:pt idx="4238">
                  <c:v>18</c:v>
                </c:pt>
                <c:pt idx="4239">
                  <c:v>18</c:v>
                </c:pt>
                <c:pt idx="4240">
                  <c:v>18</c:v>
                </c:pt>
                <c:pt idx="4241">
                  <c:v>18</c:v>
                </c:pt>
                <c:pt idx="4242">
                  <c:v>18</c:v>
                </c:pt>
                <c:pt idx="4243">
                  <c:v>18</c:v>
                </c:pt>
                <c:pt idx="4244">
                  <c:v>18</c:v>
                </c:pt>
                <c:pt idx="4245">
                  <c:v>18</c:v>
                </c:pt>
                <c:pt idx="4246">
                  <c:v>18</c:v>
                </c:pt>
                <c:pt idx="4247">
                  <c:v>18</c:v>
                </c:pt>
                <c:pt idx="4248">
                  <c:v>18</c:v>
                </c:pt>
                <c:pt idx="4249">
                  <c:v>18</c:v>
                </c:pt>
                <c:pt idx="4250">
                  <c:v>18</c:v>
                </c:pt>
                <c:pt idx="4251">
                  <c:v>18</c:v>
                </c:pt>
                <c:pt idx="4252">
                  <c:v>18</c:v>
                </c:pt>
                <c:pt idx="4253">
                  <c:v>18</c:v>
                </c:pt>
                <c:pt idx="4254">
                  <c:v>18</c:v>
                </c:pt>
                <c:pt idx="4255">
                  <c:v>18</c:v>
                </c:pt>
                <c:pt idx="4256">
                  <c:v>18</c:v>
                </c:pt>
                <c:pt idx="4257">
                  <c:v>18</c:v>
                </c:pt>
                <c:pt idx="4258">
                  <c:v>18</c:v>
                </c:pt>
                <c:pt idx="4259">
                  <c:v>18</c:v>
                </c:pt>
                <c:pt idx="4260">
                  <c:v>18</c:v>
                </c:pt>
                <c:pt idx="4261">
                  <c:v>18</c:v>
                </c:pt>
                <c:pt idx="4262">
                  <c:v>18</c:v>
                </c:pt>
                <c:pt idx="4263">
                  <c:v>18</c:v>
                </c:pt>
                <c:pt idx="4264">
                  <c:v>18</c:v>
                </c:pt>
                <c:pt idx="4265">
                  <c:v>18</c:v>
                </c:pt>
                <c:pt idx="4266">
                  <c:v>18</c:v>
                </c:pt>
                <c:pt idx="4267">
                  <c:v>18</c:v>
                </c:pt>
                <c:pt idx="4268">
                  <c:v>18</c:v>
                </c:pt>
                <c:pt idx="4269">
                  <c:v>18</c:v>
                </c:pt>
                <c:pt idx="4270">
                  <c:v>18</c:v>
                </c:pt>
                <c:pt idx="4271">
                  <c:v>18</c:v>
                </c:pt>
                <c:pt idx="4272">
                  <c:v>18</c:v>
                </c:pt>
                <c:pt idx="4273">
                  <c:v>18</c:v>
                </c:pt>
                <c:pt idx="4274">
                  <c:v>18</c:v>
                </c:pt>
                <c:pt idx="4275">
                  <c:v>18</c:v>
                </c:pt>
                <c:pt idx="4276">
                  <c:v>18</c:v>
                </c:pt>
                <c:pt idx="4277">
                  <c:v>18</c:v>
                </c:pt>
                <c:pt idx="4278">
                  <c:v>18</c:v>
                </c:pt>
                <c:pt idx="4279">
                  <c:v>18</c:v>
                </c:pt>
                <c:pt idx="4280">
                  <c:v>18</c:v>
                </c:pt>
                <c:pt idx="4281">
                  <c:v>18</c:v>
                </c:pt>
                <c:pt idx="4282">
                  <c:v>18</c:v>
                </c:pt>
                <c:pt idx="4283">
                  <c:v>18</c:v>
                </c:pt>
                <c:pt idx="4284">
                  <c:v>18</c:v>
                </c:pt>
                <c:pt idx="4285">
                  <c:v>18</c:v>
                </c:pt>
                <c:pt idx="4286">
                  <c:v>18</c:v>
                </c:pt>
                <c:pt idx="4287">
                  <c:v>18</c:v>
                </c:pt>
                <c:pt idx="4288">
                  <c:v>18</c:v>
                </c:pt>
                <c:pt idx="4289">
                  <c:v>18</c:v>
                </c:pt>
                <c:pt idx="4290">
                  <c:v>18</c:v>
                </c:pt>
                <c:pt idx="4291">
                  <c:v>18</c:v>
                </c:pt>
                <c:pt idx="4292">
                  <c:v>18</c:v>
                </c:pt>
                <c:pt idx="4293">
                  <c:v>18</c:v>
                </c:pt>
                <c:pt idx="4294">
                  <c:v>18</c:v>
                </c:pt>
                <c:pt idx="4295">
                  <c:v>18</c:v>
                </c:pt>
                <c:pt idx="4296">
                  <c:v>18</c:v>
                </c:pt>
                <c:pt idx="4297">
                  <c:v>18</c:v>
                </c:pt>
                <c:pt idx="4298">
                  <c:v>18</c:v>
                </c:pt>
                <c:pt idx="4299">
                  <c:v>18</c:v>
                </c:pt>
                <c:pt idx="4300">
                  <c:v>18</c:v>
                </c:pt>
                <c:pt idx="4301">
                  <c:v>18</c:v>
                </c:pt>
                <c:pt idx="4302">
                  <c:v>18</c:v>
                </c:pt>
                <c:pt idx="4303">
                  <c:v>18</c:v>
                </c:pt>
                <c:pt idx="4304">
                  <c:v>18</c:v>
                </c:pt>
                <c:pt idx="4305">
                  <c:v>18</c:v>
                </c:pt>
                <c:pt idx="4306">
                  <c:v>18</c:v>
                </c:pt>
                <c:pt idx="4307">
                  <c:v>18</c:v>
                </c:pt>
                <c:pt idx="4308">
                  <c:v>18</c:v>
                </c:pt>
                <c:pt idx="4309">
                  <c:v>18</c:v>
                </c:pt>
                <c:pt idx="4310">
                  <c:v>18</c:v>
                </c:pt>
                <c:pt idx="4311">
                  <c:v>18</c:v>
                </c:pt>
                <c:pt idx="4312">
                  <c:v>18</c:v>
                </c:pt>
                <c:pt idx="4313">
                  <c:v>18</c:v>
                </c:pt>
                <c:pt idx="4314">
                  <c:v>18</c:v>
                </c:pt>
                <c:pt idx="4315">
                  <c:v>18</c:v>
                </c:pt>
                <c:pt idx="4316">
                  <c:v>18</c:v>
                </c:pt>
                <c:pt idx="4317">
                  <c:v>18</c:v>
                </c:pt>
                <c:pt idx="4318">
                  <c:v>18</c:v>
                </c:pt>
                <c:pt idx="4319">
                  <c:v>18</c:v>
                </c:pt>
                <c:pt idx="4320">
                  <c:v>18</c:v>
                </c:pt>
                <c:pt idx="4321">
                  <c:v>18</c:v>
                </c:pt>
                <c:pt idx="4322">
                  <c:v>18</c:v>
                </c:pt>
                <c:pt idx="4323">
                  <c:v>18</c:v>
                </c:pt>
                <c:pt idx="4324">
                  <c:v>18</c:v>
                </c:pt>
                <c:pt idx="4325">
                  <c:v>18</c:v>
                </c:pt>
                <c:pt idx="4326">
                  <c:v>18</c:v>
                </c:pt>
                <c:pt idx="4327">
                  <c:v>18</c:v>
                </c:pt>
                <c:pt idx="4328">
                  <c:v>18</c:v>
                </c:pt>
                <c:pt idx="4329">
                  <c:v>18</c:v>
                </c:pt>
                <c:pt idx="4330">
                  <c:v>18</c:v>
                </c:pt>
                <c:pt idx="4331">
                  <c:v>18</c:v>
                </c:pt>
                <c:pt idx="4332">
                  <c:v>18</c:v>
                </c:pt>
                <c:pt idx="4333">
                  <c:v>18</c:v>
                </c:pt>
                <c:pt idx="4334">
                  <c:v>18</c:v>
                </c:pt>
                <c:pt idx="4335">
                  <c:v>18</c:v>
                </c:pt>
                <c:pt idx="4336">
                  <c:v>18</c:v>
                </c:pt>
                <c:pt idx="4337">
                  <c:v>18</c:v>
                </c:pt>
                <c:pt idx="4338">
                  <c:v>18</c:v>
                </c:pt>
                <c:pt idx="4339">
                  <c:v>18</c:v>
                </c:pt>
                <c:pt idx="4340">
                  <c:v>18</c:v>
                </c:pt>
                <c:pt idx="4341">
                  <c:v>18</c:v>
                </c:pt>
                <c:pt idx="4342">
                  <c:v>18</c:v>
                </c:pt>
                <c:pt idx="4343">
                  <c:v>18</c:v>
                </c:pt>
                <c:pt idx="4344">
                  <c:v>18</c:v>
                </c:pt>
                <c:pt idx="4345">
                  <c:v>18</c:v>
                </c:pt>
                <c:pt idx="4346">
                  <c:v>18</c:v>
                </c:pt>
                <c:pt idx="4347">
                  <c:v>18</c:v>
                </c:pt>
                <c:pt idx="4348">
                  <c:v>18</c:v>
                </c:pt>
                <c:pt idx="4349">
                  <c:v>18</c:v>
                </c:pt>
                <c:pt idx="4350">
                  <c:v>18</c:v>
                </c:pt>
                <c:pt idx="4351">
                  <c:v>18</c:v>
                </c:pt>
                <c:pt idx="4352">
                  <c:v>18</c:v>
                </c:pt>
                <c:pt idx="4353">
                  <c:v>18</c:v>
                </c:pt>
                <c:pt idx="4354">
                  <c:v>18</c:v>
                </c:pt>
                <c:pt idx="4355">
                  <c:v>18</c:v>
                </c:pt>
                <c:pt idx="4356">
                  <c:v>18</c:v>
                </c:pt>
                <c:pt idx="4357">
                  <c:v>18</c:v>
                </c:pt>
                <c:pt idx="4358">
                  <c:v>18</c:v>
                </c:pt>
                <c:pt idx="4359">
                  <c:v>18</c:v>
                </c:pt>
                <c:pt idx="4360">
                  <c:v>18</c:v>
                </c:pt>
                <c:pt idx="4361">
                  <c:v>18</c:v>
                </c:pt>
                <c:pt idx="4362">
                  <c:v>18</c:v>
                </c:pt>
                <c:pt idx="4363">
                  <c:v>18</c:v>
                </c:pt>
                <c:pt idx="4364">
                  <c:v>18</c:v>
                </c:pt>
                <c:pt idx="4365">
                  <c:v>18</c:v>
                </c:pt>
                <c:pt idx="4366">
                  <c:v>18</c:v>
                </c:pt>
                <c:pt idx="4367">
                  <c:v>18</c:v>
                </c:pt>
                <c:pt idx="4368">
                  <c:v>18</c:v>
                </c:pt>
                <c:pt idx="4369">
                  <c:v>18</c:v>
                </c:pt>
                <c:pt idx="4370">
                  <c:v>18</c:v>
                </c:pt>
                <c:pt idx="4371">
                  <c:v>17.8</c:v>
                </c:pt>
                <c:pt idx="4372">
                  <c:v>17.6</c:v>
                </c:pt>
                <c:pt idx="4373">
                  <c:v>17.5</c:v>
                </c:pt>
                <c:pt idx="4374">
                  <c:v>17.4</c:v>
                </c:pt>
                <c:pt idx="4375">
                  <c:v>17.3</c:v>
                </c:pt>
                <c:pt idx="4376">
                  <c:v>17.2</c:v>
                </c:pt>
                <c:pt idx="4377">
                  <c:v>17</c:v>
                </c:pt>
                <c:pt idx="4378">
                  <c:v>16.9</c:v>
                </c:pt>
                <c:pt idx="4379">
                  <c:v>16.8</c:v>
                </c:pt>
                <c:pt idx="4380">
                  <c:v>16.6</c:v>
                </c:pt>
                <c:pt idx="4381">
                  <c:v>16.5</c:v>
                </c:pt>
                <c:pt idx="4382">
                  <c:v>16.4</c:v>
                </c:pt>
                <c:pt idx="4383">
                  <c:v>16.1</c:v>
                </c:pt>
                <c:pt idx="4384">
                  <c:v>16</c:v>
                </c:pt>
                <c:pt idx="4385">
                  <c:v>15.7</c:v>
                </c:pt>
                <c:pt idx="4386">
                  <c:v>15.4</c:v>
                </c:pt>
                <c:pt idx="4387">
                  <c:v>15.2</c:v>
                </c:pt>
                <c:pt idx="4388">
                  <c:v>15</c:v>
                </c:pt>
                <c:pt idx="4389">
                  <c:v>14.8</c:v>
                </c:pt>
                <c:pt idx="4390">
                  <c:v>14.6</c:v>
                </c:pt>
                <c:pt idx="4391">
                  <c:v>14.3</c:v>
                </c:pt>
                <c:pt idx="4392">
                  <c:v>14.2</c:v>
                </c:pt>
                <c:pt idx="4393">
                  <c:v>14.1</c:v>
                </c:pt>
                <c:pt idx="4394">
                  <c:v>13.8</c:v>
                </c:pt>
                <c:pt idx="4395">
                  <c:v>13.4</c:v>
                </c:pt>
                <c:pt idx="4396">
                  <c:v>13.2</c:v>
                </c:pt>
                <c:pt idx="4397">
                  <c:v>13.1</c:v>
                </c:pt>
                <c:pt idx="4398">
                  <c:v>13</c:v>
                </c:pt>
                <c:pt idx="4399">
                  <c:v>13</c:v>
                </c:pt>
                <c:pt idx="4400">
                  <c:v>12.7</c:v>
                </c:pt>
                <c:pt idx="4401">
                  <c:v>12.6</c:v>
                </c:pt>
                <c:pt idx="4402">
                  <c:v>12.5</c:v>
                </c:pt>
                <c:pt idx="4403">
                  <c:v>12.4</c:v>
                </c:pt>
                <c:pt idx="4404">
                  <c:v>12.4</c:v>
                </c:pt>
                <c:pt idx="4405">
                  <c:v>12.4</c:v>
                </c:pt>
                <c:pt idx="4406">
                  <c:v>12.4</c:v>
                </c:pt>
                <c:pt idx="4407">
                  <c:v>12.2</c:v>
                </c:pt>
                <c:pt idx="4408">
                  <c:v>12</c:v>
                </c:pt>
                <c:pt idx="4409">
                  <c:v>11.9</c:v>
                </c:pt>
                <c:pt idx="4410">
                  <c:v>11.9</c:v>
                </c:pt>
                <c:pt idx="4411">
                  <c:v>11.9</c:v>
                </c:pt>
                <c:pt idx="4412">
                  <c:v>11.9</c:v>
                </c:pt>
                <c:pt idx="4413">
                  <c:v>11.9</c:v>
                </c:pt>
                <c:pt idx="4414">
                  <c:v>11.9</c:v>
                </c:pt>
                <c:pt idx="4415">
                  <c:v>11.9</c:v>
                </c:pt>
                <c:pt idx="4416">
                  <c:v>11.9</c:v>
                </c:pt>
                <c:pt idx="4417">
                  <c:v>11.9</c:v>
                </c:pt>
                <c:pt idx="4418">
                  <c:v>11.9</c:v>
                </c:pt>
                <c:pt idx="4419">
                  <c:v>11.9</c:v>
                </c:pt>
                <c:pt idx="4420">
                  <c:v>11.9</c:v>
                </c:pt>
                <c:pt idx="4421">
                  <c:v>11.9</c:v>
                </c:pt>
                <c:pt idx="4422">
                  <c:v>11.9</c:v>
                </c:pt>
                <c:pt idx="4423">
                  <c:v>11.9</c:v>
                </c:pt>
                <c:pt idx="4424">
                  <c:v>11.9</c:v>
                </c:pt>
                <c:pt idx="4425">
                  <c:v>11.9</c:v>
                </c:pt>
                <c:pt idx="4426">
                  <c:v>11.9</c:v>
                </c:pt>
                <c:pt idx="4427">
                  <c:v>11.9</c:v>
                </c:pt>
                <c:pt idx="4428">
                  <c:v>11.9</c:v>
                </c:pt>
                <c:pt idx="4429">
                  <c:v>11.9</c:v>
                </c:pt>
                <c:pt idx="4430">
                  <c:v>11.9</c:v>
                </c:pt>
                <c:pt idx="4431">
                  <c:v>11.9</c:v>
                </c:pt>
                <c:pt idx="4432">
                  <c:v>11.9</c:v>
                </c:pt>
                <c:pt idx="4433">
                  <c:v>11.9</c:v>
                </c:pt>
                <c:pt idx="4434">
                  <c:v>11.9</c:v>
                </c:pt>
                <c:pt idx="4435">
                  <c:v>11.9</c:v>
                </c:pt>
                <c:pt idx="4436">
                  <c:v>11.9</c:v>
                </c:pt>
                <c:pt idx="4437">
                  <c:v>11.9</c:v>
                </c:pt>
                <c:pt idx="4438">
                  <c:v>11.9</c:v>
                </c:pt>
                <c:pt idx="4439">
                  <c:v>11.9</c:v>
                </c:pt>
                <c:pt idx="4440">
                  <c:v>11.9</c:v>
                </c:pt>
                <c:pt idx="4441">
                  <c:v>11.9</c:v>
                </c:pt>
                <c:pt idx="4442">
                  <c:v>11.9</c:v>
                </c:pt>
                <c:pt idx="4443">
                  <c:v>11.9</c:v>
                </c:pt>
                <c:pt idx="4444">
                  <c:v>11.9</c:v>
                </c:pt>
                <c:pt idx="4445">
                  <c:v>11.9</c:v>
                </c:pt>
                <c:pt idx="4446">
                  <c:v>11.9</c:v>
                </c:pt>
                <c:pt idx="4447">
                  <c:v>11.9</c:v>
                </c:pt>
                <c:pt idx="4448">
                  <c:v>11.9</c:v>
                </c:pt>
                <c:pt idx="4449">
                  <c:v>11.9</c:v>
                </c:pt>
                <c:pt idx="4450">
                  <c:v>11.9</c:v>
                </c:pt>
                <c:pt idx="4451">
                  <c:v>11.9</c:v>
                </c:pt>
                <c:pt idx="4452">
                  <c:v>11.9</c:v>
                </c:pt>
                <c:pt idx="4453">
                  <c:v>11.9</c:v>
                </c:pt>
                <c:pt idx="4454">
                  <c:v>11.9</c:v>
                </c:pt>
                <c:pt idx="4455">
                  <c:v>11.9</c:v>
                </c:pt>
                <c:pt idx="4456">
                  <c:v>11.9</c:v>
                </c:pt>
                <c:pt idx="4457">
                  <c:v>11.9</c:v>
                </c:pt>
                <c:pt idx="4458">
                  <c:v>11.9</c:v>
                </c:pt>
                <c:pt idx="4459">
                  <c:v>11.9</c:v>
                </c:pt>
                <c:pt idx="4460">
                  <c:v>11.9</c:v>
                </c:pt>
                <c:pt idx="4461">
                  <c:v>11.9</c:v>
                </c:pt>
                <c:pt idx="4462">
                  <c:v>11.9</c:v>
                </c:pt>
                <c:pt idx="4463">
                  <c:v>11.9</c:v>
                </c:pt>
                <c:pt idx="4464">
                  <c:v>11.9</c:v>
                </c:pt>
                <c:pt idx="4465">
                  <c:v>11.9</c:v>
                </c:pt>
                <c:pt idx="4466">
                  <c:v>11.9</c:v>
                </c:pt>
                <c:pt idx="4467">
                  <c:v>11.9</c:v>
                </c:pt>
                <c:pt idx="4468">
                  <c:v>11.9</c:v>
                </c:pt>
                <c:pt idx="4469">
                  <c:v>11.9</c:v>
                </c:pt>
                <c:pt idx="4470">
                  <c:v>11.9</c:v>
                </c:pt>
                <c:pt idx="4471">
                  <c:v>11.9</c:v>
                </c:pt>
                <c:pt idx="4472">
                  <c:v>11.9</c:v>
                </c:pt>
                <c:pt idx="4473">
                  <c:v>11.9</c:v>
                </c:pt>
                <c:pt idx="4474">
                  <c:v>11.9</c:v>
                </c:pt>
                <c:pt idx="4475">
                  <c:v>11.9</c:v>
                </c:pt>
                <c:pt idx="4476">
                  <c:v>11.9</c:v>
                </c:pt>
                <c:pt idx="4477">
                  <c:v>11.9</c:v>
                </c:pt>
                <c:pt idx="4478">
                  <c:v>11.9</c:v>
                </c:pt>
                <c:pt idx="4479">
                  <c:v>11.9</c:v>
                </c:pt>
                <c:pt idx="4480">
                  <c:v>11.9</c:v>
                </c:pt>
                <c:pt idx="4481">
                  <c:v>11.9</c:v>
                </c:pt>
                <c:pt idx="4482">
                  <c:v>11.9</c:v>
                </c:pt>
                <c:pt idx="4483">
                  <c:v>11.9</c:v>
                </c:pt>
                <c:pt idx="4484">
                  <c:v>11.9</c:v>
                </c:pt>
                <c:pt idx="4485">
                  <c:v>11.9</c:v>
                </c:pt>
                <c:pt idx="4486">
                  <c:v>11.9</c:v>
                </c:pt>
                <c:pt idx="4487">
                  <c:v>11.9</c:v>
                </c:pt>
                <c:pt idx="4488">
                  <c:v>11.9</c:v>
                </c:pt>
                <c:pt idx="4489">
                  <c:v>11.9</c:v>
                </c:pt>
                <c:pt idx="4490">
                  <c:v>11.9</c:v>
                </c:pt>
                <c:pt idx="4491">
                  <c:v>11.9</c:v>
                </c:pt>
                <c:pt idx="4492">
                  <c:v>11.9</c:v>
                </c:pt>
                <c:pt idx="4493">
                  <c:v>11.9</c:v>
                </c:pt>
                <c:pt idx="4494">
                  <c:v>11.9</c:v>
                </c:pt>
                <c:pt idx="4495">
                  <c:v>11.9</c:v>
                </c:pt>
                <c:pt idx="4496">
                  <c:v>11.9</c:v>
                </c:pt>
                <c:pt idx="4497">
                  <c:v>11.9</c:v>
                </c:pt>
                <c:pt idx="4498">
                  <c:v>11.9</c:v>
                </c:pt>
                <c:pt idx="4499">
                  <c:v>11.9</c:v>
                </c:pt>
                <c:pt idx="4500">
                  <c:v>11.9</c:v>
                </c:pt>
                <c:pt idx="4501">
                  <c:v>11.9</c:v>
                </c:pt>
                <c:pt idx="4502">
                  <c:v>11.9</c:v>
                </c:pt>
                <c:pt idx="4503">
                  <c:v>11.9</c:v>
                </c:pt>
                <c:pt idx="4504">
                  <c:v>11.9</c:v>
                </c:pt>
                <c:pt idx="4505">
                  <c:v>11.9</c:v>
                </c:pt>
                <c:pt idx="4506">
                  <c:v>11.9</c:v>
                </c:pt>
                <c:pt idx="4507">
                  <c:v>11.9</c:v>
                </c:pt>
                <c:pt idx="4508">
                  <c:v>11.9</c:v>
                </c:pt>
                <c:pt idx="4509">
                  <c:v>11.9</c:v>
                </c:pt>
                <c:pt idx="4510">
                  <c:v>11.9</c:v>
                </c:pt>
                <c:pt idx="4511">
                  <c:v>11.9</c:v>
                </c:pt>
                <c:pt idx="4512">
                  <c:v>11.9</c:v>
                </c:pt>
                <c:pt idx="4513">
                  <c:v>11.9</c:v>
                </c:pt>
                <c:pt idx="4514">
                  <c:v>11.9</c:v>
                </c:pt>
                <c:pt idx="4515">
                  <c:v>11.9</c:v>
                </c:pt>
                <c:pt idx="4516">
                  <c:v>11.9</c:v>
                </c:pt>
                <c:pt idx="4517">
                  <c:v>11.9</c:v>
                </c:pt>
                <c:pt idx="4518">
                  <c:v>11.9</c:v>
                </c:pt>
                <c:pt idx="4519">
                  <c:v>11.9</c:v>
                </c:pt>
                <c:pt idx="4520">
                  <c:v>11.9</c:v>
                </c:pt>
                <c:pt idx="4521">
                  <c:v>11.9</c:v>
                </c:pt>
                <c:pt idx="4522">
                  <c:v>11.9</c:v>
                </c:pt>
                <c:pt idx="4523">
                  <c:v>11.9</c:v>
                </c:pt>
                <c:pt idx="4524">
                  <c:v>11.9</c:v>
                </c:pt>
                <c:pt idx="4525">
                  <c:v>11.9</c:v>
                </c:pt>
                <c:pt idx="4526">
                  <c:v>11.9</c:v>
                </c:pt>
                <c:pt idx="4527">
                  <c:v>11.9</c:v>
                </c:pt>
                <c:pt idx="4528">
                  <c:v>11.9</c:v>
                </c:pt>
                <c:pt idx="4529">
                  <c:v>11.9</c:v>
                </c:pt>
                <c:pt idx="4530">
                  <c:v>11.9</c:v>
                </c:pt>
                <c:pt idx="4531">
                  <c:v>11.9</c:v>
                </c:pt>
                <c:pt idx="4532">
                  <c:v>11.9</c:v>
                </c:pt>
                <c:pt idx="4533">
                  <c:v>11.9</c:v>
                </c:pt>
                <c:pt idx="4534">
                  <c:v>11.9</c:v>
                </c:pt>
                <c:pt idx="4535">
                  <c:v>11.9</c:v>
                </c:pt>
                <c:pt idx="4536">
                  <c:v>11.9</c:v>
                </c:pt>
                <c:pt idx="4537">
                  <c:v>11.9</c:v>
                </c:pt>
                <c:pt idx="4538">
                  <c:v>11.9</c:v>
                </c:pt>
                <c:pt idx="4539">
                  <c:v>11.9</c:v>
                </c:pt>
                <c:pt idx="4540">
                  <c:v>11.9</c:v>
                </c:pt>
                <c:pt idx="4541">
                  <c:v>11.9</c:v>
                </c:pt>
                <c:pt idx="4542">
                  <c:v>11.9</c:v>
                </c:pt>
                <c:pt idx="4543">
                  <c:v>11.9</c:v>
                </c:pt>
                <c:pt idx="4544">
                  <c:v>11.9</c:v>
                </c:pt>
                <c:pt idx="4545">
                  <c:v>11.9</c:v>
                </c:pt>
                <c:pt idx="4546">
                  <c:v>11.9</c:v>
                </c:pt>
                <c:pt idx="4547">
                  <c:v>11.9</c:v>
                </c:pt>
                <c:pt idx="4548">
                  <c:v>11.9</c:v>
                </c:pt>
                <c:pt idx="4549">
                  <c:v>11.9</c:v>
                </c:pt>
                <c:pt idx="4550">
                  <c:v>11.9</c:v>
                </c:pt>
                <c:pt idx="4551">
                  <c:v>11.9</c:v>
                </c:pt>
                <c:pt idx="4552">
                  <c:v>11.9</c:v>
                </c:pt>
                <c:pt idx="4553">
                  <c:v>11.9</c:v>
                </c:pt>
                <c:pt idx="4554">
                  <c:v>11.9</c:v>
                </c:pt>
                <c:pt idx="4555">
                  <c:v>11.9</c:v>
                </c:pt>
                <c:pt idx="4556">
                  <c:v>11.9</c:v>
                </c:pt>
                <c:pt idx="4557">
                  <c:v>11.9</c:v>
                </c:pt>
                <c:pt idx="4558">
                  <c:v>11.9</c:v>
                </c:pt>
                <c:pt idx="4559">
                  <c:v>11.9</c:v>
                </c:pt>
                <c:pt idx="4560">
                  <c:v>11.9</c:v>
                </c:pt>
                <c:pt idx="4561">
                  <c:v>11.9</c:v>
                </c:pt>
                <c:pt idx="4562">
                  <c:v>11.9</c:v>
                </c:pt>
                <c:pt idx="4563">
                  <c:v>11.9</c:v>
                </c:pt>
                <c:pt idx="4564">
                  <c:v>11.9</c:v>
                </c:pt>
                <c:pt idx="4565">
                  <c:v>11.9</c:v>
                </c:pt>
                <c:pt idx="4566">
                  <c:v>11.9</c:v>
                </c:pt>
                <c:pt idx="4567">
                  <c:v>11.9</c:v>
                </c:pt>
                <c:pt idx="4568">
                  <c:v>11.9</c:v>
                </c:pt>
                <c:pt idx="4569">
                  <c:v>11.9</c:v>
                </c:pt>
                <c:pt idx="4570">
                  <c:v>11.9</c:v>
                </c:pt>
                <c:pt idx="4571">
                  <c:v>11.9</c:v>
                </c:pt>
                <c:pt idx="4572">
                  <c:v>11.9</c:v>
                </c:pt>
                <c:pt idx="4573">
                  <c:v>11.9</c:v>
                </c:pt>
                <c:pt idx="4574">
                  <c:v>11.9</c:v>
                </c:pt>
                <c:pt idx="4575">
                  <c:v>11.9</c:v>
                </c:pt>
                <c:pt idx="4576">
                  <c:v>11.9</c:v>
                </c:pt>
                <c:pt idx="4577">
                  <c:v>11.9</c:v>
                </c:pt>
                <c:pt idx="4578">
                  <c:v>11.9</c:v>
                </c:pt>
                <c:pt idx="4579">
                  <c:v>11.9</c:v>
                </c:pt>
                <c:pt idx="4580">
                  <c:v>11.9</c:v>
                </c:pt>
                <c:pt idx="4581">
                  <c:v>11.9</c:v>
                </c:pt>
                <c:pt idx="4582">
                  <c:v>11.9</c:v>
                </c:pt>
                <c:pt idx="4583">
                  <c:v>11.9</c:v>
                </c:pt>
                <c:pt idx="4584">
                  <c:v>11.9</c:v>
                </c:pt>
                <c:pt idx="4585">
                  <c:v>11.9</c:v>
                </c:pt>
                <c:pt idx="4586">
                  <c:v>11.9</c:v>
                </c:pt>
                <c:pt idx="4587">
                  <c:v>11.9</c:v>
                </c:pt>
                <c:pt idx="4588">
                  <c:v>11.9</c:v>
                </c:pt>
                <c:pt idx="4589">
                  <c:v>11.9</c:v>
                </c:pt>
                <c:pt idx="4590">
                  <c:v>11.9</c:v>
                </c:pt>
                <c:pt idx="4591">
                  <c:v>11.9</c:v>
                </c:pt>
                <c:pt idx="4592">
                  <c:v>11.9</c:v>
                </c:pt>
                <c:pt idx="4593">
                  <c:v>11.9</c:v>
                </c:pt>
                <c:pt idx="4594">
                  <c:v>11.9</c:v>
                </c:pt>
                <c:pt idx="4595">
                  <c:v>11.9</c:v>
                </c:pt>
                <c:pt idx="4596">
                  <c:v>11.9</c:v>
                </c:pt>
                <c:pt idx="4597">
                  <c:v>11.9</c:v>
                </c:pt>
                <c:pt idx="4598">
                  <c:v>11.9</c:v>
                </c:pt>
                <c:pt idx="4599">
                  <c:v>11.9</c:v>
                </c:pt>
                <c:pt idx="4600">
                  <c:v>11.9</c:v>
                </c:pt>
                <c:pt idx="4601">
                  <c:v>11.9</c:v>
                </c:pt>
                <c:pt idx="4602">
                  <c:v>11.9</c:v>
                </c:pt>
                <c:pt idx="4603">
                  <c:v>11.9</c:v>
                </c:pt>
                <c:pt idx="4604">
                  <c:v>11.9</c:v>
                </c:pt>
                <c:pt idx="4605">
                  <c:v>11.9</c:v>
                </c:pt>
                <c:pt idx="4606">
                  <c:v>11.9</c:v>
                </c:pt>
                <c:pt idx="4607">
                  <c:v>11.9</c:v>
                </c:pt>
                <c:pt idx="4608">
                  <c:v>11.9</c:v>
                </c:pt>
                <c:pt idx="4609">
                  <c:v>11.9</c:v>
                </c:pt>
                <c:pt idx="4610">
                  <c:v>11.9</c:v>
                </c:pt>
                <c:pt idx="4611">
                  <c:v>11.9</c:v>
                </c:pt>
                <c:pt idx="4612">
                  <c:v>11.9</c:v>
                </c:pt>
                <c:pt idx="4613">
                  <c:v>11.9</c:v>
                </c:pt>
                <c:pt idx="4614">
                  <c:v>11.9</c:v>
                </c:pt>
                <c:pt idx="4615">
                  <c:v>11.9</c:v>
                </c:pt>
                <c:pt idx="4616">
                  <c:v>11.9</c:v>
                </c:pt>
                <c:pt idx="4617">
                  <c:v>11.9</c:v>
                </c:pt>
                <c:pt idx="4618">
                  <c:v>11.9</c:v>
                </c:pt>
                <c:pt idx="4619">
                  <c:v>11.9</c:v>
                </c:pt>
                <c:pt idx="4620">
                  <c:v>11.9</c:v>
                </c:pt>
                <c:pt idx="4621">
                  <c:v>11.9</c:v>
                </c:pt>
                <c:pt idx="4622">
                  <c:v>11.9</c:v>
                </c:pt>
                <c:pt idx="4623">
                  <c:v>11.9</c:v>
                </c:pt>
                <c:pt idx="4624">
                  <c:v>11.9</c:v>
                </c:pt>
                <c:pt idx="4625">
                  <c:v>11.9</c:v>
                </c:pt>
                <c:pt idx="4626">
                  <c:v>11.9</c:v>
                </c:pt>
                <c:pt idx="4627">
                  <c:v>11.9</c:v>
                </c:pt>
                <c:pt idx="4628">
                  <c:v>11.9</c:v>
                </c:pt>
                <c:pt idx="4629">
                  <c:v>11.9</c:v>
                </c:pt>
                <c:pt idx="4630">
                  <c:v>11.9</c:v>
                </c:pt>
                <c:pt idx="4631">
                  <c:v>11.9</c:v>
                </c:pt>
                <c:pt idx="4632">
                  <c:v>11.9</c:v>
                </c:pt>
                <c:pt idx="4633">
                  <c:v>11.9</c:v>
                </c:pt>
                <c:pt idx="4634">
                  <c:v>11.9</c:v>
                </c:pt>
                <c:pt idx="4635">
                  <c:v>11.9</c:v>
                </c:pt>
                <c:pt idx="4636">
                  <c:v>11.9</c:v>
                </c:pt>
                <c:pt idx="4637">
                  <c:v>11.9</c:v>
                </c:pt>
                <c:pt idx="4638">
                  <c:v>11.9</c:v>
                </c:pt>
                <c:pt idx="4639">
                  <c:v>11.9</c:v>
                </c:pt>
                <c:pt idx="4640">
                  <c:v>11.9</c:v>
                </c:pt>
                <c:pt idx="4641">
                  <c:v>11.9</c:v>
                </c:pt>
                <c:pt idx="4642">
                  <c:v>11.9</c:v>
                </c:pt>
                <c:pt idx="4643">
                  <c:v>11.9</c:v>
                </c:pt>
                <c:pt idx="4644">
                  <c:v>11.9</c:v>
                </c:pt>
                <c:pt idx="4645">
                  <c:v>11.9</c:v>
                </c:pt>
                <c:pt idx="4646">
                  <c:v>11.9</c:v>
                </c:pt>
                <c:pt idx="4647">
                  <c:v>11.9</c:v>
                </c:pt>
                <c:pt idx="4648">
                  <c:v>11.9</c:v>
                </c:pt>
                <c:pt idx="4649">
                  <c:v>11.9</c:v>
                </c:pt>
                <c:pt idx="4650">
                  <c:v>11.9</c:v>
                </c:pt>
                <c:pt idx="4651">
                  <c:v>11.9</c:v>
                </c:pt>
                <c:pt idx="4652">
                  <c:v>11.9</c:v>
                </c:pt>
                <c:pt idx="4653">
                  <c:v>11.9</c:v>
                </c:pt>
                <c:pt idx="4654">
                  <c:v>11.9</c:v>
                </c:pt>
                <c:pt idx="4655">
                  <c:v>11.9</c:v>
                </c:pt>
                <c:pt idx="4656">
                  <c:v>11.9</c:v>
                </c:pt>
                <c:pt idx="4657">
                  <c:v>11.9</c:v>
                </c:pt>
                <c:pt idx="4658">
                  <c:v>11.9</c:v>
                </c:pt>
                <c:pt idx="4659">
                  <c:v>11.9</c:v>
                </c:pt>
                <c:pt idx="4660">
                  <c:v>11.9</c:v>
                </c:pt>
                <c:pt idx="4661">
                  <c:v>11.9</c:v>
                </c:pt>
                <c:pt idx="4662">
                  <c:v>11.9</c:v>
                </c:pt>
                <c:pt idx="4663">
                  <c:v>11.9</c:v>
                </c:pt>
                <c:pt idx="4664">
                  <c:v>11.9</c:v>
                </c:pt>
                <c:pt idx="4665">
                  <c:v>11.9</c:v>
                </c:pt>
                <c:pt idx="4666">
                  <c:v>11.9</c:v>
                </c:pt>
                <c:pt idx="4667">
                  <c:v>11.9</c:v>
                </c:pt>
                <c:pt idx="4668">
                  <c:v>11.9</c:v>
                </c:pt>
                <c:pt idx="4669">
                  <c:v>11.9</c:v>
                </c:pt>
                <c:pt idx="4670">
                  <c:v>11.9</c:v>
                </c:pt>
                <c:pt idx="4671">
                  <c:v>11.9</c:v>
                </c:pt>
                <c:pt idx="4672">
                  <c:v>11.9</c:v>
                </c:pt>
                <c:pt idx="4673">
                  <c:v>11.9</c:v>
                </c:pt>
                <c:pt idx="4674">
                  <c:v>11.9</c:v>
                </c:pt>
                <c:pt idx="4675">
                  <c:v>11.9</c:v>
                </c:pt>
                <c:pt idx="4676">
                  <c:v>11.9</c:v>
                </c:pt>
                <c:pt idx="4677">
                  <c:v>11.9</c:v>
                </c:pt>
                <c:pt idx="4678">
                  <c:v>11.9</c:v>
                </c:pt>
                <c:pt idx="4679">
                  <c:v>11.9</c:v>
                </c:pt>
                <c:pt idx="4680">
                  <c:v>11.9</c:v>
                </c:pt>
                <c:pt idx="4681">
                  <c:v>11.9</c:v>
                </c:pt>
                <c:pt idx="4682">
                  <c:v>11.9</c:v>
                </c:pt>
                <c:pt idx="4683">
                  <c:v>11.9</c:v>
                </c:pt>
                <c:pt idx="4684">
                  <c:v>11.9</c:v>
                </c:pt>
                <c:pt idx="4685">
                  <c:v>11.9</c:v>
                </c:pt>
                <c:pt idx="4686">
                  <c:v>11.9</c:v>
                </c:pt>
                <c:pt idx="4687">
                  <c:v>11.9</c:v>
                </c:pt>
                <c:pt idx="4688">
                  <c:v>11.9</c:v>
                </c:pt>
                <c:pt idx="4689">
                  <c:v>11.9</c:v>
                </c:pt>
                <c:pt idx="4690">
                  <c:v>11.9</c:v>
                </c:pt>
                <c:pt idx="4691">
                  <c:v>11.9</c:v>
                </c:pt>
                <c:pt idx="4692">
                  <c:v>11.9</c:v>
                </c:pt>
                <c:pt idx="4693">
                  <c:v>11.9</c:v>
                </c:pt>
                <c:pt idx="4694">
                  <c:v>11.9</c:v>
                </c:pt>
                <c:pt idx="4695">
                  <c:v>11.9</c:v>
                </c:pt>
                <c:pt idx="4696">
                  <c:v>11.9</c:v>
                </c:pt>
                <c:pt idx="4697">
                  <c:v>11.9</c:v>
                </c:pt>
                <c:pt idx="4698">
                  <c:v>11.9</c:v>
                </c:pt>
                <c:pt idx="4699">
                  <c:v>11.9</c:v>
                </c:pt>
                <c:pt idx="4700">
                  <c:v>11.9</c:v>
                </c:pt>
                <c:pt idx="4701">
                  <c:v>11.9</c:v>
                </c:pt>
                <c:pt idx="4702">
                  <c:v>11.9</c:v>
                </c:pt>
                <c:pt idx="4703">
                  <c:v>11.9</c:v>
                </c:pt>
                <c:pt idx="4704">
                  <c:v>11.9</c:v>
                </c:pt>
                <c:pt idx="4705">
                  <c:v>11.9</c:v>
                </c:pt>
                <c:pt idx="4706">
                  <c:v>11.9</c:v>
                </c:pt>
                <c:pt idx="4707">
                  <c:v>11.9</c:v>
                </c:pt>
                <c:pt idx="4708">
                  <c:v>11.9</c:v>
                </c:pt>
                <c:pt idx="4709">
                  <c:v>11.9</c:v>
                </c:pt>
                <c:pt idx="4710">
                  <c:v>11.9</c:v>
                </c:pt>
                <c:pt idx="4711">
                  <c:v>11.9</c:v>
                </c:pt>
                <c:pt idx="4712">
                  <c:v>11.9</c:v>
                </c:pt>
                <c:pt idx="4713">
                  <c:v>11.9</c:v>
                </c:pt>
                <c:pt idx="4714">
                  <c:v>11.9</c:v>
                </c:pt>
                <c:pt idx="4715">
                  <c:v>11.9</c:v>
                </c:pt>
                <c:pt idx="4716">
                  <c:v>11.9</c:v>
                </c:pt>
                <c:pt idx="4717">
                  <c:v>11.9</c:v>
                </c:pt>
                <c:pt idx="4718">
                  <c:v>11.9</c:v>
                </c:pt>
                <c:pt idx="4719">
                  <c:v>11.9</c:v>
                </c:pt>
                <c:pt idx="4720">
                  <c:v>11.9</c:v>
                </c:pt>
                <c:pt idx="4721">
                  <c:v>11.9</c:v>
                </c:pt>
                <c:pt idx="4722">
                  <c:v>11.9</c:v>
                </c:pt>
                <c:pt idx="4723">
                  <c:v>11.9</c:v>
                </c:pt>
                <c:pt idx="4724">
                  <c:v>11.9</c:v>
                </c:pt>
                <c:pt idx="4725">
                  <c:v>11.9</c:v>
                </c:pt>
                <c:pt idx="4726">
                  <c:v>11.9</c:v>
                </c:pt>
                <c:pt idx="4727">
                  <c:v>11.9</c:v>
                </c:pt>
                <c:pt idx="4728">
                  <c:v>11.9</c:v>
                </c:pt>
                <c:pt idx="4729">
                  <c:v>11.9</c:v>
                </c:pt>
                <c:pt idx="4730">
                  <c:v>11.9</c:v>
                </c:pt>
                <c:pt idx="4731">
                  <c:v>11.9</c:v>
                </c:pt>
                <c:pt idx="4732">
                  <c:v>11.9</c:v>
                </c:pt>
                <c:pt idx="4733">
                  <c:v>11.9</c:v>
                </c:pt>
                <c:pt idx="4734">
                  <c:v>11.9</c:v>
                </c:pt>
                <c:pt idx="4735">
                  <c:v>11.9</c:v>
                </c:pt>
                <c:pt idx="4736">
                  <c:v>11.9</c:v>
                </c:pt>
                <c:pt idx="4737">
                  <c:v>11.9</c:v>
                </c:pt>
                <c:pt idx="4738">
                  <c:v>11.9</c:v>
                </c:pt>
                <c:pt idx="4739">
                  <c:v>11.9</c:v>
                </c:pt>
                <c:pt idx="4740">
                  <c:v>11.9</c:v>
                </c:pt>
                <c:pt idx="4741">
                  <c:v>11.9</c:v>
                </c:pt>
                <c:pt idx="4742">
                  <c:v>11.9</c:v>
                </c:pt>
                <c:pt idx="4743">
                  <c:v>11.9</c:v>
                </c:pt>
                <c:pt idx="4744">
                  <c:v>11.9</c:v>
                </c:pt>
                <c:pt idx="4745">
                  <c:v>11.9</c:v>
                </c:pt>
                <c:pt idx="4746">
                  <c:v>11.9</c:v>
                </c:pt>
                <c:pt idx="4747">
                  <c:v>11.9</c:v>
                </c:pt>
                <c:pt idx="4748">
                  <c:v>11.9</c:v>
                </c:pt>
                <c:pt idx="4749">
                  <c:v>11.9</c:v>
                </c:pt>
                <c:pt idx="4750">
                  <c:v>11.9</c:v>
                </c:pt>
                <c:pt idx="4751">
                  <c:v>11.9</c:v>
                </c:pt>
                <c:pt idx="4752">
                  <c:v>11.9</c:v>
                </c:pt>
                <c:pt idx="4753">
                  <c:v>11.9</c:v>
                </c:pt>
                <c:pt idx="4754">
                  <c:v>11.9</c:v>
                </c:pt>
                <c:pt idx="4755">
                  <c:v>11.9</c:v>
                </c:pt>
                <c:pt idx="4756">
                  <c:v>11.9</c:v>
                </c:pt>
                <c:pt idx="4757">
                  <c:v>11.9</c:v>
                </c:pt>
                <c:pt idx="4758">
                  <c:v>11.9</c:v>
                </c:pt>
                <c:pt idx="4759">
                  <c:v>11.9</c:v>
                </c:pt>
                <c:pt idx="4760">
                  <c:v>11.9</c:v>
                </c:pt>
                <c:pt idx="4761">
                  <c:v>11.9</c:v>
                </c:pt>
                <c:pt idx="4762">
                  <c:v>11.9</c:v>
                </c:pt>
                <c:pt idx="4763">
                  <c:v>11.9</c:v>
                </c:pt>
                <c:pt idx="4764">
                  <c:v>11.9</c:v>
                </c:pt>
                <c:pt idx="4765">
                  <c:v>11.9</c:v>
                </c:pt>
                <c:pt idx="4766">
                  <c:v>11.9</c:v>
                </c:pt>
                <c:pt idx="4767">
                  <c:v>11.9</c:v>
                </c:pt>
                <c:pt idx="4768">
                  <c:v>11.9</c:v>
                </c:pt>
                <c:pt idx="4769">
                  <c:v>11.9</c:v>
                </c:pt>
                <c:pt idx="4770">
                  <c:v>11.9</c:v>
                </c:pt>
                <c:pt idx="4771">
                  <c:v>11.9</c:v>
                </c:pt>
                <c:pt idx="4772">
                  <c:v>11.9</c:v>
                </c:pt>
                <c:pt idx="4773">
                  <c:v>11.9</c:v>
                </c:pt>
                <c:pt idx="4774">
                  <c:v>11.9</c:v>
                </c:pt>
                <c:pt idx="4775">
                  <c:v>11.9</c:v>
                </c:pt>
                <c:pt idx="4776">
                  <c:v>11.9</c:v>
                </c:pt>
                <c:pt idx="4777">
                  <c:v>11.9</c:v>
                </c:pt>
                <c:pt idx="4778">
                  <c:v>11.9</c:v>
                </c:pt>
                <c:pt idx="4779">
                  <c:v>11.9</c:v>
                </c:pt>
                <c:pt idx="4780">
                  <c:v>11.9</c:v>
                </c:pt>
                <c:pt idx="4781">
                  <c:v>11.9</c:v>
                </c:pt>
                <c:pt idx="4782">
                  <c:v>11.9</c:v>
                </c:pt>
                <c:pt idx="4783">
                  <c:v>11.9</c:v>
                </c:pt>
                <c:pt idx="4784">
                  <c:v>11.9</c:v>
                </c:pt>
                <c:pt idx="4785">
                  <c:v>11.9</c:v>
                </c:pt>
                <c:pt idx="4786">
                  <c:v>11.9</c:v>
                </c:pt>
                <c:pt idx="4787">
                  <c:v>11.9</c:v>
                </c:pt>
                <c:pt idx="4788">
                  <c:v>11.9</c:v>
                </c:pt>
                <c:pt idx="4789">
                  <c:v>11.9</c:v>
                </c:pt>
                <c:pt idx="4790">
                  <c:v>11.9</c:v>
                </c:pt>
                <c:pt idx="4791">
                  <c:v>11.9</c:v>
                </c:pt>
                <c:pt idx="4792">
                  <c:v>11.9</c:v>
                </c:pt>
                <c:pt idx="4793">
                  <c:v>11.9</c:v>
                </c:pt>
                <c:pt idx="4794">
                  <c:v>11.9</c:v>
                </c:pt>
                <c:pt idx="4795">
                  <c:v>11.9</c:v>
                </c:pt>
                <c:pt idx="4796">
                  <c:v>11.9</c:v>
                </c:pt>
                <c:pt idx="4797">
                  <c:v>11.9</c:v>
                </c:pt>
                <c:pt idx="4798">
                  <c:v>11.9</c:v>
                </c:pt>
                <c:pt idx="4799">
                  <c:v>11.9</c:v>
                </c:pt>
                <c:pt idx="4800">
                  <c:v>11.9</c:v>
                </c:pt>
                <c:pt idx="4801">
                  <c:v>11.9</c:v>
                </c:pt>
                <c:pt idx="4802">
                  <c:v>11.9</c:v>
                </c:pt>
                <c:pt idx="4803">
                  <c:v>11.9</c:v>
                </c:pt>
                <c:pt idx="4804">
                  <c:v>11.9</c:v>
                </c:pt>
                <c:pt idx="4805">
                  <c:v>11.9</c:v>
                </c:pt>
                <c:pt idx="4806">
                  <c:v>11.9</c:v>
                </c:pt>
                <c:pt idx="4807">
                  <c:v>11.9</c:v>
                </c:pt>
                <c:pt idx="4808">
                  <c:v>11.9</c:v>
                </c:pt>
                <c:pt idx="4809">
                  <c:v>11.9</c:v>
                </c:pt>
                <c:pt idx="4810">
                  <c:v>11.9</c:v>
                </c:pt>
                <c:pt idx="4811">
                  <c:v>11.9</c:v>
                </c:pt>
                <c:pt idx="4812">
                  <c:v>11.9</c:v>
                </c:pt>
                <c:pt idx="4813">
                  <c:v>11.9</c:v>
                </c:pt>
                <c:pt idx="4814">
                  <c:v>11.9</c:v>
                </c:pt>
                <c:pt idx="4815">
                  <c:v>11.9</c:v>
                </c:pt>
                <c:pt idx="4816">
                  <c:v>11.9</c:v>
                </c:pt>
                <c:pt idx="4817">
                  <c:v>11.9</c:v>
                </c:pt>
                <c:pt idx="4818">
                  <c:v>11.9</c:v>
                </c:pt>
                <c:pt idx="4819">
                  <c:v>11.9</c:v>
                </c:pt>
                <c:pt idx="4820">
                  <c:v>11.9</c:v>
                </c:pt>
                <c:pt idx="4821">
                  <c:v>11.9</c:v>
                </c:pt>
                <c:pt idx="4822">
                  <c:v>11.9</c:v>
                </c:pt>
                <c:pt idx="4823">
                  <c:v>11.9</c:v>
                </c:pt>
                <c:pt idx="4824">
                  <c:v>11.9</c:v>
                </c:pt>
                <c:pt idx="4825">
                  <c:v>11.9</c:v>
                </c:pt>
                <c:pt idx="4826">
                  <c:v>11.9</c:v>
                </c:pt>
                <c:pt idx="4827">
                  <c:v>11.9</c:v>
                </c:pt>
                <c:pt idx="4828">
                  <c:v>11.9</c:v>
                </c:pt>
                <c:pt idx="4829">
                  <c:v>11.9</c:v>
                </c:pt>
                <c:pt idx="4830">
                  <c:v>11.9</c:v>
                </c:pt>
                <c:pt idx="4831">
                  <c:v>11.9</c:v>
                </c:pt>
                <c:pt idx="4832">
                  <c:v>11.9</c:v>
                </c:pt>
                <c:pt idx="4833">
                  <c:v>11.9</c:v>
                </c:pt>
                <c:pt idx="4834">
                  <c:v>11.9</c:v>
                </c:pt>
                <c:pt idx="4835">
                  <c:v>11.9</c:v>
                </c:pt>
                <c:pt idx="4836">
                  <c:v>11.9</c:v>
                </c:pt>
                <c:pt idx="4837">
                  <c:v>11.9</c:v>
                </c:pt>
                <c:pt idx="4838">
                  <c:v>11.9</c:v>
                </c:pt>
                <c:pt idx="4839">
                  <c:v>11.9</c:v>
                </c:pt>
                <c:pt idx="4840">
                  <c:v>11.9</c:v>
                </c:pt>
                <c:pt idx="4841">
                  <c:v>11.9</c:v>
                </c:pt>
                <c:pt idx="4842">
                  <c:v>11.9</c:v>
                </c:pt>
                <c:pt idx="4843">
                  <c:v>11.9</c:v>
                </c:pt>
                <c:pt idx="4844">
                  <c:v>11.9</c:v>
                </c:pt>
                <c:pt idx="4845">
                  <c:v>11.9</c:v>
                </c:pt>
                <c:pt idx="4846">
                  <c:v>11.9</c:v>
                </c:pt>
                <c:pt idx="4847">
                  <c:v>11.9</c:v>
                </c:pt>
                <c:pt idx="4848">
                  <c:v>11.9</c:v>
                </c:pt>
                <c:pt idx="4849">
                  <c:v>11.9</c:v>
                </c:pt>
                <c:pt idx="4850">
                  <c:v>11.9</c:v>
                </c:pt>
                <c:pt idx="4851">
                  <c:v>11.9</c:v>
                </c:pt>
                <c:pt idx="4852">
                  <c:v>11.9</c:v>
                </c:pt>
                <c:pt idx="4853">
                  <c:v>11.9</c:v>
                </c:pt>
                <c:pt idx="4854">
                  <c:v>11.9</c:v>
                </c:pt>
                <c:pt idx="4855">
                  <c:v>11.9</c:v>
                </c:pt>
                <c:pt idx="4856">
                  <c:v>11.9</c:v>
                </c:pt>
                <c:pt idx="4857">
                  <c:v>11.9</c:v>
                </c:pt>
                <c:pt idx="4858">
                  <c:v>11.9</c:v>
                </c:pt>
                <c:pt idx="4859">
                  <c:v>11.9</c:v>
                </c:pt>
                <c:pt idx="4860">
                  <c:v>11.9</c:v>
                </c:pt>
                <c:pt idx="4861">
                  <c:v>11.9</c:v>
                </c:pt>
                <c:pt idx="4862">
                  <c:v>11.9</c:v>
                </c:pt>
                <c:pt idx="4863">
                  <c:v>11.9</c:v>
                </c:pt>
                <c:pt idx="4864">
                  <c:v>11.9</c:v>
                </c:pt>
                <c:pt idx="4865">
                  <c:v>11.9</c:v>
                </c:pt>
                <c:pt idx="4866">
                  <c:v>11.9</c:v>
                </c:pt>
                <c:pt idx="4867">
                  <c:v>11.9</c:v>
                </c:pt>
                <c:pt idx="4868">
                  <c:v>11.9</c:v>
                </c:pt>
                <c:pt idx="4869">
                  <c:v>11.9</c:v>
                </c:pt>
                <c:pt idx="4870">
                  <c:v>11.9</c:v>
                </c:pt>
                <c:pt idx="4871">
                  <c:v>11.9</c:v>
                </c:pt>
                <c:pt idx="4872">
                  <c:v>11.9</c:v>
                </c:pt>
                <c:pt idx="4873">
                  <c:v>11.9</c:v>
                </c:pt>
                <c:pt idx="4874">
                  <c:v>11.9</c:v>
                </c:pt>
                <c:pt idx="4875">
                  <c:v>11.9</c:v>
                </c:pt>
                <c:pt idx="4876">
                  <c:v>11.9</c:v>
                </c:pt>
                <c:pt idx="4877">
                  <c:v>11.9</c:v>
                </c:pt>
                <c:pt idx="4878">
                  <c:v>11.9</c:v>
                </c:pt>
                <c:pt idx="4879">
                  <c:v>11.9</c:v>
                </c:pt>
                <c:pt idx="4880">
                  <c:v>11.9</c:v>
                </c:pt>
                <c:pt idx="4881">
                  <c:v>11.9</c:v>
                </c:pt>
                <c:pt idx="4882">
                  <c:v>11.9</c:v>
                </c:pt>
                <c:pt idx="4883">
                  <c:v>11.9</c:v>
                </c:pt>
                <c:pt idx="4884">
                  <c:v>11.9</c:v>
                </c:pt>
                <c:pt idx="4885">
                  <c:v>11.9</c:v>
                </c:pt>
                <c:pt idx="4886">
                  <c:v>11.9</c:v>
                </c:pt>
                <c:pt idx="4887">
                  <c:v>11.9</c:v>
                </c:pt>
                <c:pt idx="4888">
                  <c:v>11.9</c:v>
                </c:pt>
                <c:pt idx="4889">
                  <c:v>11.9</c:v>
                </c:pt>
                <c:pt idx="4890">
                  <c:v>11.9</c:v>
                </c:pt>
                <c:pt idx="4891">
                  <c:v>11.9</c:v>
                </c:pt>
                <c:pt idx="4892">
                  <c:v>11.9</c:v>
                </c:pt>
                <c:pt idx="4893">
                  <c:v>11.9</c:v>
                </c:pt>
                <c:pt idx="4894">
                  <c:v>11.9</c:v>
                </c:pt>
                <c:pt idx="4895">
                  <c:v>11.9</c:v>
                </c:pt>
                <c:pt idx="4896">
                  <c:v>11.9</c:v>
                </c:pt>
                <c:pt idx="4897">
                  <c:v>11.9</c:v>
                </c:pt>
                <c:pt idx="4898">
                  <c:v>11.9</c:v>
                </c:pt>
                <c:pt idx="4899">
                  <c:v>11.9</c:v>
                </c:pt>
                <c:pt idx="4900">
                  <c:v>11.9</c:v>
                </c:pt>
                <c:pt idx="4901">
                  <c:v>11.9</c:v>
                </c:pt>
                <c:pt idx="4902">
                  <c:v>11.9</c:v>
                </c:pt>
                <c:pt idx="4903">
                  <c:v>11.9</c:v>
                </c:pt>
                <c:pt idx="4904">
                  <c:v>11.9</c:v>
                </c:pt>
                <c:pt idx="4905">
                  <c:v>11.9</c:v>
                </c:pt>
                <c:pt idx="4906">
                  <c:v>11.9</c:v>
                </c:pt>
                <c:pt idx="4907">
                  <c:v>11.9</c:v>
                </c:pt>
                <c:pt idx="4908">
                  <c:v>11.9</c:v>
                </c:pt>
                <c:pt idx="4909">
                  <c:v>11.9</c:v>
                </c:pt>
                <c:pt idx="4910">
                  <c:v>11.9</c:v>
                </c:pt>
                <c:pt idx="4911">
                  <c:v>11.9</c:v>
                </c:pt>
                <c:pt idx="4912">
                  <c:v>11.9</c:v>
                </c:pt>
                <c:pt idx="4913">
                  <c:v>11.9</c:v>
                </c:pt>
                <c:pt idx="4914">
                  <c:v>11.9</c:v>
                </c:pt>
                <c:pt idx="4915">
                  <c:v>11.9</c:v>
                </c:pt>
                <c:pt idx="4916">
                  <c:v>12</c:v>
                </c:pt>
                <c:pt idx="4917">
                  <c:v>12.2</c:v>
                </c:pt>
                <c:pt idx="4918">
                  <c:v>12.3</c:v>
                </c:pt>
                <c:pt idx="4919">
                  <c:v>12.3</c:v>
                </c:pt>
                <c:pt idx="4920">
                  <c:v>12.3</c:v>
                </c:pt>
                <c:pt idx="4921">
                  <c:v>12.3</c:v>
                </c:pt>
                <c:pt idx="4922">
                  <c:v>12.3</c:v>
                </c:pt>
                <c:pt idx="4923">
                  <c:v>12.4</c:v>
                </c:pt>
                <c:pt idx="4924">
                  <c:v>12.4</c:v>
                </c:pt>
                <c:pt idx="4925">
                  <c:v>12.4</c:v>
                </c:pt>
                <c:pt idx="4926">
                  <c:v>12.4</c:v>
                </c:pt>
                <c:pt idx="4927">
                  <c:v>12.5</c:v>
                </c:pt>
                <c:pt idx="4928">
                  <c:v>12.6</c:v>
                </c:pt>
                <c:pt idx="4929">
                  <c:v>12.7</c:v>
                </c:pt>
                <c:pt idx="4930">
                  <c:v>12.8</c:v>
                </c:pt>
                <c:pt idx="4931">
                  <c:v>12.8</c:v>
                </c:pt>
                <c:pt idx="4932">
                  <c:v>12.8</c:v>
                </c:pt>
                <c:pt idx="4933">
                  <c:v>12.8</c:v>
                </c:pt>
                <c:pt idx="4934">
                  <c:v>12.9</c:v>
                </c:pt>
                <c:pt idx="4935">
                  <c:v>12.9</c:v>
                </c:pt>
                <c:pt idx="4936">
                  <c:v>12.9</c:v>
                </c:pt>
                <c:pt idx="4937">
                  <c:v>12.9</c:v>
                </c:pt>
                <c:pt idx="4938">
                  <c:v>12.9</c:v>
                </c:pt>
                <c:pt idx="4939">
                  <c:v>13</c:v>
                </c:pt>
                <c:pt idx="4940">
                  <c:v>13.2</c:v>
                </c:pt>
                <c:pt idx="4941">
                  <c:v>13.3</c:v>
                </c:pt>
                <c:pt idx="4942">
                  <c:v>13.3</c:v>
                </c:pt>
                <c:pt idx="4943">
                  <c:v>13.3</c:v>
                </c:pt>
                <c:pt idx="4944">
                  <c:v>13.4</c:v>
                </c:pt>
                <c:pt idx="4945">
                  <c:v>13.4</c:v>
                </c:pt>
                <c:pt idx="4946">
                  <c:v>13.4</c:v>
                </c:pt>
                <c:pt idx="4947">
                  <c:v>13.4</c:v>
                </c:pt>
                <c:pt idx="4948">
                  <c:v>13.4</c:v>
                </c:pt>
                <c:pt idx="4949">
                  <c:v>13.6</c:v>
                </c:pt>
                <c:pt idx="4950">
                  <c:v>13.7</c:v>
                </c:pt>
                <c:pt idx="4951">
                  <c:v>13.8</c:v>
                </c:pt>
                <c:pt idx="4952">
                  <c:v>13.8</c:v>
                </c:pt>
                <c:pt idx="4953">
                  <c:v>13.8</c:v>
                </c:pt>
                <c:pt idx="4954">
                  <c:v>13.8</c:v>
                </c:pt>
                <c:pt idx="4955">
                  <c:v>13.8</c:v>
                </c:pt>
                <c:pt idx="4956">
                  <c:v>13.8</c:v>
                </c:pt>
                <c:pt idx="4957">
                  <c:v>13.8</c:v>
                </c:pt>
                <c:pt idx="4958">
                  <c:v>13.8</c:v>
                </c:pt>
                <c:pt idx="4959">
                  <c:v>13.8</c:v>
                </c:pt>
                <c:pt idx="4960">
                  <c:v>13.9</c:v>
                </c:pt>
                <c:pt idx="4961">
                  <c:v>14.1</c:v>
                </c:pt>
                <c:pt idx="4962">
                  <c:v>14.2</c:v>
                </c:pt>
                <c:pt idx="4963">
                  <c:v>14.2</c:v>
                </c:pt>
                <c:pt idx="4964">
                  <c:v>14.2</c:v>
                </c:pt>
                <c:pt idx="4965">
                  <c:v>14.2</c:v>
                </c:pt>
                <c:pt idx="4966">
                  <c:v>14.2</c:v>
                </c:pt>
                <c:pt idx="4967">
                  <c:v>14.2</c:v>
                </c:pt>
                <c:pt idx="4968">
                  <c:v>14.2</c:v>
                </c:pt>
                <c:pt idx="4969">
                  <c:v>14.2</c:v>
                </c:pt>
                <c:pt idx="4970">
                  <c:v>14.2</c:v>
                </c:pt>
                <c:pt idx="4971">
                  <c:v>14.2</c:v>
                </c:pt>
                <c:pt idx="4972">
                  <c:v>14.3</c:v>
                </c:pt>
                <c:pt idx="4973">
                  <c:v>14.5</c:v>
                </c:pt>
                <c:pt idx="4974">
                  <c:v>14.6</c:v>
                </c:pt>
                <c:pt idx="4975">
                  <c:v>14.6</c:v>
                </c:pt>
                <c:pt idx="4976">
                  <c:v>14.6</c:v>
                </c:pt>
                <c:pt idx="4977">
                  <c:v>14.6</c:v>
                </c:pt>
                <c:pt idx="4978">
                  <c:v>14.6</c:v>
                </c:pt>
                <c:pt idx="4979">
                  <c:v>14.6</c:v>
                </c:pt>
                <c:pt idx="4980">
                  <c:v>14.6</c:v>
                </c:pt>
                <c:pt idx="4981">
                  <c:v>14.6</c:v>
                </c:pt>
                <c:pt idx="4982">
                  <c:v>14.7</c:v>
                </c:pt>
                <c:pt idx="4983">
                  <c:v>14.9</c:v>
                </c:pt>
                <c:pt idx="4984">
                  <c:v>15</c:v>
                </c:pt>
                <c:pt idx="4985">
                  <c:v>15.1</c:v>
                </c:pt>
                <c:pt idx="4986">
                  <c:v>15.1</c:v>
                </c:pt>
                <c:pt idx="4987">
                  <c:v>15.1</c:v>
                </c:pt>
                <c:pt idx="4988">
                  <c:v>15.1</c:v>
                </c:pt>
                <c:pt idx="4989">
                  <c:v>15.1</c:v>
                </c:pt>
                <c:pt idx="4990">
                  <c:v>15.1</c:v>
                </c:pt>
                <c:pt idx="4991">
                  <c:v>15.1</c:v>
                </c:pt>
                <c:pt idx="4992">
                  <c:v>15.1</c:v>
                </c:pt>
                <c:pt idx="4993">
                  <c:v>15.1</c:v>
                </c:pt>
                <c:pt idx="4994">
                  <c:v>15.2</c:v>
                </c:pt>
                <c:pt idx="4995">
                  <c:v>15.3</c:v>
                </c:pt>
                <c:pt idx="4996">
                  <c:v>15.4</c:v>
                </c:pt>
                <c:pt idx="4997">
                  <c:v>15.5</c:v>
                </c:pt>
                <c:pt idx="4998">
                  <c:v>15.6</c:v>
                </c:pt>
                <c:pt idx="4999">
                  <c:v>15.6</c:v>
                </c:pt>
                <c:pt idx="5000">
                  <c:v>15.7</c:v>
                </c:pt>
                <c:pt idx="5001">
                  <c:v>15.7</c:v>
                </c:pt>
                <c:pt idx="5002">
                  <c:v>15.7</c:v>
                </c:pt>
                <c:pt idx="5003">
                  <c:v>15.7</c:v>
                </c:pt>
                <c:pt idx="5004">
                  <c:v>15.7</c:v>
                </c:pt>
                <c:pt idx="5005">
                  <c:v>15.7</c:v>
                </c:pt>
                <c:pt idx="5006">
                  <c:v>15.8</c:v>
                </c:pt>
                <c:pt idx="5007">
                  <c:v>15.8</c:v>
                </c:pt>
                <c:pt idx="5008">
                  <c:v>15.8</c:v>
                </c:pt>
                <c:pt idx="5009">
                  <c:v>15.9</c:v>
                </c:pt>
                <c:pt idx="5010">
                  <c:v>15.9</c:v>
                </c:pt>
                <c:pt idx="5011">
                  <c:v>15.9</c:v>
                </c:pt>
                <c:pt idx="5012">
                  <c:v>15.9</c:v>
                </c:pt>
                <c:pt idx="5013">
                  <c:v>16</c:v>
                </c:pt>
                <c:pt idx="5014">
                  <c:v>16</c:v>
                </c:pt>
                <c:pt idx="5015">
                  <c:v>16</c:v>
                </c:pt>
                <c:pt idx="5016">
                  <c:v>16</c:v>
                </c:pt>
                <c:pt idx="5017">
                  <c:v>16</c:v>
                </c:pt>
                <c:pt idx="5018">
                  <c:v>16</c:v>
                </c:pt>
                <c:pt idx="5019">
                  <c:v>16</c:v>
                </c:pt>
                <c:pt idx="5020">
                  <c:v>16</c:v>
                </c:pt>
                <c:pt idx="5021">
                  <c:v>16</c:v>
                </c:pt>
                <c:pt idx="5022">
                  <c:v>16</c:v>
                </c:pt>
                <c:pt idx="5023">
                  <c:v>16</c:v>
                </c:pt>
                <c:pt idx="5024">
                  <c:v>16</c:v>
                </c:pt>
                <c:pt idx="5025">
                  <c:v>16</c:v>
                </c:pt>
                <c:pt idx="5026">
                  <c:v>16</c:v>
                </c:pt>
                <c:pt idx="5027">
                  <c:v>16</c:v>
                </c:pt>
                <c:pt idx="5028">
                  <c:v>16</c:v>
                </c:pt>
                <c:pt idx="5029">
                  <c:v>16</c:v>
                </c:pt>
                <c:pt idx="5030">
                  <c:v>16</c:v>
                </c:pt>
                <c:pt idx="5031">
                  <c:v>16</c:v>
                </c:pt>
                <c:pt idx="5032">
                  <c:v>16</c:v>
                </c:pt>
                <c:pt idx="5033">
                  <c:v>16</c:v>
                </c:pt>
                <c:pt idx="5034">
                  <c:v>16</c:v>
                </c:pt>
                <c:pt idx="5035">
                  <c:v>16</c:v>
                </c:pt>
                <c:pt idx="5036">
                  <c:v>16</c:v>
                </c:pt>
                <c:pt idx="5037">
                  <c:v>16</c:v>
                </c:pt>
                <c:pt idx="5038">
                  <c:v>16</c:v>
                </c:pt>
                <c:pt idx="5039">
                  <c:v>16</c:v>
                </c:pt>
                <c:pt idx="5040">
                  <c:v>16</c:v>
                </c:pt>
                <c:pt idx="5041">
                  <c:v>16</c:v>
                </c:pt>
                <c:pt idx="5042">
                  <c:v>16</c:v>
                </c:pt>
                <c:pt idx="5043">
                  <c:v>16</c:v>
                </c:pt>
                <c:pt idx="5044">
                  <c:v>16</c:v>
                </c:pt>
                <c:pt idx="5045">
                  <c:v>16</c:v>
                </c:pt>
                <c:pt idx="5046">
                  <c:v>16</c:v>
                </c:pt>
                <c:pt idx="5047">
                  <c:v>16</c:v>
                </c:pt>
                <c:pt idx="5048">
                  <c:v>16</c:v>
                </c:pt>
                <c:pt idx="5049">
                  <c:v>16</c:v>
                </c:pt>
                <c:pt idx="5050">
                  <c:v>16</c:v>
                </c:pt>
                <c:pt idx="5051">
                  <c:v>16</c:v>
                </c:pt>
                <c:pt idx="5052">
                  <c:v>16</c:v>
                </c:pt>
                <c:pt idx="5053">
                  <c:v>16</c:v>
                </c:pt>
                <c:pt idx="5054">
                  <c:v>16</c:v>
                </c:pt>
                <c:pt idx="5055">
                  <c:v>16</c:v>
                </c:pt>
                <c:pt idx="5056">
                  <c:v>16</c:v>
                </c:pt>
                <c:pt idx="5057">
                  <c:v>16</c:v>
                </c:pt>
                <c:pt idx="5058">
                  <c:v>16</c:v>
                </c:pt>
                <c:pt idx="5059">
                  <c:v>16</c:v>
                </c:pt>
                <c:pt idx="5060">
                  <c:v>16</c:v>
                </c:pt>
                <c:pt idx="5061">
                  <c:v>16</c:v>
                </c:pt>
                <c:pt idx="5062">
                  <c:v>16</c:v>
                </c:pt>
                <c:pt idx="5063">
                  <c:v>16</c:v>
                </c:pt>
                <c:pt idx="5064">
                  <c:v>16</c:v>
                </c:pt>
                <c:pt idx="5065">
                  <c:v>16</c:v>
                </c:pt>
                <c:pt idx="5066">
                  <c:v>16</c:v>
                </c:pt>
                <c:pt idx="5067">
                  <c:v>16</c:v>
                </c:pt>
                <c:pt idx="5068">
                  <c:v>16</c:v>
                </c:pt>
                <c:pt idx="5069">
                  <c:v>16</c:v>
                </c:pt>
                <c:pt idx="5070">
                  <c:v>16</c:v>
                </c:pt>
                <c:pt idx="5071">
                  <c:v>16</c:v>
                </c:pt>
                <c:pt idx="5072">
                  <c:v>16</c:v>
                </c:pt>
                <c:pt idx="5073">
                  <c:v>16</c:v>
                </c:pt>
                <c:pt idx="5074">
                  <c:v>16</c:v>
                </c:pt>
                <c:pt idx="5075">
                  <c:v>16</c:v>
                </c:pt>
                <c:pt idx="5076">
                  <c:v>16</c:v>
                </c:pt>
                <c:pt idx="5077">
                  <c:v>16</c:v>
                </c:pt>
                <c:pt idx="5078">
                  <c:v>16</c:v>
                </c:pt>
                <c:pt idx="5079">
                  <c:v>16</c:v>
                </c:pt>
                <c:pt idx="5080">
                  <c:v>16</c:v>
                </c:pt>
                <c:pt idx="5081">
                  <c:v>16</c:v>
                </c:pt>
                <c:pt idx="5082">
                  <c:v>16</c:v>
                </c:pt>
                <c:pt idx="5083">
                  <c:v>16</c:v>
                </c:pt>
                <c:pt idx="5084">
                  <c:v>16</c:v>
                </c:pt>
                <c:pt idx="5085">
                  <c:v>16</c:v>
                </c:pt>
                <c:pt idx="5086">
                  <c:v>16</c:v>
                </c:pt>
                <c:pt idx="5087">
                  <c:v>16</c:v>
                </c:pt>
                <c:pt idx="5088">
                  <c:v>16</c:v>
                </c:pt>
                <c:pt idx="5089">
                  <c:v>16</c:v>
                </c:pt>
                <c:pt idx="5090">
                  <c:v>16</c:v>
                </c:pt>
                <c:pt idx="5091">
                  <c:v>16</c:v>
                </c:pt>
                <c:pt idx="5092">
                  <c:v>16</c:v>
                </c:pt>
                <c:pt idx="5093">
                  <c:v>16</c:v>
                </c:pt>
                <c:pt idx="5094">
                  <c:v>16</c:v>
                </c:pt>
                <c:pt idx="5095">
                  <c:v>16</c:v>
                </c:pt>
                <c:pt idx="5096">
                  <c:v>16</c:v>
                </c:pt>
                <c:pt idx="5097">
                  <c:v>16</c:v>
                </c:pt>
                <c:pt idx="5098">
                  <c:v>16</c:v>
                </c:pt>
                <c:pt idx="5099">
                  <c:v>16</c:v>
                </c:pt>
                <c:pt idx="5100">
                  <c:v>16</c:v>
                </c:pt>
                <c:pt idx="5101">
                  <c:v>16</c:v>
                </c:pt>
                <c:pt idx="5102">
                  <c:v>16</c:v>
                </c:pt>
                <c:pt idx="5103">
                  <c:v>16</c:v>
                </c:pt>
                <c:pt idx="5104">
                  <c:v>16</c:v>
                </c:pt>
                <c:pt idx="5105">
                  <c:v>16</c:v>
                </c:pt>
                <c:pt idx="5106">
                  <c:v>16</c:v>
                </c:pt>
                <c:pt idx="5107">
                  <c:v>16</c:v>
                </c:pt>
                <c:pt idx="5108">
                  <c:v>16</c:v>
                </c:pt>
                <c:pt idx="5109">
                  <c:v>16</c:v>
                </c:pt>
                <c:pt idx="5110">
                  <c:v>16</c:v>
                </c:pt>
                <c:pt idx="5111">
                  <c:v>16</c:v>
                </c:pt>
                <c:pt idx="5112">
                  <c:v>16</c:v>
                </c:pt>
                <c:pt idx="5113">
                  <c:v>16</c:v>
                </c:pt>
                <c:pt idx="5114">
                  <c:v>16</c:v>
                </c:pt>
                <c:pt idx="5115">
                  <c:v>16</c:v>
                </c:pt>
                <c:pt idx="5116">
                  <c:v>16</c:v>
                </c:pt>
                <c:pt idx="5117">
                  <c:v>16</c:v>
                </c:pt>
                <c:pt idx="5118">
                  <c:v>16</c:v>
                </c:pt>
                <c:pt idx="5119">
                  <c:v>16</c:v>
                </c:pt>
                <c:pt idx="5120">
                  <c:v>16</c:v>
                </c:pt>
                <c:pt idx="5121">
                  <c:v>16</c:v>
                </c:pt>
                <c:pt idx="5122">
                  <c:v>16</c:v>
                </c:pt>
                <c:pt idx="5123">
                  <c:v>16</c:v>
                </c:pt>
                <c:pt idx="5124">
                  <c:v>16</c:v>
                </c:pt>
                <c:pt idx="5125">
                  <c:v>16</c:v>
                </c:pt>
                <c:pt idx="5126">
                  <c:v>16</c:v>
                </c:pt>
                <c:pt idx="5127">
                  <c:v>16</c:v>
                </c:pt>
                <c:pt idx="5128">
                  <c:v>16</c:v>
                </c:pt>
                <c:pt idx="5129">
                  <c:v>16</c:v>
                </c:pt>
                <c:pt idx="5130">
                  <c:v>16</c:v>
                </c:pt>
                <c:pt idx="5131">
                  <c:v>16</c:v>
                </c:pt>
                <c:pt idx="5132">
                  <c:v>16</c:v>
                </c:pt>
                <c:pt idx="5133">
                  <c:v>16</c:v>
                </c:pt>
                <c:pt idx="5134">
                  <c:v>16</c:v>
                </c:pt>
                <c:pt idx="5135">
                  <c:v>16</c:v>
                </c:pt>
                <c:pt idx="5136">
                  <c:v>16</c:v>
                </c:pt>
                <c:pt idx="5137">
                  <c:v>16</c:v>
                </c:pt>
                <c:pt idx="5138">
                  <c:v>16</c:v>
                </c:pt>
                <c:pt idx="5139">
                  <c:v>16</c:v>
                </c:pt>
                <c:pt idx="5140">
                  <c:v>16</c:v>
                </c:pt>
                <c:pt idx="5141">
                  <c:v>16</c:v>
                </c:pt>
                <c:pt idx="5142">
                  <c:v>16</c:v>
                </c:pt>
                <c:pt idx="5143">
                  <c:v>16</c:v>
                </c:pt>
                <c:pt idx="5144">
                  <c:v>16</c:v>
                </c:pt>
                <c:pt idx="5145">
                  <c:v>16</c:v>
                </c:pt>
                <c:pt idx="5146">
                  <c:v>16</c:v>
                </c:pt>
                <c:pt idx="5147">
                  <c:v>16</c:v>
                </c:pt>
                <c:pt idx="5148">
                  <c:v>16</c:v>
                </c:pt>
                <c:pt idx="5149">
                  <c:v>16</c:v>
                </c:pt>
                <c:pt idx="5150">
                  <c:v>16</c:v>
                </c:pt>
                <c:pt idx="5151">
                  <c:v>16</c:v>
                </c:pt>
                <c:pt idx="5152">
                  <c:v>16</c:v>
                </c:pt>
                <c:pt idx="5153">
                  <c:v>16</c:v>
                </c:pt>
                <c:pt idx="5154">
                  <c:v>16</c:v>
                </c:pt>
                <c:pt idx="5155">
                  <c:v>16</c:v>
                </c:pt>
                <c:pt idx="5156">
                  <c:v>16</c:v>
                </c:pt>
                <c:pt idx="5157">
                  <c:v>16</c:v>
                </c:pt>
                <c:pt idx="5158">
                  <c:v>16</c:v>
                </c:pt>
                <c:pt idx="5159">
                  <c:v>16</c:v>
                </c:pt>
                <c:pt idx="5160">
                  <c:v>16</c:v>
                </c:pt>
                <c:pt idx="5161">
                  <c:v>16</c:v>
                </c:pt>
                <c:pt idx="5162">
                  <c:v>16</c:v>
                </c:pt>
                <c:pt idx="5163">
                  <c:v>16</c:v>
                </c:pt>
                <c:pt idx="5164">
                  <c:v>16</c:v>
                </c:pt>
                <c:pt idx="5165">
                  <c:v>16</c:v>
                </c:pt>
                <c:pt idx="5166">
                  <c:v>16</c:v>
                </c:pt>
                <c:pt idx="5167">
                  <c:v>16</c:v>
                </c:pt>
                <c:pt idx="5168">
                  <c:v>16</c:v>
                </c:pt>
                <c:pt idx="5169">
                  <c:v>16</c:v>
                </c:pt>
                <c:pt idx="5170">
                  <c:v>16</c:v>
                </c:pt>
                <c:pt idx="5171">
                  <c:v>16</c:v>
                </c:pt>
                <c:pt idx="5172">
                  <c:v>16</c:v>
                </c:pt>
                <c:pt idx="5173">
                  <c:v>16</c:v>
                </c:pt>
                <c:pt idx="5174">
                  <c:v>16</c:v>
                </c:pt>
                <c:pt idx="5175">
                  <c:v>16</c:v>
                </c:pt>
                <c:pt idx="5176">
                  <c:v>16</c:v>
                </c:pt>
                <c:pt idx="5177">
                  <c:v>16</c:v>
                </c:pt>
                <c:pt idx="5178">
                  <c:v>16</c:v>
                </c:pt>
                <c:pt idx="5179">
                  <c:v>16</c:v>
                </c:pt>
                <c:pt idx="5180">
                  <c:v>16</c:v>
                </c:pt>
                <c:pt idx="5181">
                  <c:v>16</c:v>
                </c:pt>
                <c:pt idx="5182">
                  <c:v>16</c:v>
                </c:pt>
                <c:pt idx="5183">
                  <c:v>16</c:v>
                </c:pt>
                <c:pt idx="5184">
                  <c:v>16</c:v>
                </c:pt>
                <c:pt idx="5185">
                  <c:v>16</c:v>
                </c:pt>
                <c:pt idx="5186">
                  <c:v>16</c:v>
                </c:pt>
                <c:pt idx="5187">
                  <c:v>16</c:v>
                </c:pt>
                <c:pt idx="5188">
                  <c:v>16</c:v>
                </c:pt>
                <c:pt idx="5189">
                  <c:v>16</c:v>
                </c:pt>
                <c:pt idx="5190">
                  <c:v>16</c:v>
                </c:pt>
                <c:pt idx="5191">
                  <c:v>16</c:v>
                </c:pt>
                <c:pt idx="5192">
                  <c:v>16</c:v>
                </c:pt>
                <c:pt idx="5193">
                  <c:v>16</c:v>
                </c:pt>
                <c:pt idx="5194">
                  <c:v>16</c:v>
                </c:pt>
                <c:pt idx="5195">
                  <c:v>16</c:v>
                </c:pt>
                <c:pt idx="5196">
                  <c:v>16</c:v>
                </c:pt>
                <c:pt idx="5197">
                  <c:v>16</c:v>
                </c:pt>
                <c:pt idx="5198">
                  <c:v>16</c:v>
                </c:pt>
                <c:pt idx="5199">
                  <c:v>16</c:v>
                </c:pt>
                <c:pt idx="5200">
                  <c:v>16</c:v>
                </c:pt>
                <c:pt idx="5201">
                  <c:v>16</c:v>
                </c:pt>
                <c:pt idx="5202">
                  <c:v>16</c:v>
                </c:pt>
                <c:pt idx="5203">
                  <c:v>16</c:v>
                </c:pt>
                <c:pt idx="5204">
                  <c:v>16</c:v>
                </c:pt>
                <c:pt idx="5205">
                  <c:v>16</c:v>
                </c:pt>
                <c:pt idx="5206">
                  <c:v>16</c:v>
                </c:pt>
                <c:pt idx="5207">
                  <c:v>16</c:v>
                </c:pt>
                <c:pt idx="5208">
                  <c:v>16</c:v>
                </c:pt>
                <c:pt idx="5209">
                  <c:v>16</c:v>
                </c:pt>
                <c:pt idx="5210">
                  <c:v>16</c:v>
                </c:pt>
                <c:pt idx="5211">
                  <c:v>16</c:v>
                </c:pt>
                <c:pt idx="5212">
                  <c:v>16</c:v>
                </c:pt>
                <c:pt idx="5213">
                  <c:v>16</c:v>
                </c:pt>
                <c:pt idx="5214">
                  <c:v>16</c:v>
                </c:pt>
                <c:pt idx="5215">
                  <c:v>16</c:v>
                </c:pt>
                <c:pt idx="5216">
                  <c:v>16</c:v>
                </c:pt>
                <c:pt idx="5217">
                  <c:v>16</c:v>
                </c:pt>
                <c:pt idx="5218">
                  <c:v>16</c:v>
                </c:pt>
                <c:pt idx="5219">
                  <c:v>16</c:v>
                </c:pt>
                <c:pt idx="5220">
                  <c:v>16</c:v>
                </c:pt>
                <c:pt idx="5221">
                  <c:v>16</c:v>
                </c:pt>
                <c:pt idx="5222">
                  <c:v>16</c:v>
                </c:pt>
                <c:pt idx="5223">
                  <c:v>16</c:v>
                </c:pt>
                <c:pt idx="5224">
                  <c:v>16</c:v>
                </c:pt>
                <c:pt idx="5225">
                  <c:v>16</c:v>
                </c:pt>
                <c:pt idx="5226">
                  <c:v>16</c:v>
                </c:pt>
                <c:pt idx="5227">
                  <c:v>16</c:v>
                </c:pt>
                <c:pt idx="5228">
                  <c:v>16</c:v>
                </c:pt>
                <c:pt idx="5229">
                  <c:v>16</c:v>
                </c:pt>
                <c:pt idx="5230">
                  <c:v>16</c:v>
                </c:pt>
                <c:pt idx="5231">
                  <c:v>16</c:v>
                </c:pt>
                <c:pt idx="5232">
                  <c:v>16</c:v>
                </c:pt>
                <c:pt idx="5233">
                  <c:v>16</c:v>
                </c:pt>
                <c:pt idx="5234">
                  <c:v>16</c:v>
                </c:pt>
                <c:pt idx="5235">
                  <c:v>16</c:v>
                </c:pt>
                <c:pt idx="5236">
                  <c:v>16</c:v>
                </c:pt>
                <c:pt idx="5237">
                  <c:v>16</c:v>
                </c:pt>
                <c:pt idx="5238">
                  <c:v>16</c:v>
                </c:pt>
                <c:pt idx="5239">
                  <c:v>16</c:v>
                </c:pt>
                <c:pt idx="5240">
                  <c:v>16</c:v>
                </c:pt>
                <c:pt idx="5241">
                  <c:v>16</c:v>
                </c:pt>
                <c:pt idx="5242">
                  <c:v>16</c:v>
                </c:pt>
                <c:pt idx="5243">
                  <c:v>16</c:v>
                </c:pt>
                <c:pt idx="5244">
                  <c:v>16</c:v>
                </c:pt>
                <c:pt idx="5245">
                  <c:v>16</c:v>
                </c:pt>
                <c:pt idx="5246">
                  <c:v>16</c:v>
                </c:pt>
                <c:pt idx="5247">
                  <c:v>16</c:v>
                </c:pt>
                <c:pt idx="5248">
                  <c:v>16</c:v>
                </c:pt>
                <c:pt idx="5249">
                  <c:v>16</c:v>
                </c:pt>
                <c:pt idx="5250">
                  <c:v>16</c:v>
                </c:pt>
                <c:pt idx="5251">
                  <c:v>16</c:v>
                </c:pt>
                <c:pt idx="5252">
                  <c:v>16</c:v>
                </c:pt>
                <c:pt idx="5253">
                  <c:v>16</c:v>
                </c:pt>
                <c:pt idx="5254">
                  <c:v>16</c:v>
                </c:pt>
                <c:pt idx="5255">
                  <c:v>16</c:v>
                </c:pt>
                <c:pt idx="5256">
                  <c:v>16</c:v>
                </c:pt>
                <c:pt idx="5257">
                  <c:v>16</c:v>
                </c:pt>
                <c:pt idx="5258">
                  <c:v>16</c:v>
                </c:pt>
                <c:pt idx="5259">
                  <c:v>16</c:v>
                </c:pt>
                <c:pt idx="5260">
                  <c:v>16</c:v>
                </c:pt>
                <c:pt idx="5261">
                  <c:v>16</c:v>
                </c:pt>
                <c:pt idx="5262">
                  <c:v>16</c:v>
                </c:pt>
                <c:pt idx="5263">
                  <c:v>16</c:v>
                </c:pt>
                <c:pt idx="5264">
                  <c:v>16</c:v>
                </c:pt>
                <c:pt idx="5265">
                  <c:v>16</c:v>
                </c:pt>
                <c:pt idx="5266">
                  <c:v>16</c:v>
                </c:pt>
                <c:pt idx="5267">
                  <c:v>16</c:v>
                </c:pt>
                <c:pt idx="5268">
                  <c:v>16</c:v>
                </c:pt>
                <c:pt idx="5269">
                  <c:v>16</c:v>
                </c:pt>
                <c:pt idx="5270">
                  <c:v>16</c:v>
                </c:pt>
                <c:pt idx="5271">
                  <c:v>16</c:v>
                </c:pt>
                <c:pt idx="5272">
                  <c:v>16</c:v>
                </c:pt>
                <c:pt idx="5273">
                  <c:v>16</c:v>
                </c:pt>
                <c:pt idx="5274">
                  <c:v>16</c:v>
                </c:pt>
                <c:pt idx="5275">
                  <c:v>16</c:v>
                </c:pt>
                <c:pt idx="5276">
                  <c:v>16</c:v>
                </c:pt>
                <c:pt idx="5277">
                  <c:v>16</c:v>
                </c:pt>
                <c:pt idx="5278">
                  <c:v>16</c:v>
                </c:pt>
                <c:pt idx="5279">
                  <c:v>16</c:v>
                </c:pt>
                <c:pt idx="5280">
                  <c:v>16</c:v>
                </c:pt>
                <c:pt idx="5281">
                  <c:v>16</c:v>
                </c:pt>
                <c:pt idx="5282">
                  <c:v>16</c:v>
                </c:pt>
                <c:pt idx="5283">
                  <c:v>16</c:v>
                </c:pt>
                <c:pt idx="5284">
                  <c:v>16</c:v>
                </c:pt>
                <c:pt idx="5285">
                  <c:v>16</c:v>
                </c:pt>
                <c:pt idx="5286">
                  <c:v>16</c:v>
                </c:pt>
                <c:pt idx="5287">
                  <c:v>16</c:v>
                </c:pt>
                <c:pt idx="5288">
                  <c:v>16</c:v>
                </c:pt>
                <c:pt idx="5289">
                  <c:v>16</c:v>
                </c:pt>
                <c:pt idx="5290">
                  <c:v>16</c:v>
                </c:pt>
                <c:pt idx="5291">
                  <c:v>16</c:v>
                </c:pt>
                <c:pt idx="5292">
                  <c:v>16</c:v>
                </c:pt>
                <c:pt idx="5293">
                  <c:v>16</c:v>
                </c:pt>
                <c:pt idx="5294">
                  <c:v>16</c:v>
                </c:pt>
                <c:pt idx="5295">
                  <c:v>16</c:v>
                </c:pt>
                <c:pt idx="5296">
                  <c:v>16</c:v>
                </c:pt>
                <c:pt idx="5297">
                  <c:v>16</c:v>
                </c:pt>
                <c:pt idx="5298">
                  <c:v>16</c:v>
                </c:pt>
                <c:pt idx="5299">
                  <c:v>16</c:v>
                </c:pt>
                <c:pt idx="5300">
                  <c:v>16</c:v>
                </c:pt>
                <c:pt idx="5301">
                  <c:v>16</c:v>
                </c:pt>
                <c:pt idx="5302">
                  <c:v>16</c:v>
                </c:pt>
                <c:pt idx="5303">
                  <c:v>16</c:v>
                </c:pt>
                <c:pt idx="5304">
                  <c:v>16</c:v>
                </c:pt>
                <c:pt idx="5305">
                  <c:v>16</c:v>
                </c:pt>
                <c:pt idx="5306">
                  <c:v>16</c:v>
                </c:pt>
                <c:pt idx="5307">
                  <c:v>16</c:v>
                </c:pt>
                <c:pt idx="5308">
                  <c:v>16</c:v>
                </c:pt>
                <c:pt idx="5309">
                  <c:v>16</c:v>
                </c:pt>
                <c:pt idx="5310">
                  <c:v>16</c:v>
                </c:pt>
                <c:pt idx="5311">
                  <c:v>16</c:v>
                </c:pt>
                <c:pt idx="5312">
                  <c:v>16</c:v>
                </c:pt>
                <c:pt idx="5313">
                  <c:v>16</c:v>
                </c:pt>
                <c:pt idx="5314">
                  <c:v>16</c:v>
                </c:pt>
                <c:pt idx="5315">
                  <c:v>16</c:v>
                </c:pt>
                <c:pt idx="5316">
                  <c:v>16</c:v>
                </c:pt>
                <c:pt idx="5317">
                  <c:v>16</c:v>
                </c:pt>
                <c:pt idx="5318">
                  <c:v>16</c:v>
                </c:pt>
                <c:pt idx="5319">
                  <c:v>16</c:v>
                </c:pt>
                <c:pt idx="5320">
                  <c:v>16</c:v>
                </c:pt>
                <c:pt idx="5321">
                  <c:v>16</c:v>
                </c:pt>
                <c:pt idx="5322">
                  <c:v>16</c:v>
                </c:pt>
                <c:pt idx="5323">
                  <c:v>16</c:v>
                </c:pt>
                <c:pt idx="5324">
                  <c:v>16</c:v>
                </c:pt>
                <c:pt idx="5325">
                  <c:v>16</c:v>
                </c:pt>
                <c:pt idx="5326">
                  <c:v>16</c:v>
                </c:pt>
                <c:pt idx="5327">
                  <c:v>16</c:v>
                </c:pt>
                <c:pt idx="5328">
                  <c:v>16</c:v>
                </c:pt>
                <c:pt idx="5329">
                  <c:v>16</c:v>
                </c:pt>
                <c:pt idx="5330">
                  <c:v>16</c:v>
                </c:pt>
                <c:pt idx="5331">
                  <c:v>16</c:v>
                </c:pt>
                <c:pt idx="5332">
                  <c:v>16</c:v>
                </c:pt>
                <c:pt idx="5333">
                  <c:v>16</c:v>
                </c:pt>
                <c:pt idx="5334">
                  <c:v>16</c:v>
                </c:pt>
                <c:pt idx="5335">
                  <c:v>16</c:v>
                </c:pt>
                <c:pt idx="5336">
                  <c:v>16</c:v>
                </c:pt>
                <c:pt idx="5337">
                  <c:v>16</c:v>
                </c:pt>
                <c:pt idx="5338">
                  <c:v>16</c:v>
                </c:pt>
                <c:pt idx="5339">
                  <c:v>16</c:v>
                </c:pt>
                <c:pt idx="5340">
                  <c:v>16</c:v>
                </c:pt>
                <c:pt idx="5341">
                  <c:v>16</c:v>
                </c:pt>
                <c:pt idx="5342">
                  <c:v>16</c:v>
                </c:pt>
                <c:pt idx="5343">
                  <c:v>16</c:v>
                </c:pt>
                <c:pt idx="5344">
                  <c:v>16</c:v>
                </c:pt>
                <c:pt idx="5345">
                  <c:v>16</c:v>
                </c:pt>
                <c:pt idx="5346">
                  <c:v>16</c:v>
                </c:pt>
                <c:pt idx="5347">
                  <c:v>16</c:v>
                </c:pt>
                <c:pt idx="5348">
                  <c:v>16</c:v>
                </c:pt>
                <c:pt idx="5349">
                  <c:v>16</c:v>
                </c:pt>
                <c:pt idx="5350">
                  <c:v>16</c:v>
                </c:pt>
                <c:pt idx="5351">
                  <c:v>16</c:v>
                </c:pt>
                <c:pt idx="5352">
                  <c:v>16</c:v>
                </c:pt>
                <c:pt idx="5353">
                  <c:v>16</c:v>
                </c:pt>
                <c:pt idx="5354">
                  <c:v>16</c:v>
                </c:pt>
                <c:pt idx="5355">
                  <c:v>16</c:v>
                </c:pt>
                <c:pt idx="5356">
                  <c:v>16</c:v>
                </c:pt>
                <c:pt idx="5357">
                  <c:v>16</c:v>
                </c:pt>
                <c:pt idx="5358">
                  <c:v>16</c:v>
                </c:pt>
                <c:pt idx="5359">
                  <c:v>16</c:v>
                </c:pt>
                <c:pt idx="5360">
                  <c:v>16</c:v>
                </c:pt>
                <c:pt idx="5361">
                  <c:v>16</c:v>
                </c:pt>
                <c:pt idx="5362">
                  <c:v>16</c:v>
                </c:pt>
                <c:pt idx="5363">
                  <c:v>16</c:v>
                </c:pt>
                <c:pt idx="5364">
                  <c:v>16</c:v>
                </c:pt>
                <c:pt idx="5365">
                  <c:v>16</c:v>
                </c:pt>
                <c:pt idx="5366">
                  <c:v>16</c:v>
                </c:pt>
                <c:pt idx="5367">
                  <c:v>16</c:v>
                </c:pt>
                <c:pt idx="5368">
                  <c:v>16</c:v>
                </c:pt>
                <c:pt idx="5369">
                  <c:v>16</c:v>
                </c:pt>
                <c:pt idx="5370">
                  <c:v>16</c:v>
                </c:pt>
                <c:pt idx="5371">
                  <c:v>16</c:v>
                </c:pt>
                <c:pt idx="5372">
                  <c:v>16</c:v>
                </c:pt>
                <c:pt idx="5373">
                  <c:v>16</c:v>
                </c:pt>
                <c:pt idx="5374">
                  <c:v>16</c:v>
                </c:pt>
                <c:pt idx="5375">
                  <c:v>16</c:v>
                </c:pt>
                <c:pt idx="5376">
                  <c:v>16</c:v>
                </c:pt>
                <c:pt idx="5377">
                  <c:v>16</c:v>
                </c:pt>
                <c:pt idx="5378">
                  <c:v>16</c:v>
                </c:pt>
                <c:pt idx="5379">
                  <c:v>16</c:v>
                </c:pt>
                <c:pt idx="5380">
                  <c:v>16</c:v>
                </c:pt>
                <c:pt idx="5381">
                  <c:v>16</c:v>
                </c:pt>
                <c:pt idx="5382">
                  <c:v>16</c:v>
                </c:pt>
                <c:pt idx="5383">
                  <c:v>16</c:v>
                </c:pt>
                <c:pt idx="5384">
                  <c:v>16</c:v>
                </c:pt>
                <c:pt idx="5385">
                  <c:v>16</c:v>
                </c:pt>
                <c:pt idx="5386">
                  <c:v>16</c:v>
                </c:pt>
                <c:pt idx="5387">
                  <c:v>16</c:v>
                </c:pt>
                <c:pt idx="5388">
                  <c:v>16</c:v>
                </c:pt>
                <c:pt idx="5389">
                  <c:v>16</c:v>
                </c:pt>
                <c:pt idx="5390">
                  <c:v>16</c:v>
                </c:pt>
                <c:pt idx="5391">
                  <c:v>16</c:v>
                </c:pt>
                <c:pt idx="5392">
                  <c:v>16</c:v>
                </c:pt>
                <c:pt idx="5393">
                  <c:v>16</c:v>
                </c:pt>
                <c:pt idx="5394">
                  <c:v>16</c:v>
                </c:pt>
                <c:pt idx="5395">
                  <c:v>16</c:v>
                </c:pt>
                <c:pt idx="5396">
                  <c:v>16</c:v>
                </c:pt>
                <c:pt idx="5397">
                  <c:v>16</c:v>
                </c:pt>
                <c:pt idx="5398">
                  <c:v>16</c:v>
                </c:pt>
                <c:pt idx="5399">
                  <c:v>16</c:v>
                </c:pt>
                <c:pt idx="5400">
                  <c:v>16</c:v>
                </c:pt>
                <c:pt idx="5401">
                  <c:v>16</c:v>
                </c:pt>
                <c:pt idx="5402">
                  <c:v>16</c:v>
                </c:pt>
                <c:pt idx="5403">
                  <c:v>16</c:v>
                </c:pt>
                <c:pt idx="5404">
                  <c:v>16</c:v>
                </c:pt>
                <c:pt idx="5405">
                  <c:v>16</c:v>
                </c:pt>
                <c:pt idx="5406">
                  <c:v>16</c:v>
                </c:pt>
                <c:pt idx="5407">
                  <c:v>16</c:v>
                </c:pt>
                <c:pt idx="5408">
                  <c:v>16</c:v>
                </c:pt>
                <c:pt idx="5409">
                  <c:v>16</c:v>
                </c:pt>
                <c:pt idx="5410">
                  <c:v>16</c:v>
                </c:pt>
                <c:pt idx="5411">
                  <c:v>16</c:v>
                </c:pt>
                <c:pt idx="5412">
                  <c:v>16</c:v>
                </c:pt>
                <c:pt idx="5413">
                  <c:v>16</c:v>
                </c:pt>
                <c:pt idx="5414">
                  <c:v>16</c:v>
                </c:pt>
                <c:pt idx="5415">
                  <c:v>16</c:v>
                </c:pt>
                <c:pt idx="5416">
                  <c:v>16</c:v>
                </c:pt>
                <c:pt idx="5417">
                  <c:v>16</c:v>
                </c:pt>
                <c:pt idx="5418">
                  <c:v>16</c:v>
                </c:pt>
                <c:pt idx="5419">
                  <c:v>16</c:v>
                </c:pt>
                <c:pt idx="5420">
                  <c:v>16</c:v>
                </c:pt>
                <c:pt idx="5421">
                  <c:v>16</c:v>
                </c:pt>
                <c:pt idx="5422">
                  <c:v>16</c:v>
                </c:pt>
                <c:pt idx="5423">
                  <c:v>16</c:v>
                </c:pt>
                <c:pt idx="5424">
                  <c:v>16</c:v>
                </c:pt>
                <c:pt idx="5425">
                  <c:v>16</c:v>
                </c:pt>
                <c:pt idx="5426">
                  <c:v>16</c:v>
                </c:pt>
                <c:pt idx="5427">
                  <c:v>16</c:v>
                </c:pt>
                <c:pt idx="5428">
                  <c:v>16</c:v>
                </c:pt>
                <c:pt idx="5429">
                  <c:v>16</c:v>
                </c:pt>
                <c:pt idx="5430">
                  <c:v>16</c:v>
                </c:pt>
                <c:pt idx="5431">
                  <c:v>16</c:v>
                </c:pt>
                <c:pt idx="5432">
                  <c:v>16</c:v>
                </c:pt>
                <c:pt idx="5433">
                  <c:v>16</c:v>
                </c:pt>
                <c:pt idx="5434">
                  <c:v>16</c:v>
                </c:pt>
                <c:pt idx="5435">
                  <c:v>16</c:v>
                </c:pt>
                <c:pt idx="5436">
                  <c:v>16</c:v>
                </c:pt>
                <c:pt idx="5437">
                  <c:v>16</c:v>
                </c:pt>
                <c:pt idx="5438">
                  <c:v>16</c:v>
                </c:pt>
                <c:pt idx="5439">
                  <c:v>16</c:v>
                </c:pt>
                <c:pt idx="5440">
                  <c:v>16</c:v>
                </c:pt>
                <c:pt idx="5441">
                  <c:v>16</c:v>
                </c:pt>
                <c:pt idx="5442">
                  <c:v>16</c:v>
                </c:pt>
                <c:pt idx="5443">
                  <c:v>16</c:v>
                </c:pt>
                <c:pt idx="5444">
                  <c:v>16</c:v>
                </c:pt>
                <c:pt idx="5445">
                  <c:v>16</c:v>
                </c:pt>
                <c:pt idx="5446">
                  <c:v>16</c:v>
                </c:pt>
                <c:pt idx="5447">
                  <c:v>16</c:v>
                </c:pt>
                <c:pt idx="5448">
                  <c:v>16</c:v>
                </c:pt>
                <c:pt idx="5449">
                  <c:v>16</c:v>
                </c:pt>
                <c:pt idx="5450">
                  <c:v>16</c:v>
                </c:pt>
                <c:pt idx="5451">
                  <c:v>16</c:v>
                </c:pt>
                <c:pt idx="5452">
                  <c:v>16</c:v>
                </c:pt>
                <c:pt idx="5453">
                  <c:v>16</c:v>
                </c:pt>
                <c:pt idx="5454">
                  <c:v>16</c:v>
                </c:pt>
                <c:pt idx="5455">
                  <c:v>16</c:v>
                </c:pt>
                <c:pt idx="5456">
                  <c:v>16</c:v>
                </c:pt>
                <c:pt idx="5457">
                  <c:v>16</c:v>
                </c:pt>
                <c:pt idx="5458">
                  <c:v>16</c:v>
                </c:pt>
                <c:pt idx="5459">
                  <c:v>16</c:v>
                </c:pt>
                <c:pt idx="5460">
                  <c:v>16</c:v>
                </c:pt>
                <c:pt idx="5461">
                  <c:v>16</c:v>
                </c:pt>
                <c:pt idx="5462">
                  <c:v>16</c:v>
                </c:pt>
                <c:pt idx="5463">
                  <c:v>16</c:v>
                </c:pt>
                <c:pt idx="5464">
                  <c:v>16</c:v>
                </c:pt>
                <c:pt idx="5465">
                  <c:v>16</c:v>
                </c:pt>
                <c:pt idx="5466">
                  <c:v>16</c:v>
                </c:pt>
                <c:pt idx="5467">
                  <c:v>16</c:v>
                </c:pt>
                <c:pt idx="5468">
                  <c:v>16</c:v>
                </c:pt>
                <c:pt idx="5469">
                  <c:v>16</c:v>
                </c:pt>
                <c:pt idx="5470">
                  <c:v>16</c:v>
                </c:pt>
                <c:pt idx="5471">
                  <c:v>16</c:v>
                </c:pt>
                <c:pt idx="5472">
                  <c:v>16</c:v>
                </c:pt>
                <c:pt idx="5473">
                  <c:v>16</c:v>
                </c:pt>
                <c:pt idx="5474">
                  <c:v>16</c:v>
                </c:pt>
                <c:pt idx="5475">
                  <c:v>16</c:v>
                </c:pt>
                <c:pt idx="5476">
                  <c:v>16</c:v>
                </c:pt>
                <c:pt idx="5477">
                  <c:v>16</c:v>
                </c:pt>
                <c:pt idx="5478">
                  <c:v>16</c:v>
                </c:pt>
                <c:pt idx="5479">
                  <c:v>16</c:v>
                </c:pt>
                <c:pt idx="5480">
                  <c:v>16</c:v>
                </c:pt>
                <c:pt idx="5481">
                  <c:v>16</c:v>
                </c:pt>
                <c:pt idx="5482">
                  <c:v>16</c:v>
                </c:pt>
                <c:pt idx="5483">
                  <c:v>16</c:v>
                </c:pt>
                <c:pt idx="5484">
                  <c:v>16</c:v>
                </c:pt>
                <c:pt idx="5485">
                  <c:v>16</c:v>
                </c:pt>
                <c:pt idx="5486">
                  <c:v>16</c:v>
                </c:pt>
                <c:pt idx="5487">
                  <c:v>16</c:v>
                </c:pt>
                <c:pt idx="5488">
                  <c:v>16</c:v>
                </c:pt>
                <c:pt idx="5489">
                  <c:v>16</c:v>
                </c:pt>
                <c:pt idx="5490">
                  <c:v>16</c:v>
                </c:pt>
                <c:pt idx="5491">
                  <c:v>16</c:v>
                </c:pt>
                <c:pt idx="5492">
                  <c:v>16</c:v>
                </c:pt>
                <c:pt idx="5493">
                  <c:v>16</c:v>
                </c:pt>
                <c:pt idx="5494">
                  <c:v>16</c:v>
                </c:pt>
                <c:pt idx="5495">
                  <c:v>16</c:v>
                </c:pt>
                <c:pt idx="5496">
                  <c:v>16</c:v>
                </c:pt>
                <c:pt idx="5497">
                  <c:v>16</c:v>
                </c:pt>
                <c:pt idx="5498">
                  <c:v>16</c:v>
                </c:pt>
                <c:pt idx="5499">
                  <c:v>16</c:v>
                </c:pt>
                <c:pt idx="5500">
                  <c:v>16</c:v>
                </c:pt>
                <c:pt idx="5501">
                  <c:v>16</c:v>
                </c:pt>
                <c:pt idx="5502">
                  <c:v>16</c:v>
                </c:pt>
                <c:pt idx="5503">
                  <c:v>16</c:v>
                </c:pt>
                <c:pt idx="5504">
                  <c:v>16</c:v>
                </c:pt>
                <c:pt idx="5505">
                  <c:v>16</c:v>
                </c:pt>
                <c:pt idx="5506">
                  <c:v>16</c:v>
                </c:pt>
                <c:pt idx="5507">
                  <c:v>16</c:v>
                </c:pt>
                <c:pt idx="5508">
                  <c:v>16</c:v>
                </c:pt>
                <c:pt idx="5509">
                  <c:v>16</c:v>
                </c:pt>
                <c:pt idx="5510">
                  <c:v>16</c:v>
                </c:pt>
                <c:pt idx="5511">
                  <c:v>16</c:v>
                </c:pt>
                <c:pt idx="5512">
                  <c:v>16</c:v>
                </c:pt>
                <c:pt idx="5513">
                  <c:v>16</c:v>
                </c:pt>
                <c:pt idx="5514">
                  <c:v>16</c:v>
                </c:pt>
                <c:pt idx="5515">
                  <c:v>16</c:v>
                </c:pt>
                <c:pt idx="5516">
                  <c:v>16</c:v>
                </c:pt>
                <c:pt idx="5517">
                  <c:v>16</c:v>
                </c:pt>
                <c:pt idx="5518">
                  <c:v>16</c:v>
                </c:pt>
                <c:pt idx="5519">
                  <c:v>16</c:v>
                </c:pt>
                <c:pt idx="5520">
                  <c:v>16</c:v>
                </c:pt>
                <c:pt idx="5521">
                  <c:v>16</c:v>
                </c:pt>
                <c:pt idx="5522">
                  <c:v>16</c:v>
                </c:pt>
                <c:pt idx="5523">
                  <c:v>16</c:v>
                </c:pt>
                <c:pt idx="5524">
                  <c:v>16</c:v>
                </c:pt>
                <c:pt idx="5525">
                  <c:v>16</c:v>
                </c:pt>
                <c:pt idx="5526">
                  <c:v>16</c:v>
                </c:pt>
                <c:pt idx="5527">
                  <c:v>16</c:v>
                </c:pt>
                <c:pt idx="5528">
                  <c:v>16</c:v>
                </c:pt>
                <c:pt idx="5529">
                  <c:v>16</c:v>
                </c:pt>
                <c:pt idx="5530">
                  <c:v>16</c:v>
                </c:pt>
                <c:pt idx="5531">
                  <c:v>16</c:v>
                </c:pt>
                <c:pt idx="5532">
                  <c:v>16</c:v>
                </c:pt>
                <c:pt idx="5533">
                  <c:v>16</c:v>
                </c:pt>
                <c:pt idx="5534">
                  <c:v>16</c:v>
                </c:pt>
                <c:pt idx="5535">
                  <c:v>16</c:v>
                </c:pt>
                <c:pt idx="5536">
                  <c:v>16</c:v>
                </c:pt>
                <c:pt idx="5537">
                  <c:v>16</c:v>
                </c:pt>
                <c:pt idx="5538">
                  <c:v>16</c:v>
                </c:pt>
                <c:pt idx="5539">
                  <c:v>16</c:v>
                </c:pt>
                <c:pt idx="5540">
                  <c:v>16</c:v>
                </c:pt>
                <c:pt idx="5541">
                  <c:v>16</c:v>
                </c:pt>
                <c:pt idx="5542">
                  <c:v>16</c:v>
                </c:pt>
                <c:pt idx="5543">
                  <c:v>16</c:v>
                </c:pt>
                <c:pt idx="5544">
                  <c:v>16</c:v>
                </c:pt>
                <c:pt idx="5545">
                  <c:v>16</c:v>
                </c:pt>
                <c:pt idx="5546">
                  <c:v>16</c:v>
                </c:pt>
                <c:pt idx="5547">
                  <c:v>16</c:v>
                </c:pt>
                <c:pt idx="5548">
                  <c:v>16</c:v>
                </c:pt>
                <c:pt idx="5549">
                  <c:v>16</c:v>
                </c:pt>
                <c:pt idx="5550">
                  <c:v>16</c:v>
                </c:pt>
                <c:pt idx="5551">
                  <c:v>16</c:v>
                </c:pt>
                <c:pt idx="5552">
                  <c:v>16</c:v>
                </c:pt>
                <c:pt idx="5553">
                  <c:v>16</c:v>
                </c:pt>
                <c:pt idx="5554">
                  <c:v>16</c:v>
                </c:pt>
                <c:pt idx="5555">
                  <c:v>16</c:v>
                </c:pt>
                <c:pt idx="5556">
                  <c:v>16</c:v>
                </c:pt>
                <c:pt idx="5557">
                  <c:v>16</c:v>
                </c:pt>
                <c:pt idx="5558">
                  <c:v>16</c:v>
                </c:pt>
                <c:pt idx="5559">
                  <c:v>16</c:v>
                </c:pt>
                <c:pt idx="5560">
                  <c:v>16</c:v>
                </c:pt>
                <c:pt idx="5561">
                  <c:v>16</c:v>
                </c:pt>
                <c:pt idx="5562">
                  <c:v>16</c:v>
                </c:pt>
                <c:pt idx="5563">
                  <c:v>16</c:v>
                </c:pt>
                <c:pt idx="5564">
                  <c:v>16</c:v>
                </c:pt>
                <c:pt idx="5565">
                  <c:v>16</c:v>
                </c:pt>
                <c:pt idx="5566">
                  <c:v>16</c:v>
                </c:pt>
                <c:pt idx="5567">
                  <c:v>16</c:v>
                </c:pt>
                <c:pt idx="5568">
                  <c:v>16</c:v>
                </c:pt>
                <c:pt idx="5569">
                  <c:v>16</c:v>
                </c:pt>
                <c:pt idx="5570">
                  <c:v>16</c:v>
                </c:pt>
                <c:pt idx="5571">
                  <c:v>16</c:v>
                </c:pt>
                <c:pt idx="5572">
                  <c:v>16</c:v>
                </c:pt>
                <c:pt idx="5573">
                  <c:v>16</c:v>
                </c:pt>
                <c:pt idx="5574">
                  <c:v>16</c:v>
                </c:pt>
                <c:pt idx="5575">
                  <c:v>16</c:v>
                </c:pt>
                <c:pt idx="5576">
                  <c:v>16</c:v>
                </c:pt>
                <c:pt idx="5577">
                  <c:v>16</c:v>
                </c:pt>
                <c:pt idx="5578">
                  <c:v>16</c:v>
                </c:pt>
                <c:pt idx="5579">
                  <c:v>16</c:v>
                </c:pt>
                <c:pt idx="5580">
                  <c:v>16</c:v>
                </c:pt>
                <c:pt idx="5581">
                  <c:v>16</c:v>
                </c:pt>
                <c:pt idx="5582">
                  <c:v>16</c:v>
                </c:pt>
                <c:pt idx="5583">
                  <c:v>16</c:v>
                </c:pt>
                <c:pt idx="5584">
                  <c:v>16</c:v>
                </c:pt>
                <c:pt idx="5585">
                  <c:v>16</c:v>
                </c:pt>
                <c:pt idx="5586">
                  <c:v>16</c:v>
                </c:pt>
                <c:pt idx="5587">
                  <c:v>16</c:v>
                </c:pt>
                <c:pt idx="5588">
                  <c:v>16</c:v>
                </c:pt>
                <c:pt idx="5589">
                  <c:v>16</c:v>
                </c:pt>
                <c:pt idx="5590">
                  <c:v>16</c:v>
                </c:pt>
                <c:pt idx="5591">
                  <c:v>16</c:v>
                </c:pt>
                <c:pt idx="5592">
                  <c:v>16</c:v>
                </c:pt>
                <c:pt idx="5593">
                  <c:v>16</c:v>
                </c:pt>
                <c:pt idx="5594">
                  <c:v>16</c:v>
                </c:pt>
                <c:pt idx="5595">
                  <c:v>16</c:v>
                </c:pt>
                <c:pt idx="5596">
                  <c:v>16</c:v>
                </c:pt>
                <c:pt idx="5597">
                  <c:v>16</c:v>
                </c:pt>
                <c:pt idx="5598">
                  <c:v>16</c:v>
                </c:pt>
                <c:pt idx="5599">
                  <c:v>16</c:v>
                </c:pt>
                <c:pt idx="5600">
                  <c:v>16</c:v>
                </c:pt>
                <c:pt idx="5601">
                  <c:v>16</c:v>
                </c:pt>
                <c:pt idx="5602">
                  <c:v>16</c:v>
                </c:pt>
                <c:pt idx="5603">
                  <c:v>16</c:v>
                </c:pt>
                <c:pt idx="5604">
                  <c:v>16</c:v>
                </c:pt>
                <c:pt idx="5605">
                  <c:v>16</c:v>
                </c:pt>
                <c:pt idx="5606">
                  <c:v>16</c:v>
                </c:pt>
                <c:pt idx="5607">
                  <c:v>16</c:v>
                </c:pt>
                <c:pt idx="5608">
                  <c:v>16</c:v>
                </c:pt>
                <c:pt idx="5609">
                  <c:v>16</c:v>
                </c:pt>
                <c:pt idx="5610">
                  <c:v>16</c:v>
                </c:pt>
                <c:pt idx="5611">
                  <c:v>16</c:v>
                </c:pt>
                <c:pt idx="5612">
                  <c:v>16</c:v>
                </c:pt>
                <c:pt idx="5613">
                  <c:v>16</c:v>
                </c:pt>
                <c:pt idx="5614">
                  <c:v>16</c:v>
                </c:pt>
                <c:pt idx="5615">
                  <c:v>16</c:v>
                </c:pt>
                <c:pt idx="5616">
                  <c:v>16</c:v>
                </c:pt>
                <c:pt idx="5617">
                  <c:v>16</c:v>
                </c:pt>
                <c:pt idx="5618">
                  <c:v>16</c:v>
                </c:pt>
                <c:pt idx="5619">
                  <c:v>16</c:v>
                </c:pt>
                <c:pt idx="5620">
                  <c:v>16</c:v>
                </c:pt>
                <c:pt idx="5621">
                  <c:v>16</c:v>
                </c:pt>
                <c:pt idx="5622">
                  <c:v>16</c:v>
                </c:pt>
                <c:pt idx="5623">
                  <c:v>16</c:v>
                </c:pt>
                <c:pt idx="5624">
                  <c:v>16</c:v>
                </c:pt>
                <c:pt idx="5625">
                  <c:v>16</c:v>
                </c:pt>
                <c:pt idx="5626">
                  <c:v>16</c:v>
                </c:pt>
                <c:pt idx="5627">
                  <c:v>16</c:v>
                </c:pt>
                <c:pt idx="5628">
                  <c:v>16</c:v>
                </c:pt>
                <c:pt idx="5629">
                  <c:v>16</c:v>
                </c:pt>
                <c:pt idx="5630">
                  <c:v>16</c:v>
                </c:pt>
                <c:pt idx="5631">
                  <c:v>16</c:v>
                </c:pt>
                <c:pt idx="5632">
                  <c:v>16</c:v>
                </c:pt>
                <c:pt idx="5633">
                  <c:v>16</c:v>
                </c:pt>
                <c:pt idx="5634">
                  <c:v>16</c:v>
                </c:pt>
                <c:pt idx="5635">
                  <c:v>16</c:v>
                </c:pt>
                <c:pt idx="5636">
                  <c:v>16</c:v>
                </c:pt>
                <c:pt idx="5637">
                  <c:v>16</c:v>
                </c:pt>
                <c:pt idx="5638">
                  <c:v>16</c:v>
                </c:pt>
                <c:pt idx="5639">
                  <c:v>16</c:v>
                </c:pt>
                <c:pt idx="5640">
                  <c:v>16</c:v>
                </c:pt>
                <c:pt idx="5641">
                  <c:v>16</c:v>
                </c:pt>
                <c:pt idx="5642">
                  <c:v>16</c:v>
                </c:pt>
                <c:pt idx="5643">
                  <c:v>16</c:v>
                </c:pt>
                <c:pt idx="5644">
                  <c:v>16</c:v>
                </c:pt>
                <c:pt idx="5645">
                  <c:v>16</c:v>
                </c:pt>
                <c:pt idx="5646">
                  <c:v>16</c:v>
                </c:pt>
                <c:pt idx="5647">
                  <c:v>16</c:v>
                </c:pt>
                <c:pt idx="5648">
                  <c:v>16</c:v>
                </c:pt>
                <c:pt idx="5649">
                  <c:v>16</c:v>
                </c:pt>
                <c:pt idx="5650">
                  <c:v>16</c:v>
                </c:pt>
                <c:pt idx="5651">
                  <c:v>16</c:v>
                </c:pt>
                <c:pt idx="5652">
                  <c:v>16</c:v>
                </c:pt>
                <c:pt idx="5653">
                  <c:v>16</c:v>
                </c:pt>
                <c:pt idx="5654">
                  <c:v>16</c:v>
                </c:pt>
                <c:pt idx="5655">
                  <c:v>16</c:v>
                </c:pt>
                <c:pt idx="5656">
                  <c:v>16</c:v>
                </c:pt>
                <c:pt idx="5657">
                  <c:v>16</c:v>
                </c:pt>
                <c:pt idx="5658">
                  <c:v>16</c:v>
                </c:pt>
                <c:pt idx="5659">
                  <c:v>16</c:v>
                </c:pt>
                <c:pt idx="5660">
                  <c:v>16</c:v>
                </c:pt>
                <c:pt idx="5661">
                  <c:v>16</c:v>
                </c:pt>
                <c:pt idx="5662">
                  <c:v>16</c:v>
                </c:pt>
                <c:pt idx="5663">
                  <c:v>16</c:v>
                </c:pt>
                <c:pt idx="5664">
                  <c:v>16</c:v>
                </c:pt>
                <c:pt idx="5665">
                  <c:v>16</c:v>
                </c:pt>
                <c:pt idx="5666">
                  <c:v>16</c:v>
                </c:pt>
                <c:pt idx="5667">
                  <c:v>16</c:v>
                </c:pt>
                <c:pt idx="5668">
                  <c:v>16</c:v>
                </c:pt>
                <c:pt idx="5669">
                  <c:v>16</c:v>
                </c:pt>
                <c:pt idx="5670">
                  <c:v>16</c:v>
                </c:pt>
                <c:pt idx="5671">
                  <c:v>16</c:v>
                </c:pt>
                <c:pt idx="5672">
                  <c:v>16</c:v>
                </c:pt>
                <c:pt idx="5673">
                  <c:v>16</c:v>
                </c:pt>
                <c:pt idx="5674">
                  <c:v>16</c:v>
                </c:pt>
                <c:pt idx="5675">
                  <c:v>16</c:v>
                </c:pt>
                <c:pt idx="5676">
                  <c:v>16</c:v>
                </c:pt>
                <c:pt idx="5677">
                  <c:v>16</c:v>
                </c:pt>
                <c:pt idx="5678">
                  <c:v>16</c:v>
                </c:pt>
                <c:pt idx="5679">
                  <c:v>16</c:v>
                </c:pt>
                <c:pt idx="5680">
                  <c:v>16</c:v>
                </c:pt>
                <c:pt idx="5681">
                  <c:v>16</c:v>
                </c:pt>
                <c:pt idx="5682">
                  <c:v>16</c:v>
                </c:pt>
                <c:pt idx="5683">
                  <c:v>16</c:v>
                </c:pt>
                <c:pt idx="5684">
                  <c:v>16</c:v>
                </c:pt>
                <c:pt idx="5685">
                  <c:v>16</c:v>
                </c:pt>
                <c:pt idx="5686">
                  <c:v>16</c:v>
                </c:pt>
                <c:pt idx="5687">
                  <c:v>16</c:v>
                </c:pt>
                <c:pt idx="5688">
                  <c:v>16</c:v>
                </c:pt>
                <c:pt idx="5689">
                  <c:v>16</c:v>
                </c:pt>
                <c:pt idx="5690">
                  <c:v>16</c:v>
                </c:pt>
                <c:pt idx="5691">
                  <c:v>16</c:v>
                </c:pt>
                <c:pt idx="5692">
                  <c:v>16</c:v>
                </c:pt>
                <c:pt idx="5693">
                  <c:v>16</c:v>
                </c:pt>
                <c:pt idx="5694">
                  <c:v>16</c:v>
                </c:pt>
                <c:pt idx="5695">
                  <c:v>16</c:v>
                </c:pt>
                <c:pt idx="5696">
                  <c:v>16</c:v>
                </c:pt>
                <c:pt idx="5697">
                  <c:v>16</c:v>
                </c:pt>
                <c:pt idx="5698">
                  <c:v>16</c:v>
                </c:pt>
                <c:pt idx="5699">
                  <c:v>16</c:v>
                </c:pt>
                <c:pt idx="5700">
                  <c:v>16</c:v>
                </c:pt>
                <c:pt idx="5701">
                  <c:v>16</c:v>
                </c:pt>
                <c:pt idx="5702">
                  <c:v>16</c:v>
                </c:pt>
                <c:pt idx="5703">
                  <c:v>16</c:v>
                </c:pt>
                <c:pt idx="5704">
                  <c:v>16</c:v>
                </c:pt>
                <c:pt idx="5705">
                  <c:v>16</c:v>
                </c:pt>
                <c:pt idx="5706">
                  <c:v>16</c:v>
                </c:pt>
                <c:pt idx="5707">
                  <c:v>16</c:v>
                </c:pt>
                <c:pt idx="5708">
                  <c:v>16</c:v>
                </c:pt>
                <c:pt idx="5709">
                  <c:v>16</c:v>
                </c:pt>
                <c:pt idx="5710">
                  <c:v>16</c:v>
                </c:pt>
                <c:pt idx="5711">
                  <c:v>16</c:v>
                </c:pt>
                <c:pt idx="5712">
                  <c:v>16</c:v>
                </c:pt>
                <c:pt idx="5713">
                  <c:v>16</c:v>
                </c:pt>
                <c:pt idx="5714">
                  <c:v>16</c:v>
                </c:pt>
                <c:pt idx="5715">
                  <c:v>16</c:v>
                </c:pt>
                <c:pt idx="5716">
                  <c:v>16</c:v>
                </c:pt>
                <c:pt idx="5717">
                  <c:v>16</c:v>
                </c:pt>
                <c:pt idx="5718">
                  <c:v>16</c:v>
                </c:pt>
                <c:pt idx="5719">
                  <c:v>16</c:v>
                </c:pt>
                <c:pt idx="5720">
                  <c:v>16</c:v>
                </c:pt>
                <c:pt idx="5721">
                  <c:v>16</c:v>
                </c:pt>
                <c:pt idx="5722">
                  <c:v>16</c:v>
                </c:pt>
                <c:pt idx="5723">
                  <c:v>16</c:v>
                </c:pt>
                <c:pt idx="5724">
                  <c:v>16</c:v>
                </c:pt>
                <c:pt idx="5725">
                  <c:v>16</c:v>
                </c:pt>
                <c:pt idx="5726">
                  <c:v>16</c:v>
                </c:pt>
                <c:pt idx="5727">
                  <c:v>16</c:v>
                </c:pt>
                <c:pt idx="5728">
                  <c:v>16</c:v>
                </c:pt>
                <c:pt idx="5729">
                  <c:v>16</c:v>
                </c:pt>
                <c:pt idx="5730">
                  <c:v>16</c:v>
                </c:pt>
                <c:pt idx="5731">
                  <c:v>16</c:v>
                </c:pt>
                <c:pt idx="5732">
                  <c:v>16</c:v>
                </c:pt>
                <c:pt idx="5733">
                  <c:v>16</c:v>
                </c:pt>
                <c:pt idx="5734">
                  <c:v>16</c:v>
                </c:pt>
                <c:pt idx="5735">
                  <c:v>16</c:v>
                </c:pt>
                <c:pt idx="5736">
                  <c:v>16</c:v>
                </c:pt>
                <c:pt idx="5737">
                  <c:v>16</c:v>
                </c:pt>
                <c:pt idx="5738">
                  <c:v>16</c:v>
                </c:pt>
                <c:pt idx="5739">
                  <c:v>16</c:v>
                </c:pt>
                <c:pt idx="5740">
                  <c:v>16</c:v>
                </c:pt>
                <c:pt idx="5741">
                  <c:v>16</c:v>
                </c:pt>
                <c:pt idx="5742">
                  <c:v>16</c:v>
                </c:pt>
                <c:pt idx="5743">
                  <c:v>16</c:v>
                </c:pt>
                <c:pt idx="5744">
                  <c:v>16</c:v>
                </c:pt>
                <c:pt idx="5745">
                  <c:v>16</c:v>
                </c:pt>
                <c:pt idx="5746">
                  <c:v>16</c:v>
                </c:pt>
                <c:pt idx="5747">
                  <c:v>16</c:v>
                </c:pt>
                <c:pt idx="5748">
                  <c:v>16</c:v>
                </c:pt>
                <c:pt idx="5749">
                  <c:v>16</c:v>
                </c:pt>
                <c:pt idx="5750">
                  <c:v>16</c:v>
                </c:pt>
                <c:pt idx="5751">
                  <c:v>16</c:v>
                </c:pt>
                <c:pt idx="5752">
                  <c:v>16</c:v>
                </c:pt>
                <c:pt idx="5753">
                  <c:v>16</c:v>
                </c:pt>
                <c:pt idx="5754">
                  <c:v>16</c:v>
                </c:pt>
                <c:pt idx="5755">
                  <c:v>16</c:v>
                </c:pt>
                <c:pt idx="5756">
                  <c:v>16</c:v>
                </c:pt>
                <c:pt idx="5757">
                  <c:v>16</c:v>
                </c:pt>
                <c:pt idx="5758">
                  <c:v>16</c:v>
                </c:pt>
                <c:pt idx="5759">
                  <c:v>16</c:v>
                </c:pt>
                <c:pt idx="5760">
                  <c:v>16</c:v>
                </c:pt>
                <c:pt idx="5761">
                  <c:v>16</c:v>
                </c:pt>
                <c:pt idx="5762">
                  <c:v>16</c:v>
                </c:pt>
                <c:pt idx="5763">
                  <c:v>16</c:v>
                </c:pt>
                <c:pt idx="5764">
                  <c:v>16</c:v>
                </c:pt>
                <c:pt idx="5765">
                  <c:v>16</c:v>
                </c:pt>
                <c:pt idx="5766">
                  <c:v>16</c:v>
                </c:pt>
                <c:pt idx="5767">
                  <c:v>16</c:v>
                </c:pt>
                <c:pt idx="5768">
                  <c:v>16</c:v>
                </c:pt>
                <c:pt idx="5769">
                  <c:v>16</c:v>
                </c:pt>
                <c:pt idx="5770">
                  <c:v>16</c:v>
                </c:pt>
                <c:pt idx="5771">
                  <c:v>16</c:v>
                </c:pt>
                <c:pt idx="5772">
                  <c:v>16</c:v>
                </c:pt>
                <c:pt idx="5773">
                  <c:v>16</c:v>
                </c:pt>
                <c:pt idx="5774">
                  <c:v>16</c:v>
                </c:pt>
                <c:pt idx="5775">
                  <c:v>16</c:v>
                </c:pt>
                <c:pt idx="5776">
                  <c:v>16</c:v>
                </c:pt>
                <c:pt idx="5777">
                  <c:v>16</c:v>
                </c:pt>
                <c:pt idx="5778">
                  <c:v>16</c:v>
                </c:pt>
                <c:pt idx="5779">
                  <c:v>16</c:v>
                </c:pt>
                <c:pt idx="5780">
                  <c:v>16</c:v>
                </c:pt>
                <c:pt idx="5781">
                  <c:v>16</c:v>
                </c:pt>
                <c:pt idx="5782">
                  <c:v>16</c:v>
                </c:pt>
                <c:pt idx="5783">
                  <c:v>16</c:v>
                </c:pt>
                <c:pt idx="5784">
                  <c:v>16</c:v>
                </c:pt>
                <c:pt idx="5785">
                  <c:v>16</c:v>
                </c:pt>
                <c:pt idx="5786">
                  <c:v>16</c:v>
                </c:pt>
                <c:pt idx="5787">
                  <c:v>16</c:v>
                </c:pt>
                <c:pt idx="5788">
                  <c:v>16</c:v>
                </c:pt>
                <c:pt idx="5789">
                  <c:v>16</c:v>
                </c:pt>
                <c:pt idx="5790">
                  <c:v>16</c:v>
                </c:pt>
                <c:pt idx="5791">
                  <c:v>16</c:v>
                </c:pt>
                <c:pt idx="5792">
                  <c:v>16</c:v>
                </c:pt>
                <c:pt idx="5793">
                  <c:v>16</c:v>
                </c:pt>
                <c:pt idx="5794">
                  <c:v>16</c:v>
                </c:pt>
                <c:pt idx="5795">
                  <c:v>16</c:v>
                </c:pt>
                <c:pt idx="5796">
                  <c:v>16</c:v>
                </c:pt>
                <c:pt idx="5797">
                  <c:v>16</c:v>
                </c:pt>
                <c:pt idx="5798">
                  <c:v>16</c:v>
                </c:pt>
                <c:pt idx="5799">
                  <c:v>16</c:v>
                </c:pt>
                <c:pt idx="5800">
                  <c:v>16</c:v>
                </c:pt>
                <c:pt idx="5801">
                  <c:v>16</c:v>
                </c:pt>
                <c:pt idx="5802">
                  <c:v>16</c:v>
                </c:pt>
                <c:pt idx="5803">
                  <c:v>16</c:v>
                </c:pt>
                <c:pt idx="5804">
                  <c:v>16</c:v>
                </c:pt>
                <c:pt idx="5805">
                  <c:v>16</c:v>
                </c:pt>
                <c:pt idx="5806">
                  <c:v>16</c:v>
                </c:pt>
                <c:pt idx="5807">
                  <c:v>16</c:v>
                </c:pt>
                <c:pt idx="5808">
                  <c:v>16</c:v>
                </c:pt>
                <c:pt idx="5809">
                  <c:v>16</c:v>
                </c:pt>
                <c:pt idx="5810">
                  <c:v>16</c:v>
                </c:pt>
                <c:pt idx="5811">
                  <c:v>16</c:v>
                </c:pt>
                <c:pt idx="5812">
                  <c:v>16</c:v>
                </c:pt>
                <c:pt idx="5813">
                  <c:v>16</c:v>
                </c:pt>
                <c:pt idx="5814">
                  <c:v>16</c:v>
                </c:pt>
                <c:pt idx="5815">
                  <c:v>16</c:v>
                </c:pt>
                <c:pt idx="5816">
                  <c:v>16</c:v>
                </c:pt>
                <c:pt idx="5817">
                  <c:v>16</c:v>
                </c:pt>
                <c:pt idx="5818">
                  <c:v>16</c:v>
                </c:pt>
                <c:pt idx="5819">
                  <c:v>16</c:v>
                </c:pt>
                <c:pt idx="5820">
                  <c:v>16</c:v>
                </c:pt>
                <c:pt idx="5821">
                  <c:v>16</c:v>
                </c:pt>
                <c:pt idx="5822">
                  <c:v>16</c:v>
                </c:pt>
                <c:pt idx="5823">
                  <c:v>16</c:v>
                </c:pt>
                <c:pt idx="5824">
                  <c:v>16</c:v>
                </c:pt>
                <c:pt idx="5825">
                  <c:v>16</c:v>
                </c:pt>
                <c:pt idx="5826">
                  <c:v>16</c:v>
                </c:pt>
                <c:pt idx="5827">
                  <c:v>16</c:v>
                </c:pt>
                <c:pt idx="5828">
                  <c:v>16</c:v>
                </c:pt>
                <c:pt idx="5829">
                  <c:v>16</c:v>
                </c:pt>
                <c:pt idx="5830">
                  <c:v>16</c:v>
                </c:pt>
                <c:pt idx="5831">
                  <c:v>16</c:v>
                </c:pt>
                <c:pt idx="5832">
                  <c:v>16</c:v>
                </c:pt>
                <c:pt idx="5833">
                  <c:v>16</c:v>
                </c:pt>
                <c:pt idx="5834">
                  <c:v>16</c:v>
                </c:pt>
                <c:pt idx="5835">
                  <c:v>16</c:v>
                </c:pt>
                <c:pt idx="5836">
                  <c:v>16</c:v>
                </c:pt>
                <c:pt idx="5837">
                  <c:v>16</c:v>
                </c:pt>
                <c:pt idx="5838">
                  <c:v>16</c:v>
                </c:pt>
                <c:pt idx="5839">
                  <c:v>16</c:v>
                </c:pt>
                <c:pt idx="5840">
                  <c:v>16</c:v>
                </c:pt>
                <c:pt idx="5841">
                  <c:v>16</c:v>
                </c:pt>
                <c:pt idx="5842">
                  <c:v>16</c:v>
                </c:pt>
                <c:pt idx="5843">
                  <c:v>16</c:v>
                </c:pt>
                <c:pt idx="5844">
                  <c:v>16</c:v>
                </c:pt>
                <c:pt idx="5845">
                  <c:v>16</c:v>
                </c:pt>
                <c:pt idx="5846">
                  <c:v>16</c:v>
                </c:pt>
                <c:pt idx="5847">
                  <c:v>16</c:v>
                </c:pt>
                <c:pt idx="5848">
                  <c:v>16</c:v>
                </c:pt>
                <c:pt idx="5849">
                  <c:v>16</c:v>
                </c:pt>
                <c:pt idx="5850">
                  <c:v>16</c:v>
                </c:pt>
                <c:pt idx="5851">
                  <c:v>16</c:v>
                </c:pt>
                <c:pt idx="5852">
                  <c:v>16</c:v>
                </c:pt>
                <c:pt idx="5853">
                  <c:v>16</c:v>
                </c:pt>
                <c:pt idx="5854">
                  <c:v>16</c:v>
                </c:pt>
                <c:pt idx="5855">
                  <c:v>16</c:v>
                </c:pt>
                <c:pt idx="5856">
                  <c:v>16</c:v>
                </c:pt>
                <c:pt idx="5857">
                  <c:v>16</c:v>
                </c:pt>
                <c:pt idx="5858">
                  <c:v>16</c:v>
                </c:pt>
                <c:pt idx="5859">
                  <c:v>16</c:v>
                </c:pt>
                <c:pt idx="5860">
                  <c:v>16</c:v>
                </c:pt>
                <c:pt idx="5861">
                  <c:v>16</c:v>
                </c:pt>
                <c:pt idx="5862">
                  <c:v>16</c:v>
                </c:pt>
                <c:pt idx="5863">
                  <c:v>16</c:v>
                </c:pt>
                <c:pt idx="5864">
                  <c:v>16</c:v>
                </c:pt>
                <c:pt idx="5865">
                  <c:v>16</c:v>
                </c:pt>
                <c:pt idx="5866">
                  <c:v>16</c:v>
                </c:pt>
                <c:pt idx="5867">
                  <c:v>16</c:v>
                </c:pt>
                <c:pt idx="5868">
                  <c:v>16</c:v>
                </c:pt>
                <c:pt idx="5869">
                  <c:v>16</c:v>
                </c:pt>
                <c:pt idx="5870">
                  <c:v>16</c:v>
                </c:pt>
                <c:pt idx="5871">
                  <c:v>16</c:v>
                </c:pt>
                <c:pt idx="5872">
                  <c:v>16</c:v>
                </c:pt>
                <c:pt idx="5873">
                  <c:v>16</c:v>
                </c:pt>
                <c:pt idx="5874">
                  <c:v>16</c:v>
                </c:pt>
                <c:pt idx="5875">
                  <c:v>16</c:v>
                </c:pt>
                <c:pt idx="5876">
                  <c:v>16</c:v>
                </c:pt>
                <c:pt idx="5877">
                  <c:v>16</c:v>
                </c:pt>
                <c:pt idx="5878">
                  <c:v>16</c:v>
                </c:pt>
                <c:pt idx="5879">
                  <c:v>16</c:v>
                </c:pt>
                <c:pt idx="5880">
                  <c:v>16</c:v>
                </c:pt>
                <c:pt idx="5881">
                  <c:v>16</c:v>
                </c:pt>
                <c:pt idx="5882">
                  <c:v>16</c:v>
                </c:pt>
                <c:pt idx="5883">
                  <c:v>16</c:v>
                </c:pt>
                <c:pt idx="5884">
                  <c:v>16</c:v>
                </c:pt>
                <c:pt idx="5885">
                  <c:v>16</c:v>
                </c:pt>
                <c:pt idx="5886">
                  <c:v>16</c:v>
                </c:pt>
                <c:pt idx="5887">
                  <c:v>16</c:v>
                </c:pt>
                <c:pt idx="5888">
                  <c:v>16</c:v>
                </c:pt>
                <c:pt idx="5889">
                  <c:v>16</c:v>
                </c:pt>
                <c:pt idx="5890">
                  <c:v>16</c:v>
                </c:pt>
                <c:pt idx="5891">
                  <c:v>16</c:v>
                </c:pt>
                <c:pt idx="5892">
                  <c:v>16</c:v>
                </c:pt>
                <c:pt idx="5893">
                  <c:v>16</c:v>
                </c:pt>
                <c:pt idx="5894">
                  <c:v>16</c:v>
                </c:pt>
                <c:pt idx="5895">
                  <c:v>16</c:v>
                </c:pt>
                <c:pt idx="5896">
                  <c:v>16</c:v>
                </c:pt>
                <c:pt idx="5897">
                  <c:v>16</c:v>
                </c:pt>
                <c:pt idx="5898">
                  <c:v>16</c:v>
                </c:pt>
                <c:pt idx="5899">
                  <c:v>16</c:v>
                </c:pt>
                <c:pt idx="5900">
                  <c:v>16</c:v>
                </c:pt>
                <c:pt idx="5901">
                  <c:v>16</c:v>
                </c:pt>
                <c:pt idx="5902">
                  <c:v>16</c:v>
                </c:pt>
                <c:pt idx="5903">
                  <c:v>16</c:v>
                </c:pt>
                <c:pt idx="5904">
                  <c:v>16</c:v>
                </c:pt>
                <c:pt idx="5905">
                  <c:v>16</c:v>
                </c:pt>
                <c:pt idx="5906">
                  <c:v>16</c:v>
                </c:pt>
                <c:pt idx="5907">
                  <c:v>16</c:v>
                </c:pt>
                <c:pt idx="5908">
                  <c:v>16</c:v>
                </c:pt>
                <c:pt idx="5909">
                  <c:v>16</c:v>
                </c:pt>
                <c:pt idx="5910">
                  <c:v>16</c:v>
                </c:pt>
                <c:pt idx="5911">
                  <c:v>16</c:v>
                </c:pt>
                <c:pt idx="5912">
                  <c:v>16</c:v>
                </c:pt>
                <c:pt idx="5913">
                  <c:v>16</c:v>
                </c:pt>
                <c:pt idx="5914">
                  <c:v>16</c:v>
                </c:pt>
                <c:pt idx="5915">
                  <c:v>16</c:v>
                </c:pt>
                <c:pt idx="5916">
                  <c:v>16</c:v>
                </c:pt>
                <c:pt idx="5917">
                  <c:v>16</c:v>
                </c:pt>
                <c:pt idx="5918">
                  <c:v>16</c:v>
                </c:pt>
                <c:pt idx="5919">
                  <c:v>16</c:v>
                </c:pt>
                <c:pt idx="5920">
                  <c:v>16</c:v>
                </c:pt>
                <c:pt idx="5921">
                  <c:v>16</c:v>
                </c:pt>
                <c:pt idx="5922">
                  <c:v>16</c:v>
                </c:pt>
                <c:pt idx="5923">
                  <c:v>16</c:v>
                </c:pt>
                <c:pt idx="5924">
                  <c:v>16</c:v>
                </c:pt>
                <c:pt idx="5925">
                  <c:v>16</c:v>
                </c:pt>
                <c:pt idx="5926">
                  <c:v>16</c:v>
                </c:pt>
                <c:pt idx="5927">
                  <c:v>16</c:v>
                </c:pt>
                <c:pt idx="5928">
                  <c:v>16</c:v>
                </c:pt>
                <c:pt idx="5929">
                  <c:v>16</c:v>
                </c:pt>
                <c:pt idx="5930">
                  <c:v>16</c:v>
                </c:pt>
                <c:pt idx="5931">
                  <c:v>16</c:v>
                </c:pt>
                <c:pt idx="5932">
                  <c:v>16</c:v>
                </c:pt>
                <c:pt idx="5933">
                  <c:v>16</c:v>
                </c:pt>
                <c:pt idx="5934">
                  <c:v>16</c:v>
                </c:pt>
                <c:pt idx="5935">
                  <c:v>16</c:v>
                </c:pt>
                <c:pt idx="5936">
                  <c:v>16</c:v>
                </c:pt>
                <c:pt idx="5937">
                  <c:v>16</c:v>
                </c:pt>
                <c:pt idx="5938">
                  <c:v>16</c:v>
                </c:pt>
                <c:pt idx="5939">
                  <c:v>16</c:v>
                </c:pt>
                <c:pt idx="5940">
                  <c:v>16</c:v>
                </c:pt>
                <c:pt idx="5941">
                  <c:v>16</c:v>
                </c:pt>
                <c:pt idx="5942">
                  <c:v>16</c:v>
                </c:pt>
                <c:pt idx="5943">
                  <c:v>16</c:v>
                </c:pt>
                <c:pt idx="5944">
                  <c:v>16</c:v>
                </c:pt>
                <c:pt idx="5945">
                  <c:v>16</c:v>
                </c:pt>
                <c:pt idx="5946">
                  <c:v>16</c:v>
                </c:pt>
                <c:pt idx="5947">
                  <c:v>16</c:v>
                </c:pt>
                <c:pt idx="5948">
                  <c:v>16</c:v>
                </c:pt>
                <c:pt idx="5949">
                  <c:v>16</c:v>
                </c:pt>
                <c:pt idx="5950">
                  <c:v>16</c:v>
                </c:pt>
                <c:pt idx="5951">
                  <c:v>16</c:v>
                </c:pt>
                <c:pt idx="5952">
                  <c:v>16</c:v>
                </c:pt>
                <c:pt idx="5953">
                  <c:v>16</c:v>
                </c:pt>
                <c:pt idx="5954">
                  <c:v>16</c:v>
                </c:pt>
                <c:pt idx="5955">
                  <c:v>16</c:v>
                </c:pt>
                <c:pt idx="5956">
                  <c:v>16</c:v>
                </c:pt>
                <c:pt idx="5957">
                  <c:v>16</c:v>
                </c:pt>
                <c:pt idx="5958">
                  <c:v>16</c:v>
                </c:pt>
                <c:pt idx="5959">
                  <c:v>16</c:v>
                </c:pt>
                <c:pt idx="5960">
                  <c:v>16</c:v>
                </c:pt>
                <c:pt idx="5961">
                  <c:v>16</c:v>
                </c:pt>
                <c:pt idx="5962">
                  <c:v>16</c:v>
                </c:pt>
                <c:pt idx="5963">
                  <c:v>16</c:v>
                </c:pt>
                <c:pt idx="5964">
                  <c:v>16</c:v>
                </c:pt>
                <c:pt idx="5965">
                  <c:v>16</c:v>
                </c:pt>
                <c:pt idx="5966">
                  <c:v>16</c:v>
                </c:pt>
                <c:pt idx="5967">
                  <c:v>16</c:v>
                </c:pt>
                <c:pt idx="5968">
                  <c:v>16</c:v>
                </c:pt>
                <c:pt idx="5969">
                  <c:v>16</c:v>
                </c:pt>
                <c:pt idx="5970">
                  <c:v>16</c:v>
                </c:pt>
                <c:pt idx="5971">
                  <c:v>16</c:v>
                </c:pt>
                <c:pt idx="5972">
                  <c:v>16</c:v>
                </c:pt>
                <c:pt idx="5973">
                  <c:v>16</c:v>
                </c:pt>
                <c:pt idx="5974">
                  <c:v>16</c:v>
                </c:pt>
                <c:pt idx="5975">
                  <c:v>16</c:v>
                </c:pt>
                <c:pt idx="5976">
                  <c:v>16</c:v>
                </c:pt>
                <c:pt idx="5977">
                  <c:v>16</c:v>
                </c:pt>
                <c:pt idx="5978">
                  <c:v>16</c:v>
                </c:pt>
                <c:pt idx="5979">
                  <c:v>16</c:v>
                </c:pt>
                <c:pt idx="5980">
                  <c:v>16</c:v>
                </c:pt>
                <c:pt idx="5981">
                  <c:v>16</c:v>
                </c:pt>
                <c:pt idx="5982">
                  <c:v>16</c:v>
                </c:pt>
                <c:pt idx="5983">
                  <c:v>16</c:v>
                </c:pt>
                <c:pt idx="5984">
                  <c:v>16</c:v>
                </c:pt>
                <c:pt idx="5985">
                  <c:v>16</c:v>
                </c:pt>
                <c:pt idx="5986">
                  <c:v>16</c:v>
                </c:pt>
                <c:pt idx="5987">
                  <c:v>16</c:v>
                </c:pt>
                <c:pt idx="5988">
                  <c:v>16</c:v>
                </c:pt>
                <c:pt idx="5989">
                  <c:v>16</c:v>
                </c:pt>
                <c:pt idx="5990">
                  <c:v>16</c:v>
                </c:pt>
                <c:pt idx="5991">
                  <c:v>16</c:v>
                </c:pt>
                <c:pt idx="5992">
                  <c:v>16</c:v>
                </c:pt>
                <c:pt idx="5993">
                  <c:v>16</c:v>
                </c:pt>
                <c:pt idx="5994">
                  <c:v>16</c:v>
                </c:pt>
                <c:pt idx="5995">
                  <c:v>16</c:v>
                </c:pt>
                <c:pt idx="5996">
                  <c:v>16</c:v>
                </c:pt>
                <c:pt idx="5997">
                  <c:v>16</c:v>
                </c:pt>
                <c:pt idx="5998">
                  <c:v>16</c:v>
                </c:pt>
                <c:pt idx="5999">
                  <c:v>16</c:v>
                </c:pt>
                <c:pt idx="6000">
                  <c:v>16</c:v>
                </c:pt>
                <c:pt idx="6001">
                  <c:v>16</c:v>
                </c:pt>
                <c:pt idx="6002">
                  <c:v>16</c:v>
                </c:pt>
                <c:pt idx="6003">
                  <c:v>16</c:v>
                </c:pt>
                <c:pt idx="6004">
                  <c:v>16</c:v>
                </c:pt>
                <c:pt idx="6005">
                  <c:v>16</c:v>
                </c:pt>
                <c:pt idx="6006">
                  <c:v>16</c:v>
                </c:pt>
                <c:pt idx="6007">
                  <c:v>16</c:v>
                </c:pt>
                <c:pt idx="6008">
                  <c:v>16</c:v>
                </c:pt>
                <c:pt idx="6009">
                  <c:v>16</c:v>
                </c:pt>
                <c:pt idx="6010">
                  <c:v>16</c:v>
                </c:pt>
                <c:pt idx="6011">
                  <c:v>16</c:v>
                </c:pt>
                <c:pt idx="6012">
                  <c:v>16</c:v>
                </c:pt>
                <c:pt idx="6013">
                  <c:v>16</c:v>
                </c:pt>
                <c:pt idx="6014">
                  <c:v>16</c:v>
                </c:pt>
                <c:pt idx="6015">
                  <c:v>16</c:v>
                </c:pt>
                <c:pt idx="6016">
                  <c:v>16</c:v>
                </c:pt>
                <c:pt idx="6017">
                  <c:v>16</c:v>
                </c:pt>
                <c:pt idx="6018">
                  <c:v>16</c:v>
                </c:pt>
                <c:pt idx="6019">
                  <c:v>16</c:v>
                </c:pt>
                <c:pt idx="6020">
                  <c:v>16</c:v>
                </c:pt>
                <c:pt idx="6021">
                  <c:v>16</c:v>
                </c:pt>
                <c:pt idx="6022">
                  <c:v>16</c:v>
                </c:pt>
                <c:pt idx="6023">
                  <c:v>16</c:v>
                </c:pt>
                <c:pt idx="6024">
                  <c:v>16</c:v>
                </c:pt>
                <c:pt idx="6025">
                  <c:v>16</c:v>
                </c:pt>
                <c:pt idx="6026">
                  <c:v>16</c:v>
                </c:pt>
                <c:pt idx="6027">
                  <c:v>16</c:v>
                </c:pt>
                <c:pt idx="6028">
                  <c:v>16</c:v>
                </c:pt>
                <c:pt idx="6029">
                  <c:v>16</c:v>
                </c:pt>
                <c:pt idx="6030">
                  <c:v>16</c:v>
                </c:pt>
                <c:pt idx="6031">
                  <c:v>16</c:v>
                </c:pt>
                <c:pt idx="6032">
                  <c:v>16</c:v>
                </c:pt>
                <c:pt idx="6033">
                  <c:v>16</c:v>
                </c:pt>
                <c:pt idx="6034">
                  <c:v>16</c:v>
                </c:pt>
                <c:pt idx="6035">
                  <c:v>16</c:v>
                </c:pt>
                <c:pt idx="6036">
                  <c:v>16</c:v>
                </c:pt>
                <c:pt idx="6037">
                  <c:v>16</c:v>
                </c:pt>
                <c:pt idx="6038">
                  <c:v>16</c:v>
                </c:pt>
                <c:pt idx="6039">
                  <c:v>16</c:v>
                </c:pt>
                <c:pt idx="6040">
                  <c:v>16</c:v>
                </c:pt>
                <c:pt idx="6041">
                  <c:v>16</c:v>
                </c:pt>
                <c:pt idx="6042">
                  <c:v>16</c:v>
                </c:pt>
                <c:pt idx="6043">
                  <c:v>16</c:v>
                </c:pt>
                <c:pt idx="6044">
                  <c:v>16</c:v>
                </c:pt>
                <c:pt idx="6045">
                  <c:v>16</c:v>
                </c:pt>
                <c:pt idx="6046">
                  <c:v>16</c:v>
                </c:pt>
                <c:pt idx="6047">
                  <c:v>16</c:v>
                </c:pt>
                <c:pt idx="6048">
                  <c:v>16</c:v>
                </c:pt>
                <c:pt idx="6049">
                  <c:v>16</c:v>
                </c:pt>
                <c:pt idx="6050">
                  <c:v>16</c:v>
                </c:pt>
                <c:pt idx="6051">
                  <c:v>16</c:v>
                </c:pt>
                <c:pt idx="6052">
                  <c:v>16</c:v>
                </c:pt>
                <c:pt idx="6053">
                  <c:v>16</c:v>
                </c:pt>
                <c:pt idx="6054">
                  <c:v>16</c:v>
                </c:pt>
                <c:pt idx="6055">
                  <c:v>16</c:v>
                </c:pt>
                <c:pt idx="6056">
                  <c:v>16</c:v>
                </c:pt>
                <c:pt idx="6057">
                  <c:v>16</c:v>
                </c:pt>
                <c:pt idx="6058">
                  <c:v>16</c:v>
                </c:pt>
                <c:pt idx="6059">
                  <c:v>16</c:v>
                </c:pt>
                <c:pt idx="6060">
                  <c:v>16</c:v>
                </c:pt>
                <c:pt idx="6061">
                  <c:v>16</c:v>
                </c:pt>
                <c:pt idx="6062">
                  <c:v>16</c:v>
                </c:pt>
                <c:pt idx="6063">
                  <c:v>16</c:v>
                </c:pt>
                <c:pt idx="6064">
                  <c:v>16</c:v>
                </c:pt>
                <c:pt idx="6065">
                  <c:v>16</c:v>
                </c:pt>
                <c:pt idx="6066">
                  <c:v>16</c:v>
                </c:pt>
                <c:pt idx="6067">
                  <c:v>16</c:v>
                </c:pt>
                <c:pt idx="6068">
                  <c:v>16</c:v>
                </c:pt>
                <c:pt idx="6069">
                  <c:v>16</c:v>
                </c:pt>
                <c:pt idx="6070">
                  <c:v>16</c:v>
                </c:pt>
                <c:pt idx="6071">
                  <c:v>16</c:v>
                </c:pt>
                <c:pt idx="6072">
                  <c:v>16</c:v>
                </c:pt>
                <c:pt idx="6073">
                  <c:v>16</c:v>
                </c:pt>
                <c:pt idx="6074">
                  <c:v>16</c:v>
                </c:pt>
                <c:pt idx="6075">
                  <c:v>16</c:v>
                </c:pt>
                <c:pt idx="6076">
                  <c:v>16</c:v>
                </c:pt>
                <c:pt idx="6077">
                  <c:v>16</c:v>
                </c:pt>
                <c:pt idx="6078">
                  <c:v>16</c:v>
                </c:pt>
                <c:pt idx="6079">
                  <c:v>16</c:v>
                </c:pt>
                <c:pt idx="6080">
                  <c:v>16</c:v>
                </c:pt>
                <c:pt idx="6081">
                  <c:v>16</c:v>
                </c:pt>
                <c:pt idx="6082">
                  <c:v>16</c:v>
                </c:pt>
                <c:pt idx="6083">
                  <c:v>16</c:v>
                </c:pt>
                <c:pt idx="6084">
                  <c:v>16</c:v>
                </c:pt>
                <c:pt idx="6085">
                  <c:v>16</c:v>
                </c:pt>
                <c:pt idx="6086">
                  <c:v>16</c:v>
                </c:pt>
                <c:pt idx="6087">
                  <c:v>16</c:v>
                </c:pt>
                <c:pt idx="6088">
                  <c:v>16</c:v>
                </c:pt>
                <c:pt idx="6089">
                  <c:v>16</c:v>
                </c:pt>
                <c:pt idx="6090">
                  <c:v>16</c:v>
                </c:pt>
                <c:pt idx="6091">
                  <c:v>16</c:v>
                </c:pt>
                <c:pt idx="6092">
                  <c:v>16</c:v>
                </c:pt>
                <c:pt idx="6093">
                  <c:v>16</c:v>
                </c:pt>
                <c:pt idx="6094">
                  <c:v>16</c:v>
                </c:pt>
                <c:pt idx="6095">
                  <c:v>16</c:v>
                </c:pt>
                <c:pt idx="6096">
                  <c:v>16</c:v>
                </c:pt>
                <c:pt idx="6097">
                  <c:v>16</c:v>
                </c:pt>
                <c:pt idx="6098">
                  <c:v>16</c:v>
                </c:pt>
                <c:pt idx="6099">
                  <c:v>16</c:v>
                </c:pt>
                <c:pt idx="6100">
                  <c:v>16</c:v>
                </c:pt>
                <c:pt idx="6101">
                  <c:v>16</c:v>
                </c:pt>
                <c:pt idx="6102">
                  <c:v>16</c:v>
                </c:pt>
                <c:pt idx="6103">
                  <c:v>16</c:v>
                </c:pt>
                <c:pt idx="6104">
                  <c:v>16</c:v>
                </c:pt>
                <c:pt idx="6105">
                  <c:v>16</c:v>
                </c:pt>
                <c:pt idx="6106">
                  <c:v>16</c:v>
                </c:pt>
                <c:pt idx="6107">
                  <c:v>16</c:v>
                </c:pt>
                <c:pt idx="6108">
                  <c:v>16</c:v>
                </c:pt>
                <c:pt idx="6109">
                  <c:v>16</c:v>
                </c:pt>
                <c:pt idx="6110">
                  <c:v>16</c:v>
                </c:pt>
                <c:pt idx="6111">
                  <c:v>16</c:v>
                </c:pt>
                <c:pt idx="6112">
                  <c:v>16</c:v>
                </c:pt>
                <c:pt idx="6113">
                  <c:v>16</c:v>
                </c:pt>
                <c:pt idx="6114">
                  <c:v>16</c:v>
                </c:pt>
                <c:pt idx="6115">
                  <c:v>16</c:v>
                </c:pt>
                <c:pt idx="6116">
                  <c:v>16</c:v>
                </c:pt>
                <c:pt idx="6117">
                  <c:v>16</c:v>
                </c:pt>
                <c:pt idx="6118">
                  <c:v>16</c:v>
                </c:pt>
                <c:pt idx="6119">
                  <c:v>16</c:v>
                </c:pt>
                <c:pt idx="6120">
                  <c:v>16</c:v>
                </c:pt>
                <c:pt idx="6121">
                  <c:v>16</c:v>
                </c:pt>
                <c:pt idx="6122">
                  <c:v>16</c:v>
                </c:pt>
                <c:pt idx="6123">
                  <c:v>16</c:v>
                </c:pt>
                <c:pt idx="6124">
                  <c:v>16</c:v>
                </c:pt>
                <c:pt idx="6125">
                  <c:v>16</c:v>
                </c:pt>
                <c:pt idx="6126">
                  <c:v>16</c:v>
                </c:pt>
                <c:pt idx="6127">
                  <c:v>16</c:v>
                </c:pt>
                <c:pt idx="6128">
                  <c:v>16</c:v>
                </c:pt>
                <c:pt idx="6129">
                  <c:v>16</c:v>
                </c:pt>
                <c:pt idx="6130">
                  <c:v>16</c:v>
                </c:pt>
                <c:pt idx="6131">
                  <c:v>16</c:v>
                </c:pt>
                <c:pt idx="6132">
                  <c:v>16</c:v>
                </c:pt>
                <c:pt idx="6133">
                  <c:v>16</c:v>
                </c:pt>
                <c:pt idx="6134">
                  <c:v>16</c:v>
                </c:pt>
                <c:pt idx="6135">
                  <c:v>16</c:v>
                </c:pt>
                <c:pt idx="6136">
                  <c:v>16</c:v>
                </c:pt>
                <c:pt idx="6137">
                  <c:v>16</c:v>
                </c:pt>
                <c:pt idx="6138">
                  <c:v>16</c:v>
                </c:pt>
                <c:pt idx="6139">
                  <c:v>16</c:v>
                </c:pt>
                <c:pt idx="6140">
                  <c:v>16</c:v>
                </c:pt>
                <c:pt idx="6141">
                  <c:v>16</c:v>
                </c:pt>
                <c:pt idx="6142">
                  <c:v>16</c:v>
                </c:pt>
                <c:pt idx="6143">
                  <c:v>16</c:v>
                </c:pt>
                <c:pt idx="6144">
                  <c:v>16</c:v>
                </c:pt>
                <c:pt idx="6145">
                  <c:v>16</c:v>
                </c:pt>
                <c:pt idx="6146">
                  <c:v>16</c:v>
                </c:pt>
                <c:pt idx="6147">
                  <c:v>16</c:v>
                </c:pt>
                <c:pt idx="6148">
                  <c:v>16</c:v>
                </c:pt>
                <c:pt idx="6149">
                  <c:v>16</c:v>
                </c:pt>
                <c:pt idx="6150">
                  <c:v>16</c:v>
                </c:pt>
                <c:pt idx="6151">
                  <c:v>16</c:v>
                </c:pt>
                <c:pt idx="6152">
                  <c:v>16</c:v>
                </c:pt>
                <c:pt idx="6153">
                  <c:v>16</c:v>
                </c:pt>
                <c:pt idx="6154">
                  <c:v>16</c:v>
                </c:pt>
                <c:pt idx="6155">
                  <c:v>16</c:v>
                </c:pt>
                <c:pt idx="6156">
                  <c:v>16</c:v>
                </c:pt>
                <c:pt idx="6157">
                  <c:v>16</c:v>
                </c:pt>
                <c:pt idx="6158">
                  <c:v>16</c:v>
                </c:pt>
                <c:pt idx="6159">
                  <c:v>16</c:v>
                </c:pt>
                <c:pt idx="6160">
                  <c:v>16</c:v>
                </c:pt>
                <c:pt idx="6161">
                  <c:v>16</c:v>
                </c:pt>
                <c:pt idx="6162">
                  <c:v>16</c:v>
                </c:pt>
                <c:pt idx="6163">
                  <c:v>16</c:v>
                </c:pt>
                <c:pt idx="6164">
                  <c:v>16</c:v>
                </c:pt>
                <c:pt idx="6165">
                  <c:v>16</c:v>
                </c:pt>
                <c:pt idx="6166">
                  <c:v>16</c:v>
                </c:pt>
                <c:pt idx="6167">
                  <c:v>16</c:v>
                </c:pt>
                <c:pt idx="6168">
                  <c:v>16</c:v>
                </c:pt>
                <c:pt idx="6169">
                  <c:v>16</c:v>
                </c:pt>
                <c:pt idx="6170">
                  <c:v>16</c:v>
                </c:pt>
                <c:pt idx="6171">
                  <c:v>16</c:v>
                </c:pt>
                <c:pt idx="6172">
                  <c:v>16</c:v>
                </c:pt>
                <c:pt idx="6173">
                  <c:v>16</c:v>
                </c:pt>
                <c:pt idx="6174">
                  <c:v>16</c:v>
                </c:pt>
                <c:pt idx="6175">
                  <c:v>16</c:v>
                </c:pt>
                <c:pt idx="6176">
                  <c:v>16</c:v>
                </c:pt>
                <c:pt idx="6177">
                  <c:v>16</c:v>
                </c:pt>
                <c:pt idx="6178">
                  <c:v>16</c:v>
                </c:pt>
                <c:pt idx="6179">
                  <c:v>16</c:v>
                </c:pt>
                <c:pt idx="6180">
                  <c:v>16</c:v>
                </c:pt>
                <c:pt idx="6181">
                  <c:v>16</c:v>
                </c:pt>
                <c:pt idx="6182">
                  <c:v>16</c:v>
                </c:pt>
                <c:pt idx="6183">
                  <c:v>16</c:v>
                </c:pt>
                <c:pt idx="6184">
                  <c:v>16</c:v>
                </c:pt>
                <c:pt idx="6185">
                  <c:v>16</c:v>
                </c:pt>
                <c:pt idx="6186">
                  <c:v>16</c:v>
                </c:pt>
                <c:pt idx="6187">
                  <c:v>16</c:v>
                </c:pt>
                <c:pt idx="6188">
                  <c:v>16</c:v>
                </c:pt>
                <c:pt idx="6189">
                  <c:v>16</c:v>
                </c:pt>
                <c:pt idx="6190">
                  <c:v>16</c:v>
                </c:pt>
                <c:pt idx="6191">
                  <c:v>16</c:v>
                </c:pt>
                <c:pt idx="6192">
                  <c:v>16</c:v>
                </c:pt>
                <c:pt idx="6193">
                  <c:v>16</c:v>
                </c:pt>
                <c:pt idx="6194">
                  <c:v>16</c:v>
                </c:pt>
                <c:pt idx="6195">
                  <c:v>16</c:v>
                </c:pt>
                <c:pt idx="6196">
                  <c:v>16</c:v>
                </c:pt>
                <c:pt idx="6197">
                  <c:v>16</c:v>
                </c:pt>
                <c:pt idx="6198">
                  <c:v>16</c:v>
                </c:pt>
                <c:pt idx="6199">
                  <c:v>16</c:v>
                </c:pt>
                <c:pt idx="6200">
                  <c:v>16</c:v>
                </c:pt>
                <c:pt idx="6201">
                  <c:v>16</c:v>
                </c:pt>
                <c:pt idx="6202">
                  <c:v>16</c:v>
                </c:pt>
                <c:pt idx="6203">
                  <c:v>16</c:v>
                </c:pt>
                <c:pt idx="6204">
                  <c:v>16</c:v>
                </c:pt>
                <c:pt idx="6205">
                  <c:v>16</c:v>
                </c:pt>
                <c:pt idx="6206">
                  <c:v>16</c:v>
                </c:pt>
                <c:pt idx="6207">
                  <c:v>16</c:v>
                </c:pt>
                <c:pt idx="6208">
                  <c:v>16</c:v>
                </c:pt>
                <c:pt idx="6209">
                  <c:v>16</c:v>
                </c:pt>
                <c:pt idx="6210">
                  <c:v>16</c:v>
                </c:pt>
                <c:pt idx="6211">
                  <c:v>16</c:v>
                </c:pt>
                <c:pt idx="6212">
                  <c:v>16</c:v>
                </c:pt>
                <c:pt idx="6213">
                  <c:v>16</c:v>
                </c:pt>
                <c:pt idx="6214">
                  <c:v>16</c:v>
                </c:pt>
                <c:pt idx="6215">
                  <c:v>16</c:v>
                </c:pt>
                <c:pt idx="6216">
                  <c:v>16</c:v>
                </c:pt>
                <c:pt idx="6217">
                  <c:v>16</c:v>
                </c:pt>
                <c:pt idx="6218">
                  <c:v>16</c:v>
                </c:pt>
                <c:pt idx="6219">
                  <c:v>16</c:v>
                </c:pt>
                <c:pt idx="6220">
                  <c:v>16</c:v>
                </c:pt>
                <c:pt idx="6221">
                  <c:v>16</c:v>
                </c:pt>
                <c:pt idx="6222">
                  <c:v>16</c:v>
                </c:pt>
                <c:pt idx="6223">
                  <c:v>16</c:v>
                </c:pt>
                <c:pt idx="6224">
                  <c:v>16</c:v>
                </c:pt>
                <c:pt idx="6225">
                  <c:v>16</c:v>
                </c:pt>
                <c:pt idx="6226">
                  <c:v>16</c:v>
                </c:pt>
                <c:pt idx="6227">
                  <c:v>16</c:v>
                </c:pt>
                <c:pt idx="6228">
                  <c:v>16</c:v>
                </c:pt>
                <c:pt idx="6229">
                  <c:v>16</c:v>
                </c:pt>
                <c:pt idx="6230">
                  <c:v>16</c:v>
                </c:pt>
                <c:pt idx="6231">
                  <c:v>16</c:v>
                </c:pt>
                <c:pt idx="6232">
                  <c:v>16</c:v>
                </c:pt>
                <c:pt idx="6233">
                  <c:v>16</c:v>
                </c:pt>
                <c:pt idx="6234">
                  <c:v>16</c:v>
                </c:pt>
                <c:pt idx="6235">
                  <c:v>16</c:v>
                </c:pt>
                <c:pt idx="6236">
                  <c:v>16</c:v>
                </c:pt>
                <c:pt idx="6237">
                  <c:v>16</c:v>
                </c:pt>
                <c:pt idx="6238">
                  <c:v>16</c:v>
                </c:pt>
                <c:pt idx="6239">
                  <c:v>16</c:v>
                </c:pt>
                <c:pt idx="6240">
                  <c:v>16</c:v>
                </c:pt>
                <c:pt idx="6241">
                  <c:v>16</c:v>
                </c:pt>
                <c:pt idx="6242">
                  <c:v>16</c:v>
                </c:pt>
                <c:pt idx="6243">
                  <c:v>16</c:v>
                </c:pt>
                <c:pt idx="6244">
                  <c:v>16</c:v>
                </c:pt>
                <c:pt idx="6245">
                  <c:v>16</c:v>
                </c:pt>
                <c:pt idx="6246">
                  <c:v>16</c:v>
                </c:pt>
                <c:pt idx="6247">
                  <c:v>16</c:v>
                </c:pt>
                <c:pt idx="6248">
                  <c:v>16</c:v>
                </c:pt>
                <c:pt idx="6249">
                  <c:v>16</c:v>
                </c:pt>
                <c:pt idx="6250">
                  <c:v>16</c:v>
                </c:pt>
                <c:pt idx="6251">
                  <c:v>16</c:v>
                </c:pt>
                <c:pt idx="6252">
                  <c:v>16</c:v>
                </c:pt>
                <c:pt idx="6253">
                  <c:v>16</c:v>
                </c:pt>
                <c:pt idx="6254">
                  <c:v>16</c:v>
                </c:pt>
                <c:pt idx="6255">
                  <c:v>16</c:v>
                </c:pt>
                <c:pt idx="6256">
                  <c:v>16</c:v>
                </c:pt>
                <c:pt idx="6257">
                  <c:v>16</c:v>
                </c:pt>
                <c:pt idx="6258">
                  <c:v>16</c:v>
                </c:pt>
                <c:pt idx="6259">
                  <c:v>16</c:v>
                </c:pt>
                <c:pt idx="6260">
                  <c:v>16</c:v>
                </c:pt>
                <c:pt idx="6261">
                  <c:v>16</c:v>
                </c:pt>
                <c:pt idx="6262">
                  <c:v>16</c:v>
                </c:pt>
                <c:pt idx="6263">
                  <c:v>16</c:v>
                </c:pt>
                <c:pt idx="6264">
                  <c:v>16</c:v>
                </c:pt>
                <c:pt idx="6265">
                  <c:v>16</c:v>
                </c:pt>
                <c:pt idx="6266">
                  <c:v>16</c:v>
                </c:pt>
                <c:pt idx="6267">
                  <c:v>16</c:v>
                </c:pt>
                <c:pt idx="6268">
                  <c:v>16</c:v>
                </c:pt>
                <c:pt idx="6269">
                  <c:v>16</c:v>
                </c:pt>
                <c:pt idx="6270">
                  <c:v>16</c:v>
                </c:pt>
                <c:pt idx="6271">
                  <c:v>16</c:v>
                </c:pt>
                <c:pt idx="6272">
                  <c:v>16</c:v>
                </c:pt>
                <c:pt idx="6273">
                  <c:v>16</c:v>
                </c:pt>
                <c:pt idx="6274">
                  <c:v>16</c:v>
                </c:pt>
                <c:pt idx="6275">
                  <c:v>16</c:v>
                </c:pt>
                <c:pt idx="6276">
                  <c:v>16</c:v>
                </c:pt>
                <c:pt idx="6277">
                  <c:v>16</c:v>
                </c:pt>
                <c:pt idx="6278">
                  <c:v>16</c:v>
                </c:pt>
                <c:pt idx="6279">
                  <c:v>16</c:v>
                </c:pt>
                <c:pt idx="6280">
                  <c:v>16</c:v>
                </c:pt>
                <c:pt idx="6281">
                  <c:v>16</c:v>
                </c:pt>
                <c:pt idx="6282">
                  <c:v>16</c:v>
                </c:pt>
                <c:pt idx="6283">
                  <c:v>16</c:v>
                </c:pt>
                <c:pt idx="6284">
                  <c:v>16</c:v>
                </c:pt>
                <c:pt idx="6285">
                  <c:v>16</c:v>
                </c:pt>
                <c:pt idx="6286">
                  <c:v>16</c:v>
                </c:pt>
                <c:pt idx="6287">
                  <c:v>16</c:v>
                </c:pt>
                <c:pt idx="6288">
                  <c:v>16</c:v>
                </c:pt>
                <c:pt idx="6289">
                  <c:v>16</c:v>
                </c:pt>
                <c:pt idx="6290">
                  <c:v>16</c:v>
                </c:pt>
                <c:pt idx="6291">
                  <c:v>16</c:v>
                </c:pt>
                <c:pt idx="6292">
                  <c:v>16</c:v>
                </c:pt>
                <c:pt idx="6293">
                  <c:v>16</c:v>
                </c:pt>
                <c:pt idx="6294">
                  <c:v>16</c:v>
                </c:pt>
                <c:pt idx="6295">
                  <c:v>16</c:v>
                </c:pt>
                <c:pt idx="6296">
                  <c:v>16</c:v>
                </c:pt>
                <c:pt idx="6297">
                  <c:v>16</c:v>
                </c:pt>
                <c:pt idx="6298">
                  <c:v>16</c:v>
                </c:pt>
                <c:pt idx="6299">
                  <c:v>16</c:v>
                </c:pt>
                <c:pt idx="6300">
                  <c:v>16</c:v>
                </c:pt>
                <c:pt idx="6301">
                  <c:v>16</c:v>
                </c:pt>
                <c:pt idx="6302">
                  <c:v>16</c:v>
                </c:pt>
                <c:pt idx="6303">
                  <c:v>16</c:v>
                </c:pt>
                <c:pt idx="6304">
                  <c:v>16</c:v>
                </c:pt>
                <c:pt idx="6305">
                  <c:v>16</c:v>
                </c:pt>
                <c:pt idx="6306">
                  <c:v>16</c:v>
                </c:pt>
                <c:pt idx="6307">
                  <c:v>16</c:v>
                </c:pt>
                <c:pt idx="6308">
                  <c:v>16</c:v>
                </c:pt>
                <c:pt idx="6309">
                  <c:v>16</c:v>
                </c:pt>
                <c:pt idx="6310">
                  <c:v>16</c:v>
                </c:pt>
                <c:pt idx="6311">
                  <c:v>16</c:v>
                </c:pt>
                <c:pt idx="6312">
                  <c:v>16</c:v>
                </c:pt>
                <c:pt idx="6313">
                  <c:v>16</c:v>
                </c:pt>
                <c:pt idx="6314">
                  <c:v>16</c:v>
                </c:pt>
                <c:pt idx="6315">
                  <c:v>16</c:v>
                </c:pt>
                <c:pt idx="6316">
                  <c:v>16</c:v>
                </c:pt>
                <c:pt idx="6317">
                  <c:v>16</c:v>
                </c:pt>
                <c:pt idx="6318">
                  <c:v>16</c:v>
                </c:pt>
                <c:pt idx="6319">
                  <c:v>16</c:v>
                </c:pt>
                <c:pt idx="6320">
                  <c:v>16</c:v>
                </c:pt>
                <c:pt idx="6321">
                  <c:v>16</c:v>
                </c:pt>
                <c:pt idx="6322">
                  <c:v>16</c:v>
                </c:pt>
                <c:pt idx="6323">
                  <c:v>16</c:v>
                </c:pt>
                <c:pt idx="6324">
                  <c:v>16</c:v>
                </c:pt>
                <c:pt idx="6325">
                  <c:v>16</c:v>
                </c:pt>
                <c:pt idx="6326">
                  <c:v>16</c:v>
                </c:pt>
                <c:pt idx="6327">
                  <c:v>16</c:v>
                </c:pt>
                <c:pt idx="6328">
                  <c:v>16</c:v>
                </c:pt>
                <c:pt idx="6329">
                  <c:v>16</c:v>
                </c:pt>
                <c:pt idx="6330">
                  <c:v>16</c:v>
                </c:pt>
                <c:pt idx="6331">
                  <c:v>16</c:v>
                </c:pt>
                <c:pt idx="6332">
                  <c:v>16</c:v>
                </c:pt>
                <c:pt idx="6333">
                  <c:v>16</c:v>
                </c:pt>
                <c:pt idx="6334">
                  <c:v>16</c:v>
                </c:pt>
                <c:pt idx="6335">
                  <c:v>16</c:v>
                </c:pt>
                <c:pt idx="6336">
                  <c:v>16</c:v>
                </c:pt>
                <c:pt idx="6337">
                  <c:v>16</c:v>
                </c:pt>
                <c:pt idx="6338">
                  <c:v>16</c:v>
                </c:pt>
                <c:pt idx="6339">
                  <c:v>16</c:v>
                </c:pt>
                <c:pt idx="6340">
                  <c:v>16</c:v>
                </c:pt>
                <c:pt idx="6341">
                  <c:v>16</c:v>
                </c:pt>
                <c:pt idx="6342">
                  <c:v>16</c:v>
                </c:pt>
                <c:pt idx="6343">
                  <c:v>16</c:v>
                </c:pt>
                <c:pt idx="6344">
                  <c:v>16</c:v>
                </c:pt>
                <c:pt idx="6345">
                  <c:v>16</c:v>
                </c:pt>
                <c:pt idx="6346">
                  <c:v>16</c:v>
                </c:pt>
                <c:pt idx="6347">
                  <c:v>16</c:v>
                </c:pt>
                <c:pt idx="6348">
                  <c:v>16</c:v>
                </c:pt>
                <c:pt idx="6349">
                  <c:v>16</c:v>
                </c:pt>
                <c:pt idx="6350">
                  <c:v>16</c:v>
                </c:pt>
                <c:pt idx="6351">
                  <c:v>16</c:v>
                </c:pt>
                <c:pt idx="6352">
                  <c:v>16</c:v>
                </c:pt>
                <c:pt idx="6353">
                  <c:v>16</c:v>
                </c:pt>
                <c:pt idx="6354">
                  <c:v>16</c:v>
                </c:pt>
                <c:pt idx="6355">
                  <c:v>16</c:v>
                </c:pt>
                <c:pt idx="6356">
                  <c:v>16</c:v>
                </c:pt>
                <c:pt idx="6357">
                  <c:v>16</c:v>
                </c:pt>
                <c:pt idx="6358">
                  <c:v>16</c:v>
                </c:pt>
                <c:pt idx="6359">
                  <c:v>16</c:v>
                </c:pt>
                <c:pt idx="6360">
                  <c:v>16</c:v>
                </c:pt>
                <c:pt idx="6361">
                  <c:v>16</c:v>
                </c:pt>
                <c:pt idx="6362">
                  <c:v>16</c:v>
                </c:pt>
                <c:pt idx="6363">
                  <c:v>16</c:v>
                </c:pt>
                <c:pt idx="6364">
                  <c:v>16</c:v>
                </c:pt>
                <c:pt idx="6365">
                  <c:v>16</c:v>
                </c:pt>
                <c:pt idx="6366">
                  <c:v>16</c:v>
                </c:pt>
                <c:pt idx="6367">
                  <c:v>16</c:v>
                </c:pt>
                <c:pt idx="6368">
                  <c:v>16</c:v>
                </c:pt>
                <c:pt idx="6369">
                  <c:v>16</c:v>
                </c:pt>
                <c:pt idx="6370">
                  <c:v>16</c:v>
                </c:pt>
                <c:pt idx="6371">
                  <c:v>16</c:v>
                </c:pt>
                <c:pt idx="6372">
                  <c:v>16</c:v>
                </c:pt>
                <c:pt idx="6373">
                  <c:v>16</c:v>
                </c:pt>
                <c:pt idx="6374">
                  <c:v>16</c:v>
                </c:pt>
                <c:pt idx="6375">
                  <c:v>16</c:v>
                </c:pt>
                <c:pt idx="6376">
                  <c:v>16</c:v>
                </c:pt>
                <c:pt idx="6377">
                  <c:v>16</c:v>
                </c:pt>
                <c:pt idx="6378">
                  <c:v>16</c:v>
                </c:pt>
                <c:pt idx="6379">
                  <c:v>16</c:v>
                </c:pt>
                <c:pt idx="6380">
                  <c:v>16</c:v>
                </c:pt>
                <c:pt idx="6381">
                  <c:v>16</c:v>
                </c:pt>
                <c:pt idx="6382">
                  <c:v>16</c:v>
                </c:pt>
                <c:pt idx="6383">
                  <c:v>16</c:v>
                </c:pt>
                <c:pt idx="6384">
                  <c:v>16</c:v>
                </c:pt>
                <c:pt idx="6385">
                  <c:v>16</c:v>
                </c:pt>
                <c:pt idx="6386">
                  <c:v>16</c:v>
                </c:pt>
                <c:pt idx="6387">
                  <c:v>16</c:v>
                </c:pt>
                <c:pt idx="6388">
                  <c:v>16</c:v>
                </c:pt>
                <c:pt idx="6389">
                  <c:v>16</c:v>
                </c:pt>
                <c:pt idx="6390">
                  <c:v>16</c:v>
                </c:pt>
                <c:pt idx="6391">
                  <c:v>16</c:v>
                </c:pt>
                <c:pt idx="6392">
                  <c:v>16</c:v>
                </c:pt>
                <c:pt idx="6393">
                  <c:v>16</c:v>
                </c:pt>
                <c:pt idx="6394">
                  <c:v>16</c:v>
                </c:pt>
                <c:pt idx="6395">
                  <c:v>16</c:v>
                </c:pt>
                <c:pt idx="6396">
                  <c:v>16</c:v>
                </c:pt>
                <c:pt idx="6397">
                  <c:v>16</c:v>
                </c:pt>
                <c:pt idx="6398">
                  <c:v>16</c:v>
                </c:pt>
                <c:pt idx="6399">
                  <c:v>16</c:v>
                </c:pt>
                <c:pt idx="6400">
                  <c:v>16</c:v>
                </c:pt>
                <c:pt idx="6401">
                  <c:v>16</c:v>
                </c:pt>
                <c:pt idx="6402">
                  <c:v>16</c:v>
                </c:pt>
                <c:pt idx="6403">
                  <c:v>16</c:v>
                </c:pt>
                <c:pt idx="6404">
                  <c:v>16</c:v>
                </c:pt>
                <c:pt idx="6405">
                  <c:v>16</c:v>
                </c:pt>
                <c:pt idx="6406">
                  <c:v>16</c:v>
                </c:pt>
                <c:pt idx="6407">
                  <c:v>16</c:v>
                </c:pt>
                <c:pt idx="6408">
                  <c:v>16</c:v>
                </c:pt>
                <c:pt idx="6409">
                  <c:v>16</c:v>
                </c:pt>
                <c:pt idx="6410">
                  <c:v>16</c:v>
                </c:pt>
                <c:pt idx="6411">
                  <c:v>16</c:v>
                </c:pt>
                <c:pt idx="6412">
                  <c:v>16</c:v>
                </c:pt>
                <c:pt idx="6413">
                  <c:v>16</c:v>
                </c:pt>
                <c:pt idx="6414">
                  <c:v>16</c:v>
                </c:pt>
                <c:pt idx="6415">
                  <c:v>16</c:v>
                </c:pt>
                <c:pt idx="6416">
                  <c:v>16</c:v>
                </c:pt>
                <c:pt idx="6417">
                  <c:v>16</c:v>
                </c:pt>
                <c:pt idx="6418">
                  <c:v>16</c:v>
                </c:pt>
                <c:pt idx="6419">
                  <c:v>16</c:v>
                </c:pt>
                <c:pt idx="6420">
                  <c:v>16</c:v>
                </c:pt>
                <c:pt idx="6421">
                  <c:v>16</c:v>
                </c:pt>
                <c:pt idx="6422">
                  <c:v>16</c:v>
                </c:pt>
                <c:pt idx="6423">
                  <c:v>16</c:v>
                </c:pt>
                <c:pt idx="6424">
                  <c:v>16</c:v>
                </c:pt>
                <c:pt idx="6425">
                  <c:v>16</c:v>
                </c:pt>
                <c:pt idx="6426">
                  <c:v>16</c:v>
                </c:pt>
                <c:pt idx="6427">
                  <c:v>16</c:v>
                </c:pt>
                <c:pt idx="6428">
                  <c:v>16</c:v>
                </c:pt>
                <c:pt idx="6429">
                  <c:v>16</c:v>
                </c:pt>
                <c:pt idx="6430">
                  <c:v>16</c:v>
                </c:pt>
                <c:pt idx="6431">
                  <c:v>16</c:v>
                </c:pt>
                <c:pt idx="6432">
                  <c:v>16</c:v>
                </c:pt>
                <c:pt idx="6433">
                  <c:v>16</c:v>
                </c:pt>
                <c:pt idx="6434">
                  <c:v>16</c:v>
                </c:pt>
                <c:pt idx="6435">
                  <c:v>16</c:v>
                </c:pt>
                <c:pt idx="6436">
                  <c:v>16</c:v>
                </c:pt>
                <c:pt idx="6437">
                  <c:v>16</c:v>
                </c:pt>
                <c:pt idx="6438">
                  <c:v>16</c:v>
                </c:pt>
                <c:pt idx="6439">
                  <c:v>16</c:v>
                </c:pt>
                <c:pt idx="6440">
                  <c:v>16</c:v>
                </c:pt>
                <c:pt idx="6441">
                  <c:v>16</c:v>
                </c:pt>
                <c:pt idx="6442">
                  <c:v>16</c:v>
                </c:pt>
                <c:pt idx="6443">
                  <c:v>16</c:v>
                </c:pt>
                <c:pt idx="6444">
                  <c:v>16</c:v>
                </c:pt>
                <c:pt idx="6445">
                  <c:v>16</c:v>
                </c:pt>
                <c:pt idx="6446">
                  <c:v>16</c:v>
                </c:pt>
                <c:pt idx="6447">
                  <c:v>16</c:v>
                </c:pt>
                <c:pt idx="6448">
                  <c:v>16</c:v>
                </c:pt>
                <c:pt idx="6449">
                  <c:v>16</c:v>
                </c:pt>
                <c:pt idx="6450">
                  <c:v>16</c:v>
                </c:pt>
                <c:pt idx="6451">
                  <c:v>16</c:v>
                </c:pt>
                <c:pt idx="6452">
                  <c:v>16</c:v>
                </c:pt>
                <c:pt idx="6453">
                  <c:v>16</c:v>
                </c:pt>
                <c:pt idx="6454">
                  <c:v>16</c:v>
                </c:pt>
                <c:pt idx="6455">
                  <c:v>16</c:v>
                </c:pt>
                <c:pt idx="6456">
                  <c:v>16</c:v>
                </c:pt>
                <c:pt idx="6457">
                  <c:v>16</c:v>
                </c:pt>
                <c:pt idx="6458">
                  <c:v>16</c:v>
                </c:pt>
                <c:pt idx="6459">
                  <c:v>16</c:v>
                </c:pt>
                <c:pt idx="6460">
                  <c:v>16</c:v>
                </c:pt>
                <c:pt idx="6461">
                  <c:v>16</c:v>
                </c:pt>
                <c:pt idx="6462">
                  <c:v>16</c:v>
                </c:pt>
                <c:pt idx="6463">
                  <c:v>16</c:v>
                </c:pt>
                <c:pt idx="6464">
                  <c:v>16</c:v>
                </c:pt>
                <c:pt idx="6465">
                  <c:v>16</c:v>
                </c:pt>
                <c:pt idx="6466">
                  <c:v>16</c:v>
                </c:pt>
                <c:pt idx="6467">
                  <c:v>16</c:v>
                </c:pt>
                <c:pt idx="6468">
                  <c:v>16</c:v>
                </c:pt>
                <c:pt idx="6469">
                  <c:v>16</c:v>
                </c:pt>
                <c:pt idx="6470">
                  <c:v>16</c:v>
                </c:pt>
                <c:pt idx="6471">
                  <c:v>16</c:v>
                </c:pt>
                <c:pt idx="6472">
                  <c:v>16</c:v>
                </c:pt>
                <c:pt idx="6473">
                  <c:v>16</c:v>
                </c:pt>
                <c:pt idx="6474">
                  <c:v>16</c:v>
                </c:pt>
                <c:pt idx="6475">
                  <c:v>16</c:v>
                </c:pt>
                <c:pt idx="6476">
                  <c:v>16</c:v>
                </c:pt>
                <c:pt idx="6477">
                  <c:v>16</c:v>
                </c:pt>
                <c:pt idx="6478">
                  <c:v>16</c:v>
                </c:pt>
                <c:pt idx="6479">
                  <c:v>16</c:v>
                </c:pt>
                <c:pt idx="6480">
                  <c:v>16</c:v>
                </c:pt>
                <c:pt idx="6481">
                  <c:v>16</c:v>
                </c:pt>
                <c:pt idx="6482">
                  <c:v>16</c:v>
                </c:pt>
                <c:pt idx="6483">
                  <c:v>16</c:v>
                </c:pt>
                <c:pt idx="6484">
                  <c:v>16</c:v>
                </c:pt>
                <c:pt idx="6485">
                  <c:v>16</c:v>
                </c:pt>
                <c:pt idx="6486">
                  <c:v>16</c:v>
                </c:pt>
                <c:pt idx="6487">
                  <c:v>16</c:v>
                </c:pt>
                <c:pt idx="6488">
                  <c:v>16</c:v>
                </c:pt>
                <c:pt idx="6489">
                  <c:v>16</c:v>
                </c:pt>
                <c:pt idx="6490">
                  <c:v>16</c:v>
                </c:pt>
                <c:pt idx="6491">
                  <c:v>16</c:v>
                </c:pt>
                <c:pt idx="6492">
                  <c:v>16</c:v>
                </c:pt>
                <c:pt idx="6493">
                  <c:v>16</c:v>
                </c:pt>
                <c:pt idx="6494">
                  <c:v>16</c:v>
                </c:pt>
                <c:pt idx="6495">
                  <c:v>16</c:v>
                </c:pt>
                <c:pt idx="6496">
                  <c:v>16</c:v>
                </c:pt>
                <c:pt idx="6497">
                  <c:v>16</c:v>
                </c:pt>
                <c:pt idx="6498">
                  <c:v>16</c:v>
                </c:pt>
                <c:pt idx="6499">
                  <c:v>16</c:v>
                </c:pt>
                <c:pt idx="6500">
                  <c:v>16</c:v>
                </c:pt>
                <c:pt idx="6501">
                  <c:v>16</c:v>
                </c:pt>
                <c:pt idx="6502">
                  <c:v>16</c:v>
                </c:pt>
                <c:pt idx="6503">
                  <c:v>16</c:v>
                </c:pt>
                <c:pt idx="6504">
                  <c:v>16</c:v>
                </c:pt>
                <c:pt idx="6505">
                  <c:v>16</c:v>
                </c:pt>
                <c:pt idx="6506">
                  <c:v>16</c:v>
                </c:pt>
                <c:pt idx="6507">
                  <c:v>16</c:v>
                </c:pt>
                <c:pt idx="6508">
                  <c:v>16</c:v>
                </c:pt>
                <c:pt idx="6509">
                  <c:v>16</c:v>
                </c:pt>
                <c:pt idx="6510">
                  <c:v>16</c:v>
                </c:pt>
                <c:pt idx="6511">
                  <c:v>16</c:v>
                </c:pt>
                <c:pt idx="6512">
                  <c:v>16</c:v>
                </c:pt>
                <c:pt idx="6513">
                  <c:v>16</c:v>
                </c:pt>
                <c:pt idx="6514">
                  <c:v>16</c:v>
                </c:pt>
                <c:pt idx="6515">
                  <c:v>16</c:v>
                </c:pt>
                <c:pt idx="6516">
                  <c:v>16</c:v>
                </c:pt>
                <c:pt idx="6517">
                  <c:v>16</c:v>
                </c:pt>
                <c:pt idx="6518">
                  <c:v>16</c:v>
                </c:pt>
                <c:pt idx="6519">
                  <c:v>16</c:v>
                </c:pt>
                <c:pt idx="6520">
                  <c:v>16</c:v>
                </c:pt>
                <c:pt idx="6521">
                  <c:v>16</c:v>
                </c:pt>
                <c:pt idx="6522">
                  <c:v>16</c:v>
                </c:pt>
                <c:pt idx="6523">
                  <c:v>16</c:v>
                </c:pt>
                <c:pt idx="6524">
                  <c:v>16</c:v>
                </c:pt>
                <c:pt idx="6525">
                  <c:v>16</c:v>
                </c:pt>
                <c:pt idx="6526">
                  <c:v>16</c:v>
                </c:pt>
                <c:pt idx="6527">
                  <c:v>16</c:v>
                </c:pt>
                <c:pt idx="6528">
                  <c:v>16</c:v>
                </c:pt>
                <c:pt idx="6529">
                  <c:v>16</c:v>
                </c:pt>
                <c:pt idx="6530">
                  <c:v>16</c:v>
                </c:pt>
                <c:pt idx="6531">
                  <c:v>16</c:v>
                </c:pt>
                <c:pt idx="6532">
                  <c:v>16</c:v>
                </c:pt>
                <c:pt idx="6533">
                  <c:v>16</c:v>
                </c:pt>
                <c:pt idx="6534">
                  <c:v>16</c:v>
                </c:pt>
                <c:pt idx="6535">
                  <c:v>16</c:v>
                </c:pt>
                <c:pt idx="6536">
                  <c:v>16</c:v>
                </c:pt>
                <c:pt idx="6537">
                  <c:v>16</c:v>
                </c:pt>
                <c:pt idx="6538">
                  <c:v>16</c:v>
                </c:pt>
                <c:pt idx="6539">
                  <c:v>16</c:v>
                </c:pt>
                <c:pt idx="6540">
                  <c:v>16</c:v>
                </c:pt>
                <c:pt idx="6541">
                  <c:v>16</c:v>
                </c:pt>
                <c:pt idx="6542">
                  <c:v>16</c:v>
                </c:pt>
                <c:pt idx="6543">
                  <c:v>16</c:v>
                </c:pt>
                <c:pt idx="6544">
                  <c:v>16</c:v>
                </c:pt>
                <c:pt idx="6545">
                  <c:v>16</c:v>
                </c:pt>
                <c:pt idx="6546">
                  <c:v>16</c:v>
                </c:pt>
                <c:pt idx="6547">
                  <c:v>16</c:v>
                </c:pt>
                <c:pt idx="6548">
                  <c:v>16</c:v>
                </c:pt>
                <c:pt idx="6549">
                  <c:v>16</c:v>
                </c:pt>
                <c:pt idx="6550">
                  <c:v>16</c:v>
                </c:pt>
                <c:pt idx="6551">
                  <c:v>16</c:v>
                </c:pt>
                <c:pt idx="6552">
                  <c:v>16</c:v>
                </c:pt>
                <c:pt idx="6553">
                  <c:v>16</c:v>
                </c:pt>
                <c:pt idx="6554">
                  <c:v>16</c:v>
                </c:pt>
                <c:pt idx="6555">
                  <c:v>16</c:v>
                </c:pt>
                <c:pt idx="6556">
                  <c:v>16</c:v>
                </c:pt>
                <c:pt idx="6557">
                  <c:v>16</c:v>
                </c:pt>
                <c:pt idx="6558">
                  <c:v>16</c:v>
                </c:pt>
                <c:pt idx="6559">
                  <c:v>16</c:v>
                </c:pt>
                <c:pt idx="6560">
                  <c:v>16</c:v>
                </c:pt>
                <c:pt idx="6561">
                  <c:v>16</c:v>
                </c:pt>
                <c:pt idx="6562">
                  <c:v>16</c:v>
                </c:pt>
                <c:pt idx="6563">
                  <c:v>16</c:v>
                </c:pt>
                <c:pt idx="6564">
                  <c:v>16</c:v>
                </c:pt>
                <c:pt idx="6565">
                  <c:v>16</c:v>
                </c:pt>
                <c:pt idx="6566">
                  <c:v>16</c:v>
                </c:pt>
                <c:pt idx="6567">
                  <c:v>16</c:v>
                </c:pt>
                <c:pt idx="6568">
                  <c:v>16</c:v>
                </c:pt>
                <c:pt idx="6569">
                  <c:v>16</c:v>
                </c:pt>
                <c:pt idx="6570">
                  <c:v>16</c:v>
                </c:pt>
                <c:pt idx="6571">
                  <c:v>16</c:v>
                </c:pt>
                <c:pt idx="6572">
                  <c:v>16</c:v>
                </c:pt>
                <c:pt idx="6573">
                  <c:v>16</c:v>
                </c:pt>
                <c:pt idx="6574">
                  <c:v>16</c:v>
                </c:pt>
                <c:pt idx="6575">
                  <c:v>16</c:v>
                </c:pt>
                <c:pt idx="6576">
                  <c:v>16</c:v>
                </c:pt>
                <c:pt idx="6577">
                  <c:v>16</c:v>
                </c:pt>
                <c:pt idx="6578">
                  <c:v>16</c:v>
                </c:pt>
                <c:pt idx="6579">
                  <c:v>16</c:v>
                </c:pt>
                <c:pt idx="6580">
                  <c:v>16</c:v>
                </c:pt>
                <c:pt idx="6581">
                  <c:v>16</c:v>
                </c:pt>
                <c:pt idx="6582">
                  <c:v>16</c:v>
                </c:pt>
                <c:pt idx="6583">
                  <c:v>16</c:v>
                </c:pt>
                <c:pt idx="6584">
                  <c:v>16</c:v>
                </c:pt>
                <c:pt idx="6585">
                  <c:v>16</c:v>
                </c:pt>
                <c:pt idx="6586">
                  <c:v>16</c:v>
                </c:pt>
                <c:pt idx="6587">
                  <c:v>16</c:v>
                </c:pt>
                <c:pt idx="6588">
                  <c:v>16</c:v>
                </c:pt>
                <c:pt idx="6589">
                  <c:v>16</c:v>
                </c:pt>
                <c:pt idx="6590">
                  <c:v>16</c:v>
                </c:pt>
                <c:pt idx="6591">
                  <c:v>16</c:v>
                </c:pt>
                <c:pt idx="6592">
                  <c:v>16</c:v>
                </c:pt>
                <c:pt idx="6593">
                  <c:v>16</c:v>
                </c:pt>
                <c:pt idx="6594">
                  <c:v>16</c:v>
                </c:pt>
                <c:pt idx="6595">
                  <c:v>16</c:v>
                </c:pt>
                <c:pt idx="6596">
                  <c:v>16</c:v>
                </c:pt>
                <c:pt idx="6597">
                  <c:v>16</c:v>
                </c:pt>
                <c:pt idx="6598">
                  <c:v>16</c:v>
                </c:pt>
                <c:pt idx="6599">
                  <c:v>16</c:v>
                </c:pt>
                <c:pt idx="6600">
                  <c:v>16</c:v>
                </c:pt>
                <c:pt idx="6601">
                  <c:v>16</c:v>
                </c:pt>
                <c:pt idx="6602">
                  <c:v>16</c:v>
                </c:pt>
                <c:pt idx="6603">
                  <c:v>16</c:v>
                </c:pt>
                <c:pt idx="6604">
                  <c:v>16</c:v>
                </c:pt>
                <c:pt idx="6605">
                  <c:v>16</c:v>
                </c:pt>
                <c:pt idx="6606">
                  <c:v>16</c:v>
                </c:pt>
                <c:pt idx="6607">
                  <c:v>16</c:v>
                </c:pt>
                <c:pt idx="6608">
                  <c:v>16</c:v>
                </c:pt>
                <c:pt idx="6609">
                  <c:v>16</c:v>
                </c:pt>
                <c:pt idx="6610">
                  <c:v>16</c:v>
                </c:pt>
                <c:pt idx="6611">
                  <c:v>16</c:v>
                </c:pt>
                <c:pt idx="6612">
                  <c:v>16</c:v>
                </c:pt>
                <c:pt idx="6613">
                  <c:v>16</c:v>
                </c:pt>
                <c:pt idx="6614">
                  <c:v>16</c:v>
                </c:pt>
                <c:pt idx="6615">
                  <c:v>16</c:v>
                </c:pt>
                <c:pt idx="6616">
                  <c:v>16</c:v>
                </c:pt>
                <c:pt idx="6617">
                  <c:v>16</c:v>
                </c:pt>
                <c:pt idx="6618">
                  <c:v>16</c:v>
                </c:pt>
                <c:pt idx="6619">
                  <c:v>16</c:v>
                </c:pt>
                <c:pt idx="6620">
                  <c:v>16</c:v>
                </c:pt>
                <c:pt idx="6621">
                  <c:v>16</c:v>
                </c:pt>
                <c:pt idx="6622">
                  <c:v>16</c:v>
                </c:pt>
                <c:pt idx="6623">
                  <c:v>16</c:v>
                </c:pt>
                <c:pt idx="6624">
                  <c:v>16</c:v>
                </c:pt>
                <c:pt idx="6625">
                  <c:v>16</c:v>
                </c:pt>
                <c:pt idx="6626">
                  <c:v>16</c:v>
                </c:pt>
                <c:pt idx="6627">
                  <c:v>16</c:v>
                </c:pt>
                <c:pt idx="6628">
                  <c:v>16</c:v>
                </c:pt>
                <c:pt idx="6629">
                  <c:v>16</c:v>
                </c:pt>
                <c:pt idx="6630">
                  <c:v>16</c:v>
                </c:pt>
                <c:pt idx="6631">
                  <c:v>16</c:v>
                </c:pt>
                <c:pt idx="6632">
                  <c:v>16</c:v>
                </c:pt>
                <c:pt idx="6633">
                  <c:v>16</c:v>
                </c:pt>
                <c:pt idx="6634">
                  <c:v>16</c:v>
                </c:pt>
                <c:pt idx="6635">
                  <c:v>16</c:v>
                </c:pt>
                <c:pt idx="6636">
                  <c:v>16</c:v>
                </c:pt>
                <c:pt idx="6637">
                  <c:v>16</c:v>
                </c:pt>
                <c:pt idx="6638">
                  <c:v>16</c:v>
                </c:pt>
                <c:pt idx="6639">
                  <c:v>16</c:v>
                </c:pt>
                <c:pt idx="6640">
                  <c:v>16</c:v>
                </c:pt>
                <c:pt idx="6641">
                  <c:v>16</c:v>
                </c:pt>
                <c:pt idx="6642">
                  <c:v>16</c:v>
                </c:pt>
                <c:pt idx="6643">
                  <c:v>16</c:v>
                </c:pt>
                <c:pt idx="6644">
                  <c:v>16</c:v>
                </c:pt>
                <c:pt idx="6645">
                  <c:v>16</c:v>
                </c:pt>
                <c:pt idx="6646">
                  <c:v>16</c:v>
                </c:pt>
                <c:pt idx="6647">
                  <c:v>16</c:v>
                </c:pt>
                <c:pt idx="6648">
                  <c:v>16</c:v>
                </c:pt>
                <c:pt idx="6649">
                  <c:v>16</c:v>
                </c:pt>
                <c:pt idx="6650">
                  <c:v>16</c:v>
                </c:pt>
                <c:pt idx="6651">
                  <c:v>16</c:v>
                </c:pt>
                <c:pt idx="6652">
                  <c:v>16</c:v>
                </c:pt>
                <c:pt idx="6653">
                  <c:v>16</c:v>
                </c:pt>
                <c:pt idx="6654">
                  <c:v>16</c:v>
                </c:pt>
                <c:pt idx="6655">
                  <c:v>16</c:v>
                </c:pt>
                <c:pt idx="6656">
                  <c:v>16</c:v>
                </c:pt>
                <c:pt idx="6657">
                  <c:v>16</c:v>
                </c:pt>
                <c:pt idx="6658">
                  <c:v>16</c:v>
                </c:pt>
                <c:pt idx="6659">
                  <c:v>16</c:v>
                </c:pt>
                <c:pt idx="6660">
                  <c:v>16</c:v>
                </c:pt>
                <c:pt idx="6661">
                  <c:v>16</c:v>
                </c:pt>
                <c:pt idx="6662">
                  <c:v>16</c:v>
                </c:pt>
                <c:pt idx="6663">
                  <c:v>16</c:v>
                </c:pt>
                <c:pt idx="6664">
                  <c:v>16</c:v>
                </c:pt>
                <c:pt idx="6665">
                  <c:v>16</c:v>
                </c:pt>
                <c:pt idx="6666">
                  <c:v>16</c:v>
                </c:pt>
                <c:pt idx="6667">
                  <c:v>16</c:v>
                </c:pt>
                <c:pt idx="6668">
                  <c:v>16</c:v>
                </c:pt>
                <c:pt idx="6669">
                  <c:v>16</c:v>
                </c:pt>
                <c:pt idx="6670">
                  <c:v>16</c:v>
                </c:pt>
                <c:pt idx="6671">
                  <c:v>16</c:v>
                </c:pt>
                <c:pt idx="6672">
                  <c:v>16</c:v>
                </c:pt>
                <c:pt idx="6673">
                  <c:v>16</c:v>
                </c:pt>
                <c:pt idx="6674">
                  <c:v>16</c:v>
                </c:pt>
                <c:pt idx="6675">
                  <c:v>16</c:v>
                </c:pt>
                <c:pt idx="6676">
                  <c:v>16</c:v>
                </c:pt>
                <c:pt idx="6677">
                  <c:v>16</c:v>
                </c:pt>
                <c:pt idx="6678">
                  <c:v>16</c:v>
                </c:pt>
                <c:pt idx="6679">
                  <c:v>16</c:v>
                </c:pt>
                <c:pt idx="6680">
                  <c:v>16</c:v>
                </c:pt>
                <c:pt idx="6681">
                  <c:v>16</c:v>
                </c:pt>
                <c:pt idx="6682">
                  <c:v>16</c:v>
                </c:pt>
                <c:pt idx="6683">
                  <c:v>16</c:v>
                </c:pt>
                <c:pt idx="6684">
                  <c:v>16</c:v>
                </c:pt>
                <c:pt idx="6685">
                  <c:v>16</c:v>
                </c:pt>
                <c:pt idx="6686">
                  <c:v>16</c:v>
                </c:pt>
                <c:pt idx="6687">
                  <c:v>16</c:v>
                </c:pt>
                <c:pt idx="6688">
                  <c:v>16</c:v>
                </c:pt>
                <c:pt idx="6689">
                  <c:v>16</c:v>
                </c:pt>
                <c:pt idx="6690">
                  <c:v>16</c:v>
                </c:pt>
                <c:pt idx="6691">
                  <c:v>16</c:v>
                </c:pt>
                <c:pt idx="6692">
                  <c:v>16</c:v>
                </c:pt>
                <c:pt idx="6693">
                  <c:v>16</c:v>
                </c:pt>
                <c:pt idx="6694">
                  <c:v>16</c:v>
                </c:pt>
                <c:pt idx="6695">
                  <c:v>16</c:v>
                </c:pt>
                <c:pt idx="6696">
                  <c:v>16</c:v>
                </c:pt>
                <c:pt idx="6697">
                  <c:v>16</c:v>
                </c:pt>
                <c:pt idx="6698">
                  <c:v>16</c:v>
                </c:pt>
                <c:pt idx="6699">
                  <c:v>16</c:v>
                </c:pt>
                <c:pt idx="6700">
                  <c:v>16</c:v>
                </c:pt>
                <c:pt idx="6701">
                  <c:v>16</c:v>
                </c:pt>
                <c:pt idx="6702">
                  <c:v>16</c:v>
                </c:pt>
                <c:pt idx="6703">
                  <c:v>16</c:v>
                </c:pt>
                <c:pt idx="6704">
                  <c:v>16</c:v>
                </c:pt>
                <c:pt idx="6705">
                  <c:v>16</c:v>
                </c:pt>
                <c:pt idx="6706">
                  <c:v>16</c:v>
                </c:pt>
                <c:pt idx="6707">
                  <c:v>16</c:v>
                </c:pt>
                <c:pt idx="6708">
                  <c:v>16</c:v>
                </c:pt>
                <c:pt idx="6709">
                  <c:v>16</c:v>
                </c:pt>
                <c:pt idx="6710">
                  <c:v>16</c:v>
                </c:pt>
                <c:pt idx="6711">
                  <c:v>16</c:v>
                </c:pt>
                <c:pt idx="6712">
                  <c:v>16</c:v>
                </c:pt>
                <c:pt idx="6713">
                  <c:v>16</c:v>
                </c:pt>
                <c:pt idx="6714">
                  <c:v>16</c:v>
                </c:pt>
                <c:pt idx="6715">
                  <c:v>16</c:v>
                </c:pt>
                <c:pt idx="6716">
                  <c:v>16</c:v>
                </c:pt>
                <c:pt idx="6717">
                  <c:v>16</c:v>
                </c:pt>
                <c:pt idx="6718">
                  <c:v>16</c:v>
                </c:pt>
                <c:pt idx="6719">
                  <c:v>16</c:v>
                </c:pt>
                <c:pt idx="6720">
                  <c:v>16</c:v>
                </c:pt>
                <c:pt idx="6721">
                  <c:v>16</c:v>
                </c:pt>
                <c:pt idx="6722">
                  <c:v>16</c:v>
                </c:pt>
                <c:pt idx="6723">
                  <c:v>16</c:v>
                </c:pt>
                <c:pt idx="6724">
                  <c:v>16</c:v>
                </c:pt>
                <c:pt idx="6725">
                  <c:v>16</c:v>
                </c:pt>
                <c:pt idx="6726">
                  <c:v>16</c:v>
                </c:pt>
                <c:pt idx="6727">
                  <c:v>16</c:v>
                </c:pt>
                <c:pt idx="6728">
                  <c:v>16</c:v>
                </c:pt>
                <c:pt idx="6729">
                  <c:v>16</c:v>
                </c:pt>
                <c:pt idx="6730">
                  <c:v>16</c:v>
                </c:pt>
                <c:pt idx="6731">
                  <c:v>16</c:v>
                </c:pt>
                <c:pt idx="6732">
                  <c:v>16</c:v>
                </c:pt>
                <c:pt idx="6733">
                  <c:v>16</c:v>
                </c:pt>
                <c:pt idx="6734">
                  <c:v>16</c:v>
                </c:pt>
                <c:pt idx="6735">
                  <c:v>16</c:v>
                </c:pt>
                <c:pt idx="6736">
                  <c:v>16</c:v>
                </c:pt>
                <c:pt idx="6737">
                  <c:v>16</c:v>
                </c:pt>
                <c:pt idx="6738">
                  <c:v>16</c:v>
                </c:pt>
                <c:pt idx="6739">
                  <c:v>16</c:v>
                </c:pt>
                <c:pt idx="6740">
                  <c:v>16</c:v>
                </c:pt>
                <c:pt idx="6741">
                  <c:v>16</c:v>
                </c:pt>
                <c:pt idx="6742">
                  <c:v>16</c:v>
                </c:pt>
                <c:pt idx="6743">
                  <c:v>16</c:v>
                </c:pt>
                <c:pt idx="6744">
                  <c:v>16</c:v>
                </c:pt>
                <c:pt idx="6745">
                  <c:v>16</c:v>
                </c:pt>
                <c:pt idx="6746">
                  <c:v>16</c:v>
                </c:pt>
                <c:pt idx="6747">
                  <c:v>16</c:v>
                </c:pt>
                <c:pt idx="6748">
                  <c:v>16</c:v>
                </c:pt>
                <c:pt idx="6749">
                  <c:v>16</c:v>
                </c:pt>
                <c:pt idx="6750">
                  <c:v>16</c:v>
                </c:pt>
                <c:pt idx="6751">
                  <c:v>16</c:v>
                </c:pt>
                <c:pt idx="6752">
                  <c:v>16</c:v>
                </c:pt>
                <c:pt idx="6753">
                  <c:v>16</c:v>
                </c:pt>
                <c:pt idx="6754">
                  <c:v>16</c:v>
                </c:pt>
                <c:pt idx="6755">
                  <c:v>16</c:v>
                </c:pt>
                <c:pt idx="6756">
                  <c:v>16</c:v>
                </c:pt>
                <c:pt idx="6757">
                  <c:v>16</c:v>
                </c:pt>
                <c:pt idx="6758">
                  <c:v>16</c:v>
                </c:pt>
                <c:pt idx="6759">
                  <c:v>16</c:v>
                </c:pt>
                <c:pt idx="6760">
                  <c:v>16</c:v>
                </c:pt>
                <c:pt idx="6761">
                  <c:v>16</c:v>
                </c:pt>
                <c:pt idx="6762">
                  <c:v>16</c:v>
                </c:pt>
                <c:pt idx="6763">
                  <c:v>16</c:v>
                </c:pt>
                <c:pt idx="6764">
                  <c:v>16</c:v>
                </c:pt>
                <c:pt idx="6765">
                  <c:v>16</c:v>
                </c:pt>
                <c:pt idx="6766">
                  <c:v>16</c:v>
                </c:pt>
                <c:pt idx="6767">
                  <c:v>16</c:v>
                </c:pt>
                <c:pt idx="6768">
                  <c:v>16</c:v>
                </c:pt>
                <c:pt idx="6769">
                  <c:v>16</c:v>
                </c:pt>
                <c:pt idx="6770">
                  <c:v>16</c:v>
                </c:pt>
                <c:pt idx="6771">
                  <c:v>16</c:v>
                </c:pt>
                <c:pt idx="6772">
                  <c:v>16</c:v>
                </c:pt>
                <c:pt idx="6773">
                  <c:v>16</c:v>
                </c:pt>
                <c:pt idx="6774">
                  <c:v>16</c:v>
                </c:pt>
                <c:pt idx="6775">
                  <c:v>16</c:v>
                </c:pt>
                <c:pt idx="6776">
                  <c:v>16</c:v>
                </c:pt>
                <c:pt idx="6777">
                  <c:v>16</c:v>
                </c:pt>
                <c:pt idx="6778">
                  <c:v>16</c:v>
                </c:pt>
                <c:pt idx="6779">
                  <c:v>16</c:v>
                </c:pt>
                <c:pt idx="6780">
                  <c:v>16</c:v>
                </c:pt>
                <c:pt idx="6781">
                  <c:v>16</c:v>
                </c:pt>
                <c:pt idx="6782">
                  <c:v>16</c:v>
                </c:pt>
                <c:pt idx="6783">
                  <c:v>16</c:v>
                </c:pt>
                <c:pt idx="6784">
                  <c:v>16</c:v>
                </c:pt>
                <c:pt idx="6785">
                  <c:v>16</c:v>
                </c:pt>
                <c:pt idx="6786">
                  <c:v>16</c:v>
                </c:pt>
                <c:pt idx="6787">
                  <c:v>16</c:v>
                </c:pt>
                <c:pt idx="6788">
                  <c:v>16</c:v>
                </c:pt>
                <c:pt idx="6789">
                  <c:v>16</c:v>
                </c:pt>
                <c:pt idx="6790">
                  <c:v>16</c:v>
                </c:pt>
                <c:pt idx="6791">
                  <c:v>16</c:v>
                </c:pt>
                <c:pt idx="6792">
                  <c:v>16</c:v>
                </c:pt>
                <c:pt idx="6793">
                  <c:v>16</c:v>
                </c:pt>
                <c:pt idx="6794">
                  <c:v>16</c:v>
                </c:pt>
                <c:pt idx="6795">
                  <c:v>16</c:v>
                </c:pt>
                <c:pt idx="6796">
                  <c:v>16</c:v>
                </c:pt>
                <c:pt idx="6797">
                  <c:v>16</c:v>
                </c:pt>
                <c:pt idx="6798">
                  <c:v>16</c:v>
                </c:pt>
                <c:pt idx="6799">
                  <c:v>16</c:v>
                </c:pt>
                <c:pt idx="6800">
                  <c:v>16</c:v>
                </c:pt>
                <c:pt idx="6801">
                  <c:v>16</c:v>
                </c:pt>
                <c:pt idx="6802">
                  <c:v>16</c:v>
                </c:pt>
                <c:pt idx="6803">
                  <c:v>16</c:v>
                </c:pt>
                <c:pt idx="6804">
                  <c:v>16</c:v>
                </c:pt>
                <c:pt idx="6805">
                  <c:v>16</c:v>
                </c:pt>
                <c:pt idx="6806">
                  <c:v>16</c:v>
                </c:pt>
                <c:pt idx="6807">
                  <c:v>16</c:v>
                </c:pt>
                <c:pt idx="6808">
                  <c:v>16</c:v>
                </c:pt>
                <c:pt idx="6809">
                  <c:v>16</c:v>
                </c:pt>
                <c:pt idx="6810">
                  <c:v>16</c:v>
                </c:pt>
                <c:pt idx="6811">
                  <c:v>16</c:v>
                </c:pt>
                <c:pt idx="6812">
                  <c:v>16</c:v>
                </c:pt>
                <c:pt idx="6813">
                  <c:v>16</c:v>
                </c:pt>
                <c:pt idx="6814">
                  <c:v>16</c:v>
                </c:pt>
                <c:pt idx="6815">
                  <c:v>16</c:v>
                </c:pt>
                <c:pt idx="6816">
                  <c:v>16</c:v>
                </c:pt>
                <c:pt idx="6817">
                  <c:v>16</c:v>
                </c:pt>
                <c:pt idx="6818">
                  <c:v>16</c:v>
                </c:pt>
                <c:pt idx="6819">
                  <c:v>16</c:v>
                </c:pt>
                <c:pt idx="6820">
                  <c:v>16</c:v>
                </c:pt>
                <c:pt idx="6821">
                  <c:v>16</c:v>
                </c:pt>
                <c:pt idx="6822">
                  <c:v>16</c:v>
                </c:pt>
                <c:pt idx="6823">
                  <c:v>16</c:v>
                </c:pt>
                <c:pt idx="6824">
                  <c:v>16</c:v>
                </c:pt>
                <c:pt idx="6825">
                  <c:v>16</c:v>
                </c:pt>
                <c:pt idx="6826">
                  <c:v>16</c:v>
                </c:pt>
                <c:pt idx="6827">
                  <c:v>16</c:v>
                </c:pt>
                <c:pt idx="6828">
                  <c:v>16</c:v>
                </c:pt>
                <c:pt idx="6829">
                  <c:v>16</c:v>
                </c:pt>
                <c:pt idx="6830">
                  <c:v>16</c:v>
                </c:pt>
                <c:pt idx="6831">
                  <c:v>16</c:v>
                </c:pt>
                <c:pt idx="6832">
                  <c:v>16</c:v>
                </c:pt>
                <c:pt idx="6833">
                  <c:v>16</c:v>
                </c:pt>
                <c:pt idx="6834">
                  <c:v>16</c:v>
                </c:pt>
                <c:pt idx="6835">
                  <c:v>16</c:v>
                </c:pt>
                <c:pt idx="6836">
                  <c:v>16</c:v>
                </c:pt>
                <c:pt idx="6837">
                  <c:v>16</c:v>
                </c:pt>
                <c:pt idx="6838">
                  <c:v>16</c:v>
                </c:pt>
                <c:pt idx="6839">
                  <c:v>16</c:v>
                </c:pt>
                <c:pt idx="6840">
                  <c:v>16</c:v>
                </c:pt>
                <c:pt idx="6841">
                  <c:v>16</c:v>
                </c:pt>
                <c:pt idx="6842">
                  <c:v>16</c:v>
                </c:pt>
                <c:pt idx="6843">
                  <c:v>16</c:v>
                </c:pt>
                <c:pt idx="6844">
                  <c:v>16</c:v>
                </c:pt>
                <c:pt idx="6845">
                  <c:v>16</c:v>
                </c:pt>
                <c:pt idx="6846">
                  <c:v>16</c:v>
                </c:pt>
                <c:pt idx="6847">
                  <c:v>16</c:v>
                </c:pt>
                <c:pt idx="6848">
                  <c:v>16</c:v>
                </c:pt>
                <c:pt idx="6849">
                  <c:v>16</c:v>
                </c:pt>
                <c:pt idx="6850">
                  <c:v>16</c:v>
                </c:pt>
                <c:pt idx="6851">
                  <c:v>16</c:v>
                </c:pt>
                <c:pt idx="6852">
                  <c:v>16</c:v>
                </c:pt>
                <c:pt idx="6853">
                  <c:v>16</c:v>
                </c:pt>
                <c:pt idx="6854">
                  <c:v>16</c:v>
                </c:pt>
                <c:pt idx="6855">
                  <c:v>16</c:v>
                </c:pt>
                <c:pt idx="6856">
                  <c:v>16</c:v>
                </c:pt>
                <c:pt idx="6857">
                  <c:v>16</c:v>
                </c:pt>
                <c:pt idx="6858">
                  <c:v>16</c:v>
                </c:pt>
                <c:pt idx="6859">
                  <c:v>16</c:v>
                </c:pt>
                <c:pt idx="6860">
                  <c:v>16</c:v>
                </c:pt>
                <c:pt idx="6861">
                  <c:v>16</c:v>
                </c:pt>
                <c:pt idx="6862">
                  <c:v>16</c:v>
                </c:pt>
                <c:pt idx="6863">
                  <c:v>16</c:v>
                </c:pt>
                <c:pt idx="6864">
                  <c:v>16</c:v>
                </c:pt>
                <c:pt idx="6865">
                  <c:v>16</c:v>
                </c:pt>
                <c:pt idx="6866">
                  <c:v>16</c:v>
                </c:pt>
                <c:pt idx="6867">
                  <c:v>16</c:v>
                </c:pt>
                <c:pt idx="6868">
                  <c:v>16</c:v>
                </c:pt>
                <c:pt idx="6869">
                  <c:v>16</c:v>
                </c:pt>
                <c:pt idx="6870">
                  <c:v>16</c:v>
                </c:pt>
                <c:pt idx="6871">
                  <c:v>16</c:v>
                </c:pt>
                <c:pt idx="6872">
                  <c:v>16</c:v>
                </c:pt>
                <c:pt idx="6873">
                  <c:v>16</c:v>
                </c:pt>
                <c:pt idx="6874">
                  <c:v>16</c:v>
                </c:pt>
                <c:pt idx="6875">
                  <c:v>16</c:v>
                </c:pt>
                <c:pt idx="6876">
                  <c:v>16</c:v>
                </c:pt>
                <c:pt idx="6877">
                  <c:v>16</c:v>
                </c:pt>
                <c:pt idx="6878">
                  <c:v>16</c:v>
                </c:pt>
                <c:pt idx="6879">
                  <c:v>16</c:v>
                </c:pt>
                <c:pt idx="6880">
                  <c:v>16</c:v>
                </c:pt>
                <c:pt idx="6881">
                  <c:v>16</c:v>
                </c:pt>
                <c:pt idx="6882">
                  <c:v>16</c:v>
                </c:pt>
                <c:pt idx="6883">
                  <c:v>16</c:v>
                </c:pt>
                <c:pt idx="6884">
                  <c:v>16</c:v>
                </c:pt>
                <c:pt idx="6885">
                  <c:v>16</c:v>
                </c:pt>
                <c:pt idx="6886">
                  <c:v>16</c:v>
                </c:pt>
                <c:pt idx="6887">
                  <c:v>16</c:v>
                </c:pt>
                <c:pt idx="6888">
                  <c:v>16</c:v>
                </c:pt>
                <c:pt idx="6889">
                  <c:v>16</c:v>
                </c:pt>
                <c:pt idx="6890">
                  <c:v>16</c:v>
                </c:pt>
                <c:pt idx="6891">
                  <c:v>16</c:v>
                </c:pt>
                <c:pt idx="6892">
                  <c:v>16</c:v>
                </c:pt>
                <c:pt idx="6893">
                  <c:v>16</c:v>
                </c:pt>
                <c:pt idx="6894">
                  <c:v>16</c:v>
                </c:pt>
                <c:pt idx="6895">
                  <c:v>16</c:v>
                </c:pt>
                <c:pt idx="6896">
                  <c:v>16</c:v>
                </c:pt>
                <c:pt idx="6897">
                  <c:v>16</c:v>
                </c:pt>
                <c:pt idx="6898">
                  <c:v>16</c:v>
                </c:pt>
                <c:pt idx="6899">
                  <c:v>16</c:v>
                </c:pt>
                <c:pt idx="6900">
                  <c:v>16</c:v>
                </c:pt>
                <c:pt idx="6901">
                  <c:v>16</c:v>
                </c:pt>
                <c:pt idx="6902">
                  <c:v>16</c:v>
                </c:pt>
                <c:pt idx="6903">
                  <c:v>16</c:v>
                </c:pt>
                <c:pt idx="6904">
                  <c:v>16</c:v>
                </c:pt>
                <c:pt idx="6905">
                  <c:v>16</c:v>
                </c:pt>
                <c:pt idx="6906">
                  <c:v>16</c:v>
                </c:pt>
                <c:pt idx="6907">
                  <c:v>16</c:v>
                </c:pt>
                <c:pt idx="6908">
                  <c:v>16</c:v>
                </c:pt>
                <c:pt idx="6909">
                  <c:v>16</c:v>
                </c:pt>
                <c:pt idx="6910">
                  <c:v>16</c:v>
                </c:pt>
                <c:pt idx="6911">
                  <c:v>16</c:v>
                </c:pt>
                <c:pt idx="6912">
                  <c:v>16</c:v>
                </c:pt>
                <c:pt idx="6913">
                  <c:v>16</c:v>
                </c:pt>
                <c:pt idx="6914">
                  <c:v>16</c:v>
                </c:pt>
                <c:pt idx="6915">
                  <c:v>16</c:v>
                </c:pt>
                <c:pt idx="6916">
                  <c:v>16</c:v>
                </c:pt>
                <c:pt idx="6917">
                  <c:v>16</c:v>
                </c:pt>
                <c:pt idx="6918">
                  <c:v>16</c:v>
                </c:pt>
                <c:pt idx="6919">
                  <c:v>16</c:v>
                </c:pt>
                <c:pt idx="6920">
                  <c:v>16</c:v>
                </c:pt>
                <c:pt idx="6921">
                  <c:v>16</c:v>
                </c:pt>
                <c:pt idx="6922">
                  <c:v>16</c:v>
                </c:pt>
                <c:pt idx="6923">
                  <c:v>16</c:v>
                </c:pt>
                <c:pt idx="6924">
                  <c:v>16</c:v>
                </c:pt>
                <c:pt idx="6925">
                  <c:v>16</c:v>
                </c:pt>
                <c:pt idx="6926">
                  <c:v>16</c:v>
                </c:pt>
                <c:pt idx="6927">
                  <c:v>16</c:v>
                </c:pt>
                <c:pt idx="6928">
                  <c:v>16</c:v>
                </c:pt>
                <c:pt idx="6929">
                  <c:v>16</c:v>
                </c:pt>
                <c:pt idx="6930">
                  <c:v>16</c:v>
                </c:pt>
                <c:pt idx="6931">
                  <c:v>16</c:v>
                </c:pt>
                <c:pt idx="6932">
                  <c:v>16</c:v>
                </c:pt>
                <c:pt idx="6933">
                  <c:v>16</c:v>
                </c:pt>
                <c:pt idx="6934">
                  <c:v>16</c:v>
                </c:pt>
                <c:pt idx="6935">
                  <c:v>16</c:v>
                </c:pt>
                <c:pt idx="6936">
                  <c:v>16</c:v>
                </c:pt>
                <c:pt idx="6937">
                  <c:v>16</c:v>
                </c:pt>
                <c:pt idx="6938">
                  <c:v>16</c:v>
                </c:pt>
                <c:pt idx="6939">
                  <c:v>16</c:v>
                </c:pt>
                <c:pt idx="6940">
                  <c:v>16</c:v>
                </c:pt>
                <c:pt idx="6941">
                  <c:v>16</c:v>
                </c:pt>
                <c:pt idx="6942">
                  <c:v>16</c:v>
                </c:pt>
                <c:pt idx="6943">
                  <c:v>16</c:v>
                </c:pt>
                <c:pt idx="6944">
                  <c:v>16</c:v>
                </c:pt>
                <c:pt idx="6945">
                  <c:v>16</c:v>
                </c:pt>
                <c:pt idx="6946">
                  <c:v>16</c:v>
                </c:pt>
                <c:pt idx="6947">
                  <c:v>16</c:v>
                </c:pt>
                <c:pt idx="6948">
                  <c:v>16</c:v>
                </c:pt>
                <c:pt idx="6949">
                  <c:v>16</c:v>
                </c:pt>
                <c:pt idx="6950">
                  <c:v>16</c:v>
                </c:pt>
                <c:pt idx="6951">
                  <c:v>16</c:v>
                </c:pt>
                <c:pt idx="6952">
                  <c:v>16</c:v>
                </c:pt>
                <c:pt idx="6953">
                  <c:v>16</c:v>
                </c:pt>
                <c:pt idx="6954">
                  <c:v>16</c:v>
                </c:pt>
                <c:pt idx="6955">
                  <c:v>16</c:v>
                </c:pt>
                <c:pt idx="6956">
                  <c:v>16</c:v>
                </c:pt>
                <c:pt idx="6957">
                  <c:v>16</c:v>
                </c:pt>
                <c:pt idx="6958">
                  <c:v>16</c:v>
                </c:pt>
                <c:pt idx="6959">
                  <c:v>16</c:v>
                </c:pt>
                <c:pt idx="6960">
                  <c:v>16</c:v>
                </c:pt>
                <c:pt idx="6961">
                  <c:v>16</c:v>
                </c:pt>
                <c:pt idx="6962">
                  <c:v>16</c:v>
                </c:pt>
                <c:pt idx="6963">
                  <c:v>16</c:v>
                </c:pt>
                <c:pt idx="6964">
                  <c:v>16</c:v>
                </c:pt>
                <c:pt idx="6965">
                  <c:v>16</c:v>
                </c:pt>
                <c:pt idx="6966">
                  <c:v>16</c:v>
                </c:pt>
                <c:pt idx="6967">
                  <c:v>16</c:v>
                </c:pt>
                <c:pt idx="6968">
                  <c:v>16</c:v>
                </c:pt>
                <c:pt idx="6969">
                  <c:v>16</c:v>
                </c:pt>
                <c:pt idx="6970">
                  <c:v>16</c:v>
                </c:pt>
                <c:pt idx="6971">
                  <c:v>16</c:v>
                </c:pt>
                <c:pt idx="6972">
                  <c:v>16</c:v>
                </c:pt>
                <c:pt idx="6973">
                  <c:v>16</c:v>
                </c:pt>
                <c:pt idx="6974">
                  <c:v>16</c:v>
                </c:pt>
                <c:pt idx="6975">
                  <c:v>16</c:v>
                </c:pt>
                <c:pt idx="6976">
                  <c:v>16</c:v>
                </c:pt>
                <c:pt idx="6977">
                  <c:v>16</c:v>
                </c:pt>
                <c:pt idx="6978">
                  <c:v>16</c:v>
                </c:pt>
                <c:pt idx="6979">
                  <c:v>16</c:v>
                </c:pt>
                <c:pt idx="6980">
                  <c:v>16</c:v>
                </c:pt>
                <c:pt idx="6981">
                  <c:v>16</c:v>
                </c:pt>
                <c:pt idx="6982">
                  <c:v>16</c:v>
                </c:pt>
                <c:pt idx="6983">
                  <c:v>16</c:v>
                </c:pt>
                <c:pt idx="6984">
                  <c:v>16</c:v>
                </c:pt>
                <c:pt idx="6985">
                  <c:v>16</c:v>
                </c:pt>
                <c:pt idx="6986">
                  <c:v>16</c:v>
                </c:pt>
                <c:pt idx="6987">
                  <c:v>16</c:v>
                </c:pt>
                <c:pt idx="6988">
                  <c:v>16</c:v>
                </c:pt>
                <c:pt idx="6989">
                  <c:v>16</c:v>
                </c:pt>
                <c:pt idx="6990">
                  <c:v>16</c:v>
                </c:pt>
                <c:pt idx="6991">
                  <c:v>16</c:v>
                </c:pt>
                <c:pt idx="6992">
                  <c:v>16</c:v>
                </c:pt>
                <c:pt idx="6993">
                  <c:v>16</c:v>
                </c:pt>
                <c:pt idx="6994">
                  <c:v>16</c:v>
                </c:pt>
                <c:pt idx="6995">
                  <c:v>16</c:v>
                </c:pt>
                <c:pt idx="6996">
                  <c:v>16</c:v>
                </c:pt>
                <c:pt idx="6997">
                  <c:v>16</c:v>
                </c:pt>
                <c:pt idx="6998">
                  <c:v>16</c:v>
                </c:pt>
                <c:pt idx="6999">
                  <c:v>16</c:v>
                </c:pt>
                <c:pt idx="7000">
                  <c:v>16</c:v>
                </c:pt>
                <c:pt idx="7001">
                  <c:v>16</c:v>
                </c:pt>
                <c:pt idx="7002">
                  <c:v>16</c:v>
                </c:pt>
                <c:pt idx="7003">
                  <c:v>16</c:v>
                </c:pt>
                <c:pt idx="7004">
                  <c:v>16</c:v>
                </c:pt>
                <c:pt idx="7005">
                  <c:v>16</c:v>
                </c:pt>
                <c:pt idx="7006">
                  <c:v>16</c:v>
                </c:pt>
                <c:pt idx="7007">
                  <c:v>16</c:v>
                </c:pt>
                <c:pt idx="7008">
                  <c:v>16</c:v>
                </c:pt>
                <c:pt idx="7009">
                  <c:v>16</c:v>
                </c:pt>
                <c:pt idx="7010">
                  <c:v>16</c:v>
                </c:pt>
                <c:pt idx="7011">
                  <c:v>16</c:v>
                </c:pt>
                <c:pt idx="7012">
                  <c:v>16</c:v>
                </c:pt>
                <c:pt idx="7013">
                  <c:v>16</c:v>
                </c:pt>
                <c:pt idx="7014">
                  <c:v>16</c:v>
                </c:pt>
                <c:pt idx="7015">
                  <c:v>16</c:v>
                </c:pt>
                <c:pt idx="7016">
                  <c:v>16</c:v>
                </c:pt>
                <c:pt idx="7017">
                  <c:v>16</c:v>
                </c:pt>
                <c:pt idx="7018">
                  <c:v>16</c:v>
                </c:pt>
                <c:pt idx="7019">
                  <c:v>16</c:v>
                </c:pt>
                <c:pt idx="7020">
                  <c:v>16</c:v>
                </c:pt>
                <c:pt idx="7021">
                  <c:v>16</c:v>
                </c:pt>
                <c:pt idx="7022">
                  <c:v>16</c:v>
                </c:pt>
                <c:pt idx="7023">
                  <c:v>16</c:v>
                </c:pt>
                <c:pt idx="7024">
                  <c:v>16</c:v>
                </c:pt>
                <c:pt idx="7025">
                  <c:v>16</c:v>
                </c:pt>
                <c:pt idx="7026">
                  <c:v>16</c:v>
                </c:pt>
                <c:pt idx="7027">
                  <c:v>16</c:v>
                </c:pt>
                <c:pt idx="7028">
                  <c:v>16</c:v>
                </c:pt>
                <c:pt idx="7029">
                  <c:v>16</c:v>
                </c:pt>
                <c:pt idx="7030">
                  <c:v>16</c:v>
                </c:pt>
                <c:pt idx="7031">
                  <c:v>16</c:v>
                </c:pt>
                <c:pt idx="7032">
                  <c:v>16</c:v>
                </c:pt>
                <c:pt idx="7033">
                  <c:v>16</c:v>
                </c:pt>
                <c:pt idx="7034">
                  <c:v>16</c:v>
                </c:pt>
                <c:pt idx="7035">
                  <c:v>16</c:v>
                </c:pt>
                <c:pt idx="7036">
                  <c:v>16</c:v>
                </c:pt>
                <c:pt idx="7037">
                  <c:v>16</c:v>
                </c:pt>
                <c:pt idx="7038">
                  <c:v>16</c:v>
                </c:pt>
                <c:pt idx="7039">
                  <c:v>16</c:v>
                </c:pt>
                <c:pt idx="7040">
                  <c:v>16</c:v>
                </c:pt>
                <c:pt idx="7041">
                  <c:v>16</c:v>
                </c:pt>
                <c:pt idx="7042">
                  <c:v>16</c:v>
                </c:pt>
                <c:pt idx="7043">
                  <c:v>16</c:v>
                </c:pt>
                <c:pt idx="7044">
                  <c:v>16</c:v>
                </c:pt>
                <c:pt idx="7045">
                  <c:v>16</c:v>
                </c:pt>
                <c:pt idx="7046">
                  <c:v>16</c:v>
                </c:pt>
                <c:pt idx="7047">
                  <c:v>16</c:v>
                </c:pt>
                <c:pt idx="7048">
                  <c:v>16</c:v>
                </c:pt>
                <c:pt idx="7049">
                  <c:v>16</c:v>
                </c:pt>
                <c:pt idx="7050">
                  <c:v>16</c:v>
                </c:pt>
                <c:pt idx="7051">
                  <c:v>16</c:v>
                </c:pt>
                <c:pt idx="7052">
                  <c:v>16</c:v>
                </c:pt>
                <c:pt idx="7053">
                  <c:v>16</c:v>
                </c:pt>
                <c:pt idx="7054">
                  <c:v>16</c:v>
                </c:pt>
                <c:pt idx="7055">
                  <c:v>16</c:v>
                </c:pt>
                <c:pt idx="7056">
                  <c:v>16</c:v>
                </c:pt>
                <c:pt idx="7057">
                  <c:v>16</c:v>
                </c:pt>
                <c:pt idx="7058">
                  <c:v>16</c:v>
                </c:pt>
                <c:pt idx="7059">
                  <c:v>16</c:v>
                </c:pt>
                <c:pt idx="7060">
                  <c:v>16</c:v>
                </c:pt>
                <c:pt idx="7061">
                  <c:v>16</c:v>
                </c:pt>
                <c:pt idx="7062">
                  <c:v>16</c:v>
                </c:pt>
                <c:pt idx="7063">
                  <c:v>16</c:v>
                </c:pt>
                <c:pt idx="7064">
                  <c:v>16</c:v>
                </c:pt>
                <c:pt idx="7065">
                  <c:v>16</c:v>
                </c:pt>
                <c:pt idx="7066">
                  <c:v>16</c:v>
                </c:pt>
                <c:pt idx="7067">
                  <c:v>16</c:v>
                </c:pt>
                <c:pt idx="7068">
                  <c:v>16</c:v>
                </c:pt>
                <c:pt idx="7069">
                  <c:v>16</c:v>
                </c:pt>
                <c:pt idx="7070">
                  <c:v>16</c:v>
                </c:pt>
                <c:pt idx="7071">
                  <c:v>16</c:v>
                </c:pt>
                <c:pt idx="7072">
                  <c:v>16</c:v>
                </c:pt>
                <c:pt idx="7073">
                  <c:v>16</c:v>
                </c:pt>
                <c:pt idx="7074">
                  <c:v>16</c:v>
                </c:pt>
                <c:pt idx="7075">
                  <c:v>16</c:v>
                </c:pt>
                <c:pt idx="7076">
                  <c:v>16</c:v>
                </c:pt>
                <c:pt idx="7077">
                  <c:v>16</c:v>
                </c:pt>
                <c:pt idx="7078">
                  <c:v>16</c:v>
                </c:pt>
                <c:pt idx="7079">
                  <c:v>16</c:v>
                </c:pt>
                <c:pt idx="7080">
                  <c:v>16</c:v>
                </c:pt>
                <c:pt idx="7081">
                  <c:v>16</c:v>
                </c:pt>
                <c:pt idx="7082">
                  <c:v>16</c:v>
                </c:pt>
                <c:pt idx="7083">
                  <c:v>16</c:v>
                </c:pt>
                <c:pt idx="7084">
                  <c:v>16</c:v>
                </c:pt>
                <c:pt idx="7085">
                  <c:v>16</c:v>
                </c:pt>
                <c:pt idx="7086">
                  <c:v>16</c:v>
                </c:pt>
                <c:pt idx="7087">
                  <c:v>16</c:v>
                </c:pt>
                <c:pt idx="7088">
                  <c:v>16</c:v>
                </c:pt>
                <c:pt idx="7089">
                  <c:v>16</c:v>
                </c:pt>
                <c:pt idx="7090">
                  <c:v>16</c:v>
                </c:pt>
                <c:pt idx="7091">
                  <c:v>16</c:v>
                </c:pt>
                <c:pt idx="7092">
                  <c:v>16</c:v>
                </c:pt>
                <c:pt idx="7093">
                  <c:v>16</c:v>
                </c:pt>
                <c:pt idx="7094">
                  <c:v>16</c:v>
                </c:pt>
                <c:pt idx="7095">
                  <c:v>16</c:v>
                </c:pt>
                <c:pt idx="7096">
                  <c:v>16</c:v>
                </c:pt>
                <c:pt idx="7097">
                  <c:v>16</c:v>
                </c:pt>
                <c:pt idx="7098">
                  <c:v>16</c:v>
                </c:pt>
                <c:pt idx="7099">
                  <c:v>16</c:v>
                </c:pt>
                <c:pt idx="7100">
                  <c:v>16</c:v>
                </c:pt>
                <c:pt idx="7101">
                  <c:v>16</c:v>
                </c:pt>
                <c:pt idx="7102">
                  <c:v>16</c:v>
                </c:pt>
                <c:pt idx="7103">
                  <c:v>16</c:v>
                </c:pt>
                <c:pt idx="7104">
                  <c:v>16</c:v>
                </c:pt>
                <c:pt idx="7105">
                  <c:v>16</c:v>
                </c:pt>
                <c:pt idx="7106">
                  <c:v>16</c:v>
                </c:pt>
                <c:pt idx="7107">
                  <c:v>16</c:v>
                </c:pt>
                <c:pt idx="7108">
                  <c:v>16</c:v>
                </c:pt>
                <c:pt idx="7109">
                  <c:v>16</c:v>
                </c:pt>
                <c:pt idx="7110">
                  <c:v>16</c:v>
                </c:pt>
                <c:pt idx="7111">
                  <c:v>16</c:v>
                </c:pt>
                <c:pt idx="7112">
                  <c:v>16</c:v>
                </c:pt>
                <c:pt idx="7113">
                  <c:v>16</c:v>
                </c:pt>
                <c:pt idx="7114">
                  <c:v>16</c:v>
                </c:pt>
                <c:pt idx="7115">
                  <c:v>16</c:v>
                </c:pt>
                <c:pt idx="7116">
                  <c:v>16</c:v>
                </c:pt>
                <c:pt idx="7117">
                  <c:v>16</c:v>
                </c:pt>
                <c:pt idx="7118">
                  <c:v>16</c:v>
                </c:pt>
                <c:pt idx="7119">
                  <c:v>16</c:v>
                </c:pt>
                <c:pt idx="7120">
                  <c:v>16</c:v>
                </c:pt>
                <c:pt idx="7121">
                  <c:v>16</c:v>
                </c:pt>
                <c:pt idx="7122">
                  <c:v>16</c:v>
                </c:pt>
                <c:pt idx="7123">
                  <c:v>16</c:v>
                </c:pt>
                <c:pt idx="7124">
                  <c:v>16</c:v>
                </c:pt>
                <c:pt idx="7125">
                  <c:v>16</c:v>
                </c:pt>
                <c:pt idx="7126">
                  <c:v>16</c:v>
                </c:pt>
                <c:pt idx="7127">
                  <c:v>16</c:v>
                </c:pt>
                <c:pt idx="7128">
                  <c:v>16</c:v>
                </c:pt>
                <c:pt idx="7129">
                  <c:v>16</c:v>
                </c:pt>
                <c:pt idx="7130">
                  <c:v>16</c:v>
                </c:pt>
                <c:pt idx="7131">
                  <c:v>16</c:v>
                </c:pt>
                <c:pt idx="7132">
                  <c:v>16</c:v>
                </c:pt>
                <c:pt idx="7133">
                  <c:v>16</c:v>
                </c:pt>
                <c:pt idx="7134">
                  <c:v>16</c:v>
                </c:pt>
                <c:pt idx="7135">
                  <c:v>16</c:v>
                </c:pt>
                <c:pt idx="7136">
                  <c:v>16</c:v>
                </c:pt>
                <c:pt idx="7137">
                  <c:v>16</c:v>
                </c:pt>
                <c:pt idx="7138">
                  <c:v>16</c:v>
                </c:pt>
                <c:pt idx="7139">
                  <c:v>16</c:v>
                </c:pt>
                <c:pt idx="7140">
                  <c:v>16</c:v>
                </c:pt>
                <c:pt idx="7141">
                  <c:v>16</c:v>
                </c:pt>
                <c:pt idx="7142">
                  <c:v>16</c:v>
                </c:pt>
                <c:pt idx="7143">
                  <c:v>16</c:v>
                </c:pt>
                <c:pt idx="7144">
                  <c:v>16</c:v>
                </c:pt>
                <c:pt idx="7145">
                  <c:v>16</c:v>
                </c:pt>
                <c:pt idx="7146">
                  <c:v>16</c:v>
                </c:pt>
                <c:pt idx="7147">
                  <c:v>16</c:v>
                </c:pt>
                <c:pt idx="7148">
                  <c:v>16</c:v>
                </c:pt>
                <c:pt idx="7149">
                  <c:v>16</c:v>
                </c:pt>
                <c:pt idx="7150">
                  <c:v>16</c:v>
                </c:pt>
                <c:pt idx="7151">
                  <c:v>16</c:v>
                </c:pt>
                <c:pt idx="7152">
                  <c:v>16</c:v>
                </c:pt>
                <c:pt idx="7153">
                  <c:v>16</c:v>
                </c:pt>
                <c:pt idx="7154">
                  <c:v>16</c:v>
                </c:pt>
                <c:pt idx="7155">
                  <c:v>16</c:v>
                </c:pt>
                <c:pt idx="7156">
                  <c:v>16</c:v>
                </c:pt>
                <c:pt idx="7157">
                  <c:v>16</c:v>
                </c:pt>
                <c:pt idx="7158">
                  <c:v>16</c:v>
                </c:pt>
                <c:pt idx="7159">
                  <c:v>16</c:v>
                </c:pt>
                <c:pt idx="7160">
                  <c:v>16</c:v>
                </c:pt>
                <c:pt idx="7161">
                  <c:v>16</c:v>
                </c:pt>
                <c:pt idx="7162">
                  <c:v>16</c:v>
                </c:pt>
                <c:pt idx="7163">
                  <c:v>16</c:v>
                </c:pt>
                <c:pt idx="7164">
                  <c:v>16</c:v>
                </c:pt>
                <c:pt idx="7165">
                  <c:v>16</c:v>
                </c:pt>
                <c:pt idx="7166">
                  <c:v>16</c:v>
                </c:pt>
                <c:pt idx="7167">
                  <c:v>16</c:v>
                </c:pt>
                <c:pt idx="7168">
                  <c:v>16</c:v>
                </c:pt>
                <c:pt idx="7169">
                  <c:v>16</c:v>
                </c:pt>
                <c:pt idx="7170">
                  <c:v>16</c:v>
                </c:pt>
                <c:pt idx="7171">
                  <c:v>16</c:v>
                </c:pt>
                <c:pt idx="7172">
                  <c:v>16</c:v>
                </c:pt>
                <c:pt idx="7173">
                  <c:v>16</c:v>
                </c:pt>
                <c:pt idx="7174">
                  <c:v>16</c:v>
                </c:pt>
                <c:pt idx="7175">
                  <c:v>16</c:v>
                </c:pt>
                <c:pt idx="7176">
                  <c:v>16</c:v>
                </c:pt>
                <c:pt idx="7177">
                  <c:v>16</c:v>
                </c:pt>
                <c:pt idx="7178">
                  <c:v>16</c:v>
                </c:pt>
                <c:pt idx="7179">
                  <c:v>16</c:v>
                </c:pt>
                <c:pt idx="7180">
                  <c:v>16</c:v>
                </c:pt>
                <c:pt idx="7181">
                  <c:v>16</c:v>
                </c:pt>
                <c:pt idx="7182">
                  <c:v>16</c:v>
                </c:pt>
                <c:pt idx="7183">
                  <c:v>16</c:v>
                </c:pt>
                <c:pt idx="7184">
                  <c:v>16</c:v>
                </c:pt>
                <c:pt idx="7185">
                  <c:v>16</c:v>
                </c:pt>
                <c:pt idx="7186">
                  <c:v>16</c:v>
                </c:pt>
                <c:pt idx="7187">
                  <c:v>16</c:v>
                </c:pt>
                <c:pt idx="7188">
                  <c:v>16</c:v>
                </c:pt>
                <c:pt idx="7189">
                  <c:v>16</c:v>
                </c:pt>
                <c:pt idx="7190">
                  <c:v>16</c:v>
                </c:pt>
                <c:pt idx="7191">
                  <c:v>16</c:v>
                </c:pt>
                <c:pt idx="7192">
                  <c:v>16</c:v>
                </c:pt>
                <c:pt idx="7193">
                  <c:v>16</c:v>
                </c:pt>
                <c:pt idx="7194">
                  <c:v>16</c:v>
                </c:pt>
                <c:pt idx="7195">
                  <c:v>16</c:v>
                </c:pt>
                <c:pt idx="7196">
                  <c:v>16</c:v>
                </c:pt>
                <c:pt idx="7197">
                  <c:v>16</c:v>
                </c:pt>
                <c:pt idx="7198">
                  <c:v>16</c:v>
                </c:pt>
                <c:pt idx="7199">
                  <c:v>16</c:v>
                </c:pt>
                <c:pt idx="7200">
                  <c:v>16</c:v>
                </c:pt>
                <c:pt idx="7201">
                  <c:v>16</c:v>
                </c:pt>
                <c:pt idx="7202">
                  <c:v>16</c:v>
                </c:pt>
                <c:pt idx="7203">
                  <c:v>16</c:v>
                </c:pt>
                <c:pt idx="7204">
                  <c:v>16</c:v>
                </c:pt>
                <c:pt idx="7205">
                  <c:v>16</c:v>
                </c:pt>
                <c:pt idx="7206">
                  <c:v>16</c:v>
                </c:pt>
                <c:pt idx="7207">
                  <c:v>16</c:v>
                </c:pt>
                <c:pt idx="7208">
                  <c:v>16</c:v>
                </c:pt>
                <c:pt idx="7209">
                  <c:v>16</c:v>
                </c:pt>
                <c:pt idx="7210">
                  <c:v>16</c:v>
                </c:pt>
                <c:pt idx="7211">
                  <c:v>16</c:v>
                </c:pt>
                <c:pt idx="7212">
                  <c:v>16</c:v>
                </c:pt>
                <c:pt idx="7213">
                  <c:v>16</c:v>
                </c:pt>
                <c:pt idx="7214">
                  <c:v>16</c:v>
                </c:pt>
                <c:pt idx="7215">
                  <c:v>16</c:v>
                </c:pt>
                <c:pt idx="7216">
                  <c:v>16</c:v>
                </c:pt>
                <c:pt idx="7217">
                  <c:v>16</c:v>
                </c:pt>
                <c:pt idx="7218">
                  <c:v>16</c:v>
                </c:pt>
                <c:pt idx="7219">
                  <c:v>16</c:v>
                </c:pt>
                <c:pt idx="7220">
                  <c:v>16</c:v>
                </c:pt>
                <c:pt idx="7221">
                  <c:v>16</c:v>
                </c:pt>
                <c:pt idx="7222">
                  <c:v>16</c:v>
                </c:pt>
                <c:pt idx="7223">
                  <c:v>16</c:v>
                </c:pt>
                <c:pt idx="7224">
                  <c:v>16</c:v>
                </c:pt>
                <c:pt idx="7225">
                  <c:v>16</c:v>
                </c:pt>
                <c:pt idx="7226">
                  <c:v>16</c:v>
                </c:pt>
                <c:pt idx="7227">
                  <c:v>16</c:v>
                </c:pt>
                <c:pt idx="7228">
                  <c:v>16</c:v>
                </c:pt>
                <c:pt idx="7229">
                  <c:v>16</c:v>
                </c:pt>
                <c:pt idx="7230">
                  <c:v>16</c:v>
                </c:pt>
                <c:pt idx="7231">
                  <c:v>16</c:v>
                </c:pt>
                <c:pt idx="7232">
                  <c:v>16</c:v>
                </c:pt>
                <c:pt idx="7233">
                  <c:v>16</c:v>
                </c:pt>
                <c:pt idx="7234">
                  <c:v>16</c:v>
                </c:pt>
                <c:pt idx="7235">
                  <c:v>16</c:v>
                </c:pt>
                <c:pt idx="7236">
                  <c:v>16</c:v>
                </c:pt>
                <c:pt idx="7237">
                  <c:v>16</c:v>
                </c:pt>
                <c:pt idx="7238">
                  <c:v>16</c:v>
                </c:pt>
                <c:pt idx="7239">
                  <c:v>16</c:v>
                </c:pt>
                <c:pt idx="7240">
                  <c:v>16</c:v>
                </c:pt>
                <c:pt idx="7241">
                  <c:v>16</c:v>
                </c:pt>
                <c:pt idx="7242">
                  <c:v>16</c:v>
                </c:pt>
                <c:pt idx="7243">
                  <c:v>16</c:v>
                </c:pt>
                <c:pt idx="7244">
                  <c:v>16</c:v>
                </c:pt>
                <c:pt idx="7245">
                  <c:v>16</c:v>
                </c:pt>
                <c:pt idx="7246">
                  <c:v>16</c:v>
                </c:pt>
                <c:pt idx="7247">
                  <c:v>16</c:v>
                </c:pt>
                <c:pt idx="7248">
                  <c:v>16</c:v>
                </c:pt>
                <c:pt idx="7249">
                  <c:v>16</c:v>
                </c:pt>
                <c:pt idx="7250">
                  <c:v>16</c:v>
                </c:pt>
                <c:pt idx="7251">
                  <c:v>16</c:v>
                </c:pt>
                <c:pt idx="7252">
                  <c:v>16</c:v>
                </c:pt>
                <c:pt idx="7253">
                  <c:v>16</c:v>
                </c:pt>
                <c:pt idx="7254">
                  <c:v>16</c:v>
                </c:pt>
                <c:pt idx="7255">
                  <c:v>16</c:v>
                </c:pt>
                <c:pt idx="7256">
                  <c:v>16</c:v>
                </c:pt>
                <c:pt idx="7257">
                  <c:v>16</c:v>
                </c:pt>
                <c:pt idx="7258">
                  <c:v>16</c:v>
                </c:pt>
                <c:pt idx="7259">
                  <c:v>16</c:v>
                </c:pt>
                <c:pt idx="7260">
                  <c:v>16</c:v>
                </c:pt>
                <c:pt idx="7261">
                  <c:v>16</c:v>
                </c:pt>
                <c:pt idx="7262">
                  <c:v>16</c:v>
                </c:pt>
                <c:pt idx="7263">
                  <c:v>16</c:v>
                </c:pt>
                <c:pt idx="7264">
                  <c:v>16</c:v>
                </c:pt>
                <c:pt idx="7265">
                  <c:v>16</c:v>
                </c:pt>
                <c:pt idx="7266">
                  <c:v>16</c:v>
                </c:pt>
                <c:pt idx="7267">
                  <c:v>16</c:v>
                </c:pt>
                <c:pt idx="7268">
                  <c:v>16</c:v>
                </c:pt>
                <c:pt idx="7269">
                  <c:v>16</c:v>
                </c:pt>
                <c:pt idx="7270">
                  <c:v>16</c:v>
                </c:pt>
                <c:pt idx="7271">
                  <c:v>16</c:v>
                </c:pt>
                <c:pt idx="7272">
                  <c:v>16</c:v>
                </c:pt>
                <c:pt idx="7273">
                  <c:v>16</c:v>
                </c:pt>
                <c:pt idx="7274">
                  <c:v>16</c:v>
                </c:pt>
                <c:pt idx="7275">
                  <c:v>16</c:v>
                </c:pt>
                <c:pt idx="7276">
                  <c:v>16</c:v>
                </c:pt>
                <c:pt idx="7277">
                  <c:v>16</c:v>
                </c:pt>
                <c:pt idx="7278">
                  <c:v>16</c:v>
                </c:pt>
                <c:pt idx="7279">
                  <c:v>16</c:v>
                </c:pt>
                <c:pt idx="7280">
                  <c:v>16</c:v>
                </c:pt>
                <c:pt idx="7281">
                  <c:v>16</c:v>
                </c:pt>
                <c:pt idx="7282">
                  <c:v>16</c:v>
                </c:pt>
                <c:pt idx="7283">
                  <c:v>16</c:v>
                </c:pt>
                <c:pt idx="7284">
                  <c:v>16</c:v>
                </c:pt>
                <c:pt idx="7285">
                  <c:v>16</c:v>
                </c:pt>
                <c:pt idx="7286">
                  <c:v>16</c:v>
                </c:pt>
                <c:pt idx="7287">
                  <c:v>16</c:v>
                </c:pt>
                <c:pt idx="7288">
                  <c:v>16</c:v>
                </c:pt>
                <c:pt idx="7289">
                  <c:v>16</c:v>
                </c:pt>
                <c:pt idx="7290">
                  <c:v>16</c:v>
                </c:pt>
                <c:pt idx="7291">
                  <c:v>16</c:v>
                </c:pt>
                <c:pt idx="7292">
                  <c:v>16</c:v>
                </c:pt>
                <c:pt idx="7293">
                  <c:v>16</c:v>
                </c:pt>
                <c:pt idx="7294">
                  <c:v>16</c:v>
                </c:pt>
                <c:pt idx="7295">
                  <c:v>16</c:v>
                </c:pt>
                <c:pt idx="7296">
                  <c:v>16</c:v>
                </c:pt>
                <c:pt idx="7297">
                  <c:v>16</c:v>
                </c:pt>
                <c:pt idx="7298">
                  <c:v>16</c:v>
                </c:pt>
                <c:pt idx="7299">
                  <c:v>16</c:v>
                </c:pt>
                <c:pt idx="7300">
                  <c:v>16</c:v>
                </c:pt>
                <c:pt idx="7301">
                  <c:v>16</c:v>
                </c:pt>
                <c:pt idx="7302">
                  <c:v>16</c:v>
                </c:pt>
                <c:pt idx="7303">
                  <c:v>16</c:v>
                </c:pt>
                <c:pt idx="7304">
                  <c:v>16</c:v>
                </c:pt>
                <c:pt idx="7305">
                  <c:v>16</c:v>
                </c:pt>
                <c:pt idx="7306">
                  <c:v>16</c:v>
                </c:pt>
                <c:pt idx="7307">
                  <c:v>16</c:v>
                </c:pt>
                <c:pt idx="7308">
                  <c:v>16</c:v>
                </c:pt>
                <c:pt idx="7309">
                  <c:v>16</c:v>
                </c:pt>
                <c:pt idx="7310">
                  <c:v>16</c:v>
                </c:pt>
                <c:pt idx="7311">
                  <c:v>16</c:v>
                </c:pt>
                <c:pt idx="7312">
                  <c:v>16</c:v>
                </c:pt>
                <c:pt idx="7313">
                  <c:v>16</c:v>
                </c:pt>
                <c:pt idx="7314">
                  <c:v>16</c:v>
                </c:pt>
                <c:pt idx="7315">
                  <c:v>16</c:v>
                </c:pt>
                <c:pt idx="7316">
                  <c:v>16</c:v>
                </c:pt>
                <c:pt idx="7317">
                  <c:v>16</c:v>
                </c:pt>
                <c:pt idx="7318">
                  <c:v>16</c:v>
                </c:pt>
                <c:pt idx="7319">
                  <c:v>16</c:v>
                </c:pt>
                <c:pt idx="7320">
                  <c:v>16</c:v>
                </c:pt>
                <c:pt idx="7321">
                  <c:v>16</c:v>
                </c:pt>
                <c:pt idx="7322">
                  <c:v>16</c:v>
                </c:pt>
                <c:pt idx="7323">
                  <c:v>16</c:v>
                </c:pt>
                <c:pt idx="7324">
                  <c:v>16</c:v>
                </c:pt>
                <c:pt idx="7325">
                  <c:v>16</c:v>
                </c:pt>
                <c:pt idx="7326">
                  <c:v>16</c:v>
                </c:pt>
                <c:pt idx="7327">
                  <c:v>16</c:v>
                </c:pt>
                <c:pt idx="7328">
                  <c:v>16</c:v>
                </c:pt>
                <c:pt idx="7329">
                  <c:v>16</c:v>
                </c:pt>
                <c:pt idx="7330">
                  <c:v>16</c:v>
                </c:pt>
                <c:pt idx="7331">
                  <c:v>16</c:v>
                </c:pt>
                <c:pt idx="7332">
                  <c:v>16</c:v>
                </c:pt>
                <c:pt idx="7333">
                  <c:v>16</c:v>
                </c:pt>
                <c:pt idx="7334">
                  <c:v>16</c:v>
                </c:pt>
                <c:pt idx="7335">
                  <c:v>16</c:v>
                </c:pt>
                <c:pt idx="7336">
                  <c:v>16</c:v>
                </c:pt>
                <c:pt idx="7337">
                  <c:v>16</c:v>
                </c:pt>
                <c:pt idx="7338">
                  <c:v>16</c:v>
                </c:pt>
                <c:pt idx="7339">
                  <c:v>16</c:v>
                </c:pt>
                <c:pt idx="7340">
                  <c:v>16</c:v>
                </c:pt>
                <c:pt idx="7341">
                  <c:v>16</c:v>
                </c:pt>
                <c:pt idx="7342">
                  <c:v>16</c:v>
                </c:pt>
                <c:pt idx="7343">
                  <c:v>16</c:v>
                </c:pt>
                <c:pt idx="7344">
                  <c:v>16</c:v>
                </c:pt>
                <c:pt idx="7345">
                  <c:v>16</c:v>
                </c:pt>
                <c:pt idx="7346">
                  <c:v>16</c:v>
                </c:pt>
                <c:pt idx="7347">
                  <c:v>16</c:v>
                </c:pt>
                <c:pt idx="7348">
                  <c:v>16</c:v>
                </c:pt>
                <c:pt idx="7349">
                  <c:v>16</c:v>
                </c:pt>
                <c:pt idx="7350">
                  <c:v>16</c:v>
                </c:pt>
                <c:pt idx="7351">
                  <c:v>16</c:v>
                </c:pt>
                <c:pt idx="7352">
                  <c:v>16</c:v>
                </c:pt>
                <c:pt idx="7353">
                  <c:v>16</c:v>
                </c:pt>
                <c:pt idx="7354">
                  <c:v>16</c:v>
                </c:pt>
                <c:pt idx="7355">
                  <c:v>16</c:v>
                </c:pt>
                <c:pt idx="7356">
                  <c:v>16</c:v>
                </c:pt>
                <c:pt idx="7357">
                  <c:v>16</c:v>
                </c:pt>
                <c:pt idx="7358">
                  <c:v>16</c:v>
                </c:pt>
                <c:pt idx="7359">
                  <c:v>16</c:v>
                </c:pt>
                <c:pt idx="7360">
                  <c:v>16</c:v>
                </c:pt>
                <c:pt idx="7361">
                  <c:v>16</c:v>
                </c:pt>
                <c:pt idx="7362">
                  <c:v>16</c:v>
                </c:pt>
                <c:pt idx="7363">
                  <c:v>16</c:v>
                </c:pt>
                <c:pt idx="7364">
                  <c:v>16</c:v>
                </c:pt>
                <c:pt idx="7365">
                  <c:v>16</c:v>
                </c:pt>
                <c:pt idx="7366">
                  <c:v>16</c:v>
                </c:pt>
                <c:pt idx="7367">
                  <c:v>16</c:v>
                </c:pt>
                <c:pt idx="7368">
                  <c:v>16</c:v>
                </c:pt>
                <c:pt idx="7369">
                  <c:v>16</c:v>
                </c:pt>
                <c:pt idx="7370">
                  <c:v>16</c:v>
                </c:pt>
                <c:pt idx="7371">
                  <c:v>16</c:v>
                </c:pt>
                <c:pt idx="7372">
                  <c:v>16</c:v>
                </c:pt>
                <c:pt idx="7373">
                  <c:v>16</c:v>
                </c:pt>
                <c:pt idx="7374">
                  <c:v>16</c:v>
                </c:pt>
                <c:pt idx="7375">
                  <c:v>16</c:v>
                </c:pt>
                <c:pt idx="7376">
                  <c:v>16</c:v>
                </c:pt>
                <c:pt idx="7377">
                  <c:v>16</c:v>
                </c:pt>
                <c:pt idx="7378">
                  <c:v>16</c:v>
                </c:pt>
                <c:pt idx="7379">
                  <c:v>16</c:v>
                </c:pt>
                <c:pt idx="7380">
                  <c:v>16</c:v>
                </c:pt>
                <c:pt idx="7381">
                  <c:v>16</c:v>
                </c:pt>
                <c:pt idx="7382">
                  <c:v>16</c:v>
                </c:pt>
                <c:pt idx="7383">
                  <c:v>16</c:v>
                </c:pt>
                <c:pt idx="7384">
                  <c:v>16</c:v>
                </c:pt>
                <c:pt idx="7385">
                  <c:v>16</c:v>
                </c:pt>
                <c:pt idx="7386">
                  <c:v>16</c:v>
                </c:pt>
                <c:pt idx="7387">
                  <c:v>16</c:v>
                </c:pt>
                <c:pt idx="7388">
                  <c:v>16</c:v>
                </c:pt>
                <c:pt idx="7389">
                  <c:v>16</c:v>
                </c:pt>
                <c:pt idx="7390">
                  <c:v>16</c:v>
                </c:pt>
                <c:pt idx="7391">
                  <c:v>16</c:v>
                </c:pt>
                <c:pt idx="7392">
                  <c:v>16</c:v>
                </c:pt>
                <c:pt idx="7393">
                  <c:v>16</c:v>
                </c:pt>
                <c:pt idx="7394">
                  <c:v>16</c:v>
                </c:pt>
                <c:pt idx="7395">
                  <c:v>16</c:v>
                </c:pt>
                <c:pt idx="7396">
                  <c:v>16</c:v>
                </c:pt>
                <c:pt idx="7397">
                  <c:v>16</c:v>
                </c:pt>
                <c:pt idx="7398">
                  <c:v>16</c:v>
                </c:pt>
                <c:pt idx="7399">
                  <c:v>16</c:v>
                </c:pt>
                <c:pt idx="7400">
                  <c:v>16</c:v>
                </c:pt>
                <c:pt idx="7401">
                  <c:v>16</c:v>
                </c:pt>
                <c:pt idx="7402">
                  <c:v>16</c:v>
                </c:pt>
                <c:pt idx="7403">
                  <c:v>16</c:v>
                </c:pt>
                <c:pt idx="7404">
                  <c:v>16</c:v>
                </c:pt>
                <c:pt idx="7405">
                  <c:v>16</c:v>
                </c:pt>
                <c:pt idx="7406">
                  <c:v>16</c:v>
                </c:pt>
                <c:pt idx="7407">
                  <c:v>16</c:v>
                </c:pt>
                <c:pt idx="7408">
                  <c:v>16</c:v>
                </c:pt>
                <c:pt idx="7409">
                  <c:v>16</c:v>
                </c:pt>
                <c:pt idx="7410">
                  <c:v>16</c:v>
                </c:pt>
                <c:pt idx="7411">
                  <c:v>16</c:v>
                </c:pt>
                <c:pt idx="7412">
                  <c:v>16</c:v>
                </c:pt>
                <c:pt idx="7413">
                  <c:v>16</c:v>
                </c:pt>
                <c:pt idx="7414">
                  <c:v>16</c:v>
                </c:pt>
                <c:pt idx="7415">
                  <c:v>16</c:v>
                </c:pt>
                <c:pt idx="7416">
                  <c:v>16</c:v>
                </c:pt>
                <c:pt idx="7417">
                  <c:v>16</c:v>
                </c:pt>
                <c:pt idx="7418">
                  <c:v>16</c:v>
                </c:pt>
                <c:pt idx="7419">
                  <c:v>16</c:v>
                </c:pt>
                <c:pt idx="7420">
                  <c:v>16</c:v>
                </c:pt>
                <c:pt idx="7421">
                  <c:v>16</c:v>
                </c:pt>
                <c:pt idx="7422">
                  <c:v>16</c:v>
                </c:pt>
                <c:pt idx="7423">
                  <c:v>16</c:v>
                </c:pt>
                <c:pt idx="7424">
                  <c:v>16</c:v>
                </c:pt>
                <c:pt idx="7425">
                  <c:v>16</c:v>
                </c:pt>
                <c:pt idx="7426">
                  <c:v>16</c:v>
                </c:pt>
                <c:pt idx="7427">
                  <c:v>16</c:v>
                </c:pt>
                <c:pt idx="7428">
                  <c:v>16</c:v>
                </c:pt>
                <c:pt idx="7429">
                  <c:v>16</c:v>
                </c:pt>
                <c:pt idx="7430">
                  <c:v>16</c:v>
                </c:pt>
                <c:pt idx="7431">
                  <c:v>16</c:v>
                </c:pt>
                <c:pt idx="7432">
                  <c:v>16</c:v>
                </c:pt>
                <c:pt idx="7433">
                  <c:v>16</c:v>
                </c:pt>
                <c:pt idx="7434">
                  <c:v>16</c:v>
                </c:pt>
                <c:pt idx="7435">
                  <c:v>16</c:v>
                </c:pt>
                <c:pt idx="7436">
                  <c:v>16</c:v>
                </c:pt>
                <c:pt idx="7437">
                  <c:v>16</c:v>
                </c:pt>
                <c:pt idx="7438">
                  <c:v>16</c:v>
                </c:pt>
                <c:pt idx="7439">
                  <c:v>16</c:v>
                </c:pt>
                <c:pt idx="7440">
                  <c:v>16</c:v>
                </c:pt>
                <c:pt idx="7441">
                  <c:v>16</c:v>
                </c:pt>
                <c:pt idx="7442">
                  <c:v>16</c:v>
                </c:pt>
                <c:pt idx="7443">
                  <c:v>16</c:v>
                </c:pt>
                <c:pt idx="7444">
                  <c:v>16</c:v>
                </c:pt>
                <c:pt idx="7445">
                  <c:v>16</c:v>
                </c:pt>
                <c:pt idx="7446">
                  <c:v>16</c:v>
                </c:pt>
                <c:pt idx="7447">
                  <c:v>16</c:v>
                </c:pt>
                <c:pt idx="7448">
                  <c:v>16</c:v>
                </c:pt>
                <c:pt idx="7449">
                  <c:v>16</c:v>
                </c:pt>
                <c:pt idx="7450">
                  <c:v>16</c:v>
                </c:pt>
                <c:pt idx="7451">
                  <c:v>16</c:v>
                </c:pt>
                <c:pt idx="7452">
                  <c:v>16</c:v>
                </c:pt>
                <c:pt idx="7453">
                  <c:v>16</c:v>
                </c:pt>
                <c:pt idx="7454">
                  <c:v>16</c:v>
                </c:pt>
                <c:pt idx="7455">
                  <c:v>16</c:v>
                </c:pt>
                <c:pt idx="7456">
                  <c:v>16</c:v>
                </c:pt>
                <c:pt idx="7457">
                  <c:v>16</c:v>
                </c:pt>
                <c:pt idx="7458">
                  <c:v>16</c:v>
                </c:pt>
                <c:pt idx="7459">
                  <c:v>16</c:v>
                </c:pt>
                <c:pt idx="7460">
                  <c:v>16</c:v>
                </c:pt>
                <c:pt idx="7461">
                  <c:v>16</c:v>
                </c:pt>
                <c:pt idx="7462">
                  <c:v>16</c:v>
                </c:pt>
                <c:pt idx="7463">
                  <c:v>16</c:v>
                </c:pt>
                <c:pt idx="7464">
                  <c:v>16</c:v>
                </c:pt>
                <c:pt idx="7465">
                  <c:v>16</c:v>
                </c:pt>
                <c:pt idx="7466">
                  <c:v>16</c:v>
                </c:pt>
                <c:pt idx="7467">
                  <c:v>16</c:v>
                </c:pt>
                <c:pt idx="7468">
                  <c:v>16</c:v>
                </c:pt>
                <c:pt idx="7469">
                  <c:v>16</c:v>
                </c:pt>
                <c:pt idx="7470">
                  <c:v>16</c:v>
                </c:pt>
                <c:pt idx="7471">
                  <c:v>16</c:v>
                </c:pt>
                <c:pt idx="7472">
                  <c:v>16</c:v>
                </c:pt>
                <c:pt idx="7473">
                  <c:v>16</c:v>
                </c:pt>
                <c:pt idx="7474">
                  <c:v>16</c:v>
                </c:pt>
                <c:pt idx="7475">
                  <c:v>16</c:v>
                </c:pt>
                <c:pt idx="7476">
                  <c:v>16</c:v>
                </c:pt>
                <c:pt idx="7477">
                  <c:v>16</c:v>
                </c:pt>
                <c:pt idx="7478">
                  <c:v>16</c:v>
                </c:pt>
                <c:pt idx="7479">
                  <c:v>16</c:v>
                </c:pt>
                <c:pt idx="7480">
                  <c:v>16</c:v>
                </c:pt>
                <c:pt idx="7481">
                  <c:v>16</c:v>
                </c:pt>
                <c:pt idx="7482">
                  <c:v>16</c:v>
                </c:pt>
                <c:pt idx="7483">
                  <c:v>16</c:v>
                </c:pt>
                <c:pt idx="7484">
                  <c:v>16</c:v>
                </c:pt>
                <c:pt idx="7485">
                  <c:v>16</c:v>
                </c:pt>
                <c:pt idx="7486">
                  <c:v>16</c:v>
                </c:pt>
                <c:pt idx="7487">
                  <c:v>16</c:v>
                </c:pt>
                <c:pt idx="7488">
                  <c:v>16</c:v>
                </c:pt>
                <c:pt idx="7489">
                  <c:v>16</c:v>
                </c:pt>
                <c:pt idx="7490">
                  <c:v>16</c:v>
                </c:pt>
                <c:pt idx="7491">
                  <c:v>16</c:v>
                </c:pt>
                <c:pt idx="7492">
                  <c:v>16</c:v>
                </c:pt>
                <c:pt idx="7493">
                  <c:v>16</c:v>
                </c:pt>
                <c:pt idx="7494">
                  <c:v>16</c:v>
                </c:pt>
                <c:pt idx="7495">
                  <c:v>16</c:v>
                </c:pt>
                <c:pt idx="7496">
                  <c:v>16</c:v>
                </c:pt>
                <c:pt idx="7497">
                  <c:v>16</c:v>
                </c:pt>
                <c:pt idx="7498">
                  <c:v>16</c:v>
                </c:pt>
                <c:pt idx="7499">
                  <c:v>16</c:v>
                </c:pt>
                <c:pt idx="7500">
                  <c:v>16</c:v>
                </c:pt>
                <c:pt idx="7501">
                  <c:v>16</c:v>
                </c:pt>
                <c:pt idx="7502">
                  <c:v>16</c:v>
                </c:pt>
                <c:pt idx="7503">
                  <c:v>16</c:v>
                </c:pt>
                <c:pt idx="7504">
                  <c:v>16</c:v>
                </c:pt>
                <c:pt idx="7505">
                  <c:v>16</c:v>
                </c:pt>
                <c:pt idx="7506">
                  <c:v>16</c:v>
                </c:pt>
                <c:pt idx="7507">
                  <c:v>16</c:v>
                </c:pt>
                <c:pt idx="7508">
                  <c:v>16</c:v>
                </c:pt>
                <c:pt idx="7509">
                  <c:v>16</c:v>
                </c:pt>
                <c:pt idx="7510">
                  <c:v>16</c:v>
                </c:pt>
                <c:pt idx="7511">
                  <c:v>16</c:v>
                </c:pt>
                <c:pt idx="7512">
                  <c:v>16</c:v>
                </c:pt>
                <c:pt idx="7513">
                  <c:v>16</c:v>
                </c:pt>
                <c:pt idx="7514">
                  <c:v>16</c:v>
                </c:pt>
                <c:pt idx="7515">
                  <c:v>16</c:v>
                </c:pt>
                <c:pt idx="7516">
                  <c:v>16</c:v>
                </c:pt>
                <c:pt idx="7517">
                  <c:v>16</c:v>
                </c:pt>
                <c:pt idx="7518">
                  <c:v>16</c:v>
                </c:pt>
                <c:pt idx="7519">
                  <c:v>16</c:v>
                </c:pt>
                <c:pt idx="7520">
                  <c:v>16</c:v>
                </c:pt>
                <c:pt idx="7521">
                  <c:v>16</c:v>
                </c:pt>
                <c:pt idx="7522">
                  <c:v>16</c:v>
                </c:pt>
                <c:pt idx="7523">
                  <c:v>16</c:v>
                </c:pt>
                <c:pt idx="7524">
                  <c:v>16</c:v>
                </c:pt>
                <c:pt idx="7525">
                  <c:v>16</c:v>
                </c:pt>
                <c:pt idx="7526">
                  <c:v>16</c:v>
                </c:pt>
                <c:pt idx="7527">
                  <c:v>16</c:v>
                </c:pt>
                <c:pt idx="7528">
                  <c:v>16</c:v>
                </c:pt>
                <c:pt idx="7529">
                  <c:v>16</c:v>
                </c:pt>
                <c:pt idx="7530">
                  <c:v>16</c:v>
                </c:pt>
                <c:pt idx="7531">
                  <c:v>16</c:v>
                </c:pt>
                <c:pt idx="7532">
                  <c:v>16</c:v>
                </c:pt>
                <c:pt idx="7533">
                  <c:v>16</c:v>
                </c:pt>
                <c:pt idx="7534">
                  <c:v>16</c:v>
                </c:pt>
                <c:pt idx="7535">
                  <c:v>16</c:v>
                </c:pt>
                <c:pt idx="7536">
                  <c:v>16</c:v>
                </c:pt>
                <c:pt idx="7537">
                  <c:v>16</c:v>
                </c:pt>
                <c:pt idx="7538">
                  <c:v>16</c:v>
                </c:pt>
                <c:pt idx="7539">
                  <c:v>16</c:v>
                </c:pt>
                <c:pt idx="7540">
                  <c:v>16</c:v>
                </c:pt>
                <c:pt idx="7541">
                  <c:v>16</c:v>
                </c:pt>
                <c:pt idx="7542">
                  <c:v>16</c:v>
                </c:pt>
                <c:pt idx="7543">
                  <c:v>16</c:v>
                </c:pt>
                <c:pt idx="7544">
                  <c:v>16</c:v>
                </c:pt>
                <c:pt idx="7545">
                  <c:v>16</c:v>
                </c:pt>
                <c:pt idx="7546">
                  <c:v>16</c:v>
                </c:pt>
                <c:pt idx="7547">
                  <c:v>16</c:v>
                </c:pt>
                <c:pt idx="7548">
                  <c:v>16</c:v>
                </c:pt>
                <c:pt idx="7549">
                  <c:v>16</c:v>
                </c:pt>
                <c:pt idx="7550">
                  <c:v>16</c:v>
                </c:pt>
                <c:pt idx="7551">
                  <c:v>16</c:v>
                </c:pt>
                <c:pt idx="7552">
                  <c:v>16</c:v>
                </c:pt>
                <c:pt idx="7553">
                  <c:v>16</c:v>
                </c:pt>
                <c:pt idx="7554">
                  <c:v>16</c:v>
                </c:pt>
                <c:pt idx="7555">
                  <c:v>16</c:v>
                </c:pt>
                <c:pt idx="7556">
                  <c:v>16</c:v>
                </c:pt>
                <c:pt idx="7557">
                  <c:v>16</c:v>
                </c:pt>
                <c:pt idx="7558">
                  <c:v>16</c:v>
                </c:pt>
                <c:pt idx="7559">
                  <c:v>16</c:v>
                </c:pt>
                <c:pt idx="7560">
                  <c:v>16</c:v>
                </c:pt>
                <c:pt idx="7561">
                  <c:v>16</c:v>
                </c:pt>
                <c:pt idx="7562">
                  <c:v>16</c:v>
                </c:pt>
                <c:pt idx="7563">
                  <c:v>16</c:v>
                </c:pt>
                <c:pt idx="7564">
                  <c:v>16</c:v>
                </c:pt>
                <c:pt idx="7565">
                  <c:v>16</c:v>
                </c:pt>
                <c:pt idx="7566">
                  <c:v>16</c:v>
                </c:pt>
                <c:pt idx="7567">
                  <c:v>16</c:v>
                </c:pt>
                <c:pt idx="7568">
                  <c:v>16</c:v>
                </c:pt>
                <c:pt idx="7569">
                  <c:v>16</c:v>
                </c:pt>
                <c:pt idx="7570">
                  <c:v>16</c:v>
                </c:pt>
                <c:pt idx="7571">
                  <c:v>16</c:v>
                </c:pt>
                <c:pt idx="7572">
                  <c:v>16</c:v>
                </c:pt>
                <c:pt idx="7573">
                  <c:v>16</c:v>
                </c:pt>
                <c:pt idx="7574">
                  <c:v>16</c:v>
                </c:pt>
                <c:pt idx="7575">
                  <c:v>16</c:v>
                </c:pt>
                <c:pt idx="7576">
                  <c:v>16</c:v>
                </c:pt>
                <c:pt idx="7577">
                  <c:v>16</c:v>
                </c:pt>
                <c:pt idx="7578">
                  <c:v>16</c:v>
                </c:pt>
                <c:pt idx="7579">
                  <c:v>16</c:v>
                </c:pt>
                <c:pt idx="7580">
                  <c:v>16</c:v>
                </c:pt>
                <c:pt idx="7581">
                  <c:v>16</c:v>
                </c:pt>
                <c:pt idx="7582">
                  <c:v>16</c:v>
                </c:pt>
                <c:pt idx="7583">
                  <c:v>16</c:v>
                </c:pt>
                <c:pt idx="7584">
                  <c:v>16</c:v>
                </c:pt>
                <c:pt idx="7585">
                  <c:v>16</c:v>
                </c:pt>
                <c:pt idx="7586">
                  <c:v>16</c:v>
                </c:pt>
                <c:pt idx="7587">
                  <c:v>16</c:v>
                </c:pt>
                <c:pt idx="7588">
                  <c:v>16</c:v>
                </c:pt>
                <c:pt idx="7589">
                  <c:v>16</c:v>
                </c:pt>
                <c:pt idx="7590">
                  <c:v>16</c:v>
                </c:pt>
                <c:pt idx="7591">
                  <c:v>16</c:v>
                </c:pt>
                <c:pt idx="7592">
                  <c:v>16</c:v>
                </c:pt>
                <c:pt idx="7593">
                  <c:v>16</c:v>
                </c:pt>
                <c:pt idx="7594">
                  <c:v>16</c:v>
                </c:pt>
                <c:pt idx="7595">
                  <c:v>16</c:v>
                </c:pt>
                <c:pt idx="7596">
                  <c:v>16</c:v>
                </c:pt>
                <c:pt idx="7597">
                  <c:v>16</c:v>
                </c:pt>
                <c:pt idx="7598">
                  <c:v>16</c:v>
                </c:pt>
                <c:pt idx="7599">
                  <c:v>16</c:v>
                </c:pt>
                <c:pt idx="7600">
                  <c:v>16</c:v>
                </c:pt>
                <c:pt idx="7601">
                  <c:v>16</c:v>
                </c:pt>
                <c:pt idx="7602">
                  <c:v>16</c:v>
                </c:pt>
                <c:pt idx="7603">
                  <c:v>16</c:v>
                </c:pt>
                <c:pt idx="7604">
                  <c:v>16</c:v>
                </c:pt>
                <c:pt idx="7605">
                  <c:v>16</c:v>
                </c:pt>
                <c:pt idx="7606">
                  <c:v>16</c:v>
                </c:pt>
                <c:pt idx="7607">
                  <c:v>16</c:v>
                </c:pt>
                <c:pt idx="7608">
                  <c:v>16</c:v>
                </c:pt>
                <c:pt idx="7609">
                  <c:v>16</c:v>
                </c:pt>
                <c:pt idx="7610">
                  <c:v>16</c:v>
                </c:pt>
                <c:pt idx="7611">
                  <c:v>16</c:v>
                </c:pt>
                <c:pt idx="7612">
                  <c:v>16</c:v>
                </c:pt>
                <c:pt idx="7613">
                  <c:v>16</c:v>
                </c:pt>
                <c:pt idx="7614">
                  <c:v>16</c:v>
                </c:pt>
                <c:pt idx="7615">
                  <c:v>16</c:v>
                </c:pt>
                <c:pt idx="7616">
                  <c:v>16</c:v>
                </c:pt>
                <c:pt idx="7617">
                  <c:v>16</c:v>
                </c:pt>
                <c:pt idx="7618">
                  <c:v>16</c:v>
                </c:pt>
                <c:pt idx="7619">
                  <c:v>16</c:v>
                </c:pt>
                <c:pt idx="7620">
                  <c:v>16</c:v>
                </c:pt>
                <c:pt idx="7621">
                  <c:v>16</c:v>
                </c:pt>
                <c:pt idx="7622">
                  <c:v>16</c:v>
                </c:pt>
                <c:pt idx="7623">
                  <c:v>16</c:v>
                </c:pt>
                <c:pt idx="7624">
                  <c:v>16</c:v>
                </c:pt>
                <c:pt idx="7625">
                  <c:v>16</c:v>
                </c:pt>
                <c:pt idx="7626">
                  <c:v>16</c:v>
                </c:pt>
                <c:pt idx="7627">
                  <c:v>16</c:v>
                </c:pt>
                <c:pt idx="7628">
                  <c:v>16</c:v>
                </c:pt>
                <c:pt idx="7629">
                  <c:v>16</c:v>
                </c:pt>
                <c:pt idx="7630">
                  <c:v>16</c:v>
                </c:pt>
                <c:pt idx="7631">
                  <c:v>16</c:v>
                </c:pt>
                <c:pt idx="7632">
                  <c:v>16</c:v>
                </c:pt>
                <c:pt idx="7633">
                  <c:v>16</c:v>
                </c:pt>
                <c:pt idx="7634">
                  <c:v>16</c:v>
                </c:pt>
                <c:pt idx="7635">
                  <c:v>16</c:v>
                </c:pt>
                <c:pt idx="7636">
                  <c:v>16</c:v>
                </c:pt>
                <c:pt idx="7637">
                  <c:v>16</c:v>
                </c:pt>
                <c:pt idx="7638">
                  <c:v>16</c:v>
                </c:pt>
                <c:pt idx="7639">
                  <c:v>16</c:v>
                </c:pt>
                <c:pt idx="7640">
                  <c:v>16</c:v>
                </c:pt>
                <c:pt idx="7641">
                  <c:v>16</c:v>
                </c:pt>
                <c:pt idx="7642">
                  <c:v>16</c:v>
                </c:pt>
                <c:pt idx="7643">
                  <c:v>16</c:v>
                </c:pt>
                <c:pt idx="7644">
                  <c:v>16</c:v>
                </c:pt>
                <c:pt idx="7645">
                  <c:v>16</c:v>
                </c:pt>
                <c:pt idx="7646">
                  <c:v>16</c:v>
                </c:pt>
                <c:pt idx="7647">
                  <c:v>16</c:v>
                </c:pt>
                <c:pt idx="7648">
                  <c:v>16</c:v>
                </c:pt>
                <c:pt idx="7649">
                  <c:v>16</c:v>
                </c:pt>
                <c:pt idx="7650">
                  <c:v>16</c:v>
                </c:pt>
                <c:pt idx="7651">
                  <c:v>16</c:v>
                </c:pt>
                <c:pt idx="7652">
                  <c:v>16</c:v>
                </c:pt>
                <c:pt idx="7653">
                  <c:v>16</c:v>
                </c:pt>
                <c:pt idx="7654">
                  <c:v>16</c:v>
                </c:pt>
                <c:pt idx="7655">
                  <c:v>16</c:v>
                </c:pt>
                <c:pt idx="7656">
                  <c:v>16</c:v>
                </c:pt>
                <c:pt idx="7657">
                  <c:v>16</c:v>
                </c:pt>
                <c:pt idx="7658">
                  <c:v>16</c:v>
                </c:pt>
                <c:pt idx="7659">
                  <c:v>16</c:v>
                </c:pt>
                <c:pt idx="7660">
                  <c:v>16</c:v>
                </c:pt>
                <c:pt idx="7661">
                  <c:v>16</c:v>
                </c:pt>
                <c:pt idx="7662">
                  <c:v>16</c:v>
                </c:pt>
                <c:pt idx="7663">
                  <c:v>16</c:v>
                </c:pt>
                <c:pt idx="7664">
                  <c:v>16</c:v>
                </c:pt>
                <c:pt idx="7665">
                  <c:v>16</c:v>
                </c:pt>
                <c:pt idx="7666">
                  <c:v>16</c:v>
                </c:pt>
                <c:pt idx="7667">
                  <c:v>16</c:v>
                </c:pt>
                <c:pt idx="7668">
                  <c:v>16</c:v>
                </c:pt>
                <c:pt idx="7669">
                  <c:v>15.9</c:v>
                </c:pt>
                <c:pt idx="7670">
                  <c:v>15.5</c:v>
                </c:pt>
                <c:pt idx="7671">
                  <c:v>15.1</c:v>
                </c:pt>
                <c:pt idx="7672">
                  <c:v>14.9</c:v>
                </c:pt>
                <c:pt idx="7673">
                  <c:v>14.6</c:v>
                </c:pt>
                <c:pt idx="7674">
                  <c:v>14.3</c:v>
                </c:pt>
                <c:pt idx="7675">
                  <c:v>13.9</c:v>
                </c:pt>
                <c:pt idx="7676">
                  <c:v>13.7</c:v>
                </c:pt>
                <c:pt idx="7677">
                  <c:v>13.4</c:v>
                </c:pt>
                <c:pt idx="7678">
                  <c:v>13</c:v>
                </c:pt>
                <c:pt idx="7679">
                  <c:v>12.8</c:v>
                </c:pt>
                <c:pt idx="7680">
                  <c:v>12.5</c:v>
                </c:pt>
                <c:pt idx="7681">
                  <c:v>12.2</c:v>
                </c:pt>
                <c:pt idx="7682">
                  <c:v>12</c:v>
                </c:pt>
                <c:pt idx="7683">
                  <c:v>11.9</c:v>
                </c:pt>
                <c:pt idx="7684">
                  <c:v>11.8</c:v>
                </c:pt>
                <c:pt idx="7685">
                  <c:v>11.7</c:v>
                </c:pt>
                <c:pt idx="7686">
                  <c:v>11.5</c:v>
                </c:pt>
                <c:pt idx="7687">
                  <c:v>11.4</c:v>
                </c:pt>
                <c:pt idx="7688">
                  <c:v>11.3</c:v>
                </c:pt>
                <c:pt idx="7689">
                  <c:v>11.2</c:v>
                </c:pt>
                <c:pt idx="7690">
                  <c:v>11.2</c:v>
                </c:pt>
                <c:pt idx="7691">
                  <c:v>11</c:v>
                </c:pt>
                <c:pt idx="7692">
                  <c:v>10.8</c:v>
                </c:pt>
                <c:pt idx="7693">
                  <c:v>10.7</c:v>
                </c:pt>
                <c:pt idx="7694">
                  <c:v>10.5</c:v>
                </c:pt>
                <c:pt idx="7695">
                  <c:v>10.3</c:v>
                </c:pt>
                <c:pt idx="7696">
                  <c:v>9.9</c:v>
                </c:pt>
                <c:pt idx="7697">
                  <c:v>9.6</c:v>
                </c:pt>
                <c:pt idx="7698">
                  <c:v>9.4</c:v>
                </c:pt>
                <c:pt idx="7699">
                  <c:v>9.1</c:v>
                </c:pt>
                <c:pt idx="7700">
                  <c:v>8.9</c:v>
                </c:pt>
                <c:pt idx="7701">
                  <c:v>8.8</c:v>
                </c:pt>
                <c:pt idx="7702">
                  <c:v>8.6</c:v>
                </c:pt>
                <c:pt idx="7703">
                  <c:v>8.1</c:v>
                </c:pt>
                <c:pt idx="7704">
                  <c:v>7.7</c:v>
                </c:pt>
                <c:pt idx="7705">
                  <c:v>7.2</c:v>
                </c:pt>
                <c:pt idx="7706">
                  <c:v>6.9</c:v>
                </c:pt>
                <c:pt idx="7707">
                  <c:v>6.6</c:v>
                </c:pt>
                <c:pt idx="7708">
                  <c:v>6.4</c:v>
                </c:pt>
                <c:pt idx="7709">
                  <c:v>5.9</c:v>
                </c:pt>
                <c:pt idx="7710">
                  <c:v>5.5</c:v>
                </c:pt>
                <c:pt idx="7711">
                  <c:v>5.1</c:v>
                </c:pt>
                <c:pt idx="7712">
                  <c:v>4.6</c:v>
                </c:pt>
                <c:pt idx="7713">
                  <c:v>4.2</c:v>
                </c:pt>
                <c:pt idx="7714">
                  <c:v>3.8</c:v>
                </c:pt>
                <c:pt idx="7715">
                  <c:v>3.6</c:v>
                </c:pt>
                <c:pt idx="7716">
                  <c:v>3.3</c:v>
                </c:pt>
                <c:pt idx="7717">
                  <c:v>3</c:v>
                </c:pt>
                <c:pt idx="7718">
                  <c:v>2.7</c:v>
                </c:pt>
                <c:pt idx="7719">
                  <c:v>2.5</c:v>
                </c:pt>
                <c:pt idx="7720">
                  <c:v>2</c:v>
                </c:pt>
                <c:pt idx="7721">
                  <c:v>1.5</c:v>
                </c:pt>
                <c:pt idx="7722">
                  <c:v>1</c:v>
                </c:pt>
                <c:pt idx="7723">
                  <c:v>0.5</c:v>
                </c:pt>
                <c:pt idx="7724">
                  <c:v>0.2</c:v>
                </c:pt>
                <c:pt idx="7725">
                  <c:v>0.1</c:v>
                </c:pt>
                <c:pt idx="7726">
                  <c:v>0</c:v>
                </c:pt>
                <c:pt idx="7727">
                  <c:v>0</c:v>
                </c:pt>
                <c:pt idx="7728">
                  <c:v>0</c:v>
                </c:pt>
                <c:pt idx="7729">
                  <c:v>0</c:v>
                </c:pt>
                <c:pt idx="7730">
                  <c:v>0</c:v>
                </c:pt>
                <c:pt idx="7731">
                  <c:v>0</c:v>
                </c:pt>
                <c:pt idx="7732">
                  <c:v>0</c:v>
                </c:pt>
                <c:pt idx="7733">
                  <c:v>0</c:v>
                </c:pt>
                <c:pt idx="7734">
                  <c:v>0</c:v>
                </c:pt>
                <c:pt idx="7735">
                  <c:v>0</c:v>
                </c:pt>
                <c:pt idx="7736">
                  <c:v>0</c:v>
                </c:pt>
                <c:pt idx="7737">
                  <c:v>0</c:v>
                </c:pt>
                <c:pt idx="7738">
                  <c:v>0</c:v>
                </c:pt>
                <c:pt idx="7739">
                  <c:v>0</c:v>
                </c:pt>
                <c:pt idx="7740">
                  <c:v>0</c:v>
                </c:pt>
                <c:pt idx="7741">
                  <c:v>0</c:v>
                </c:pt>
                <c:pt idx="7742">
                  <c:v>0</c:v>
                </c:pt>
                <c:pt idx="7743">
                  <c:v>0</c:v>
                </c:pt>
                <c:pt idx="7744">
                  <c:v>0</c:v>
                </c:pt>
                <c:pt idx="7745">
                  <c:v>0</c:v>
                </c:pt>
                <c:pt idx="7746">
                  <c:v>0</c:v>
                </c:pt>
                <c:pt idx="7747">
                  <c:v>0</c:v>
                </c:pt>
                <c:pt idx="7748">
                  <c:v>0</c:v>
                </c:pt>
                <c:pt idx="7749">
                  <c:v>0</c:v>
                </c:pt>
                <c:pt idx="7750">
                  <c:v>0</c:v>
                </c:pt>
                <c:pt idx="7751">
                  <c:v>0</c:v>
                </c:pt>
                <c:pt idx="7752">
                  <c:v>0</c:v>
                </c:pt>
                <c:pt idx="7753">
                  <c:v>0</c:v>
                </c:pt>
                <c:pt idx="7754">
                  <c:v>0</c:v>
                </c:pt>
                <c:pt idx="7755">
                  <c:v>0</c:v>
                </c:pt>
                <c:pt idx="7756">
                  <c:v>0</c:v>
                </c:pt>
                <c:pt idx="7757">
                  <c:v>0</c:v>
                </c:pt>
                <c:pt idx="7758">
                  <c:v>0</c:v>
                </c:pt>
                <c:pt idx="7759">
                  <c:v>0</c:v>
                </c:pt>
                <c:pt idx="7760">
                  <c:v>0</c:v>
                </c:pt>
                <c:pt idx="7761">
                  <c:v>0</c:v>
                </c:pt>
                <c:pt idx="7762">
                  <c:v>0</c:v>
                </c:pt>
                <c:pt idx="7763">
                  <c:v>0</c:v>
                </c:pt>
                <c:pt idx="7764">
                  <c:v>0</c:v>
                </c:pt>
                <c:pt idx="7765">
                  <c:v>0</c:v>
                </c:pt>
                <c:pt idx="7766">
                  <c:v>0</c:v>
                </c:pt>
                <c:pt idx="7767">
                  <c:v>0</c:v>
                </c:pt>
                <c:pt idx="7768">
                  <c:v>0</c:v>
                </c:pt>
                <c:pt idx="7769">
                  <c:v>0</c:v>
                </c:pt>
                <c:pt idx="7770">
                  <c:v>0</c:v>
                </c:pt>
                <c:pt idx="7771">
                  <c:v>0</c:v>
                </c:pt>
                <c:pt idx="7772">
                  <c:v>0</c:v>
                </c:pt>
                <c:pt idx="7773">
                  <c:v>0</c:v>
                </c:pt>
                <c:pt idx="7774">
                  <c:v>0</c:v>
                </c:pt>
                <c:pt idx="7775">
                  <c:v>0</c:v>
                </c:pt>
                <c:pt idx="7776">
                  <c:v>0</c:v>
                </c:pt>
                <c:pt idx="7777">
                  <c:v>0</c:v>
                </c:pt>
                <c:pt idx="7778">
                  <c:v>0</c:v>
                </c:pt>
                <c:pt idx="7779">
                  <c:v>0</c:v>
                </c:pt>
                <c:pt idx="7780">
                  <c:v>0</c:v>
                </c:pt>
                <c:pt idx="7781">
                  <c:v>0</c:v>
                </c:pt>
                <c:pt idx="7782">
                  <c:v>0</c:v>
                </c:pt>
                <c:pt idx="7783">
                  <c:v>0</c:v>
                </c:pt>
                <c:pt idx="7784">
                  <c:v>0</c:v>
                </c:pt>
                <c:pt idx="7785">
                  <c:v>0</c:v>
                </c:pt>
                <c:pt idx="7786">
                  <c:v>0</c:v>
                </c:pt>
                <c:pt idx="7787">
                  <c:v>0</c:v>
                </c:pt>
                <c:pt idx="7788">
                  <c:v>0</c:v>
                </c:pt>
                <c:pt idx="7789">
                  <c:v>0</c:v>
                </c:pt>
                <c:pt idx="7790">
                  <c:v>0</c:v>
                </c:pt>
                <c:pt idx="7791">
                  <c:v>0</c:v>
                </c:pt>
                <c:pt idx="7792">
                  <c:v>0</c:v>
                </c:pt>
                <c:pt idx="7793">
                  <c:v>0</c:v>
                </c:pt>
                <c:pt idx="7794">
                  <c:v>0</c:v>
                </c:pt>
                <c:pt idx="7795">
                  <c:v>0</c:v>
                </c:pt>
                <c:pt idx="7796">
                  <c:v>0</c:v>
                </c:pt>
                <c:pt idx="7797">
                  <c:v>0</c:v>
                </c:pt>
                <c:pt idx="7798">
                  <c:v>0</c:v>
                </c:pt>
                <c:pt idx="7799">
                  <c:v>0</c:v>
                </c:pt>
                <c:pt idx="7800">
                  <c:v>0</c:v>
                </c:pt>
                <c:pt idx="7801">
                  <c:v>0</c:v>
                </c:pt>
                <c:pt idx="7802">
                  <c:v>0</c:v>
                </c:pt>
                <c:pt idx="7803">
                  <c:v>0</c:v>
                </c:pt>
                <c:pt idx="7804">
                  <c:v>0</c:v>
                </c:pt>
                <c:pt idx="7805">
                  <c:v>0</c:v>
                </c:pt>
                <c:pt idx="7806">
                  <c:v>0</c:v>
                </c:pt>
                <c:pt idx="7807">
                  <c:v>0</c:v>
                </c:pt>
                <c:pt idx="7808">
                  <c:v>0</c:v>
                </c:pt>
                <c:pt idx="7809">
                  <c:v>0</c:v>
                </c:pt>
                <c:pt idx="7810">
                  <c:v>0</c:v>
                </c:pt>
                <c:pt idx="7811">
                  <c:v>0</c:v>
                </c:pt>
                <c:pt idx="7812">
                  <c:v>0</c:v>
                </c:pt>
                <c:pt idx="7813">
                  <c:v>0</c:v>
                </c:pt>
                <c:pt idx="7814">
                  <c:v>0</c:v>
                </c:pt>
                <c:pt idx="7815">
                  <c:v>0</c:v>
                </c:pt>
                <c:pt idx="7816">
                  <c:v>0</c:v>
                </c:pt>
                <c:pt idx="7817">
                  <c:v>0</c:v>
                </c:pt>
                <c:pt idx="7818">
                  <c:v>0</c:v>
                </c:pt>
                <c:pt idx="7819">
                  <c:v>0</c:v>
                </c:pt>
                <c:pt idx="7820">
                  <c:v>0</c:v>
                </c:pt>
                <c:pt idx="7821">
                  <c:v>0</c:v>
                </c:pt>
                <c:pt idx="7822">
                  <c:v>0</c:v>
                </c:pt>
                <c:pt idx="7823">
                  <c:v>0</c:v>
                </c:pt>
                <c:pt idx="7824">
                  <c:v>0</c:v>
                </c:pt>
                <c:pt idx="7825">
                  <c:v>0</c:v>
                </c:pt>
                <c:pt idx="7826">
                  <c:v>0</c:v>
                </c:pt>
                <c:pt idx="7827">
                  <c:v>0</c:v>
                </c:pt>
                <c:pt idx="7828">
                  <c:v>0</c:v>
                </c:pt>
                <c:pt idx="7829">
                  <c:v>0</c:v>
                </c:pt>
                <c:pt idx="7830">
                  <c:v>0</c:v>
                </c:pt>
                <c:pt idx="7831">
                  <c:v>0</c:v>
                </c:pt>
                <c:pt idx="7832">
                  <c:v>0</c:v>
                </c:pt>
                <c:pt idx="7833">
                  <c:v>0</c:v>
                </c:pt>
                <c:pt idx="7834">
                  <c:v>0</c:v>
                </c:pt>
                <c:pt idx="7835">
                  <c:v>0</c:v>
                </c:pt>
                <c:pt idx="7836">
                  <c:v>0</c:v>
                </c:pt>
                <c:pt idx="7837">
                  <c:v>0</c:v>
                </c:pt>
                <c:pt idx="7838">
                  <c:v>0</c:v>
                </c:pt>
                <c:pt idx="7839">
                  <c:v>0</c:v>
                </c:pt>
                <c:pt idx="7840">
                  <c:v>0</c:v>
                </c:pt>
                <c:pt idx="7841">
                  <c:v>0</c:v>
                </c:pt>
                <c:pt idx="7842">
                  <c:v>0</c:v>
                </c:pt>
                <c:pt idx="7843">
                  <c:v>0</c:v>
                </c:pt>
                <c:pt idx="7844">
                  <c:v>0</c:v>
                </c:pt>
                <c:pt idx="7845">
                  <c:v>0</c:v>
                </c:pt>
                <c:pt idx="7846">
                  <c:v>0</c:v>
                </c:pt>
                <c:pt idx="7847">
                  <c:v>0</c:v>
                </c:pt>
                <c:pt idx="7848">
                  <c:v>0</c:v>
                </c:pt>
                <c:pt idx="7849">
                  <c:v>0</c:v>
                </c:pt>
                <c:pt idx="7850">
                  <c:v>0</c:v>
                </c:pt>
                <c:pt idx="7851">
                  <c:v>0</c:v>
                </c:pt>
                <c:pt idx="7852">
                  <c:v>0</c:v>
                </c:pt>
                <c:pt idx="7853">
                  <c:v>0</c:v>
                </c:pt>
                <c:pt idx="7854">
                  <c:v>0</c:v>
                </c:pt>
                <c:pt idx="7855">
                  <c:v>0</c:v>
                </c:pt>
                <c:pt idx="7856">
                  <c:v>0</c:v>
                </c:pt>
                <c:pt idx="7857">
                  <c:v>0</c:v>
                </c:pt>
                <c:pt idx="7858">
                  <c:v>0</c:v>
                </c:pt>
                <c:pt idx="7859">
                  <c:v>0</c:v>
                </c:pt>
                <c:pt idx="7860">
                  <c:v>0</c:v>
                </c:pt>
                <c:pt idx="7861">
                  <c:v>0</c:v>
                </c:pt>
                <c:pt idx="7862">
                  <c:v>0</c:v>
                </c:pt>
                <c:pt idx="7863">
                  <c:v>0</c:v>
                </c:pt>
                <c:pt idx="7864">
                  <c:v>0</c:v>
                </c:pt>
                <c:pt idx="7865">
                  <c:v>0</c:v>
                </c:pt>
                <c:pt idx="7866">
                  <c:v>0</c:v>
                </c:pt>
                <c:pt idx="7867">
                  <c:v>0</c:v>
                </c:pt>
                <c:pt idx="7868">
                  <c:v>0</c:v>
                </c:pt>
                <c:pt idx="7869">
                  <c:v>0</c:v>
                </c:pt>
                <c:pt idx="7870">
                  <c:v>0</c:v>
                </c:pt>
                <c:pt idx="7871">
                  <c:v>0</c:v>
                </c:pt>
                <c:pt idx="7872">
                  <c:v>0</c:v>
                </c:pt>
                <c:pt idx="7873">
                  <c:v>0</c:v>
                </c:pt>
                <c:pt idx="7874">
                  <c:v>0</c:v>
                </c:pt>
                <c:pt idx="7875">
                  <c:v>0</c:v>
                </c:pt>
                <c:pt idx="7876">
                  <c:v>0</c:v>
                </c:pt>
                <c:pt idx="7877">
                  <c:v>0</c:v>
                </c:pt>
                <c:pt idx="7878">
                  <c:v>0</c:v>
                </c:pt>
                <c:pt idx="7879">
                  <c:v>0</c:v>
                </c:pt>
                <c:pt idx="7880">
                  <c:v>0</c:v>
                </c:pt>
                <c:pt idx="7881">
                  <c:v>0</c:v>
                </c:pt>
                <c:pt idx="7882">
                  <c:v>0</c:v>
                </c:pt>
                <c:pt idx="7883">
                  <c:v>0</c:v>
                </c:pt>
                <c:pt idx="7884">
                  <c:v>0</c:v>
                </c:pt>
                <c:pt idx="7885">
                  <c:v>0</c:v>
                </c:pt>
                <c:pt idx="7886">
                  <c:v>0</c:v>
                </c:pt>
                <c:pt idx="7887">
                  <c:v>0</c:v>
                </c:pt>
                <c:pt idx="7888">
                  <c:v>0</c:v>
                </c:pt>
                <c:pt idx="7889">
                  <c:v>0</c:v>
                </c:pt>
                <c:pt idx="7890">
                  <c:v>0</c:v>
                </c:pt>
                <c:pt idx="7891">
                  <c:v>0</c:v>
                </c:pt>
                <c:pt idx="7892">
                  <c:v>0</c:v>
                </c:pt>
                <c:pt idx="7893">
                  <c:v>0</c:v>
                </c:pt>
                <c:pt idx="7894">
                  <c:v>0</c:v>
                </c:pt>
                <c:pt idx="7895">
                  <c:v>0</c:v>
                </c:pt>
                <c:pt idx="7896">
                  <c:v>0</c:v>
                </c:pt>
                <c:pt idx="7897">
                  <c:v>0</c:v>
                </c:pt>
                <c:pt idx="7898">
                  <c:v>0</c:v>
                </c:pt>
                <c:pt idx="7899">
                  <c:v>0</c:v>
                </c:pt>
                <c:pt idx="7900">
                  <c:v>0</c:v>
                </c:pt>
                <c:pt idx="7901">
                  <c:v>0</c:v>
                </c:pt>
                <c:pt idx="7902">
                  <c:v>0</c:v>
                </c:pt>
                <c:pt idx="7903">
                  <c:v>0</c:v>
                </c:pt>
                <c:pt idx="7904">
                  <c:v>0</c:v>
                </c:pt>
                <c:pt idx="7905">
                  <c:v>0</c:v>
                </c:pt>
                <c:pt idx="7906">
                  <c:v>0</c:v>
                </c:pt>
                <c:pt idx="7907">
                  <c:v>0</c:v>
                </c:pt>
                <c:pt idx="7908">
                  <c:v>0</c:v>
                </c:pt>
                <c:pt idx="7909">
                  <c:v>0</c:v>
                </c:pt>
                <c:pt idx="7910">
                  <c:v>0</c:v>
                </c:pt>
                <c:pt idx="7911">
                  <c:v>0</c:v>
                </c:pt>
                <c:pt idx="7912">
                  <c:v>0</c:v>
                </c:pt>
                <c:pt idx="7913">
                  <c:v>0</c:v>
                </c:pt>
                <c:pt idx="7914">
                  <c:v>0</c:v>
                </c:pt>
                <c:pt idx="7915">
                  <c:v>0</c:v>
                </c:pt>
                <c:pt idx="7916">
                  <c:v>0</c:v>
                </c:pt>
                <c:pt idx="7917">
                  <c:v>0</c:v>
                </c:pt>
                <c:pt idx="7918">
                  <c:v>0</c:v>
                </c:pt>
                <c:pt idx="7919">
                  <c:v>0</c:v>
                </c:pt>
                <c:pt idx="7920">
                  <c:v>0</c:v>
                </c:pt>
                <c:pt idx="7921">
                  <c:v>0</c:v>
                </c:pt>
                <c:pt idx="7922">
                  <c:v>0</c:v>
                </c:pt>
                <c:pt idx="7923">
                  <c:v>0</c:v>
                </c:pt>
                <c:pt idx="7924">
                  <c:v>0</c:v>
                </c:pt>
                <c:pt idx="7925">
                  <c:v>0</c:v>
                </c:pt>
                <c:pt idx="7926">
                  <c:v>0</c:v>
                </c:pt>
                <c:pt idx="7927">
                  <c:v>0</c:v>
                </c:pt>
                <c:pt idx="7928">
                  <c:v>0</c:v>
                </c:pt>
                <c:pt idx="7929">
                  <c:v>0</c:v>
                </c:pt>
                <c:pt idx="7930">
                  <c:v>0</c:v>
                </c:pt>
                <c:pt idx="7931">
                  <c:v>0</c:v>
                </c:pt>
                <c:pt idx="7932">
                  <c:v>0</c:v>
                </c:pt>
                <c:pt idx="7933">
                  <c:v>0</c:v>
                </c:pt>
                <c:pt idx="7934">
                  <c:v>0</c:v>
                </c:pt>
                <c:pt idx="7935">
                  <c:v>0</c:v>
                </c:pt>
                <c:pt idx="7936">
                  <c:v>0</c:v>
                </c:pt>
                <c:pt idx="7937">
                  <c:v>0</c:v>
                </c:pt>
                <c:pt idx="7938">
                  <c:v>0</c:v>
                </c:pt>
                <c:pt idx="7939">
                  <c:v>0</c:v>
                </c:pt>
                <c:pt idx="7940">
                  <c:v>0</c:v>
                </c:pt>
                <c:pt idx="7941">
                  <c:v>0</c:v>
                </c:pt>
                <c:pt idx="7942">
                  <c:v>0</c:v>
                </c:pt>
                <c:pt idx="7943">
                  <c:v>0</c:v>
                </c:pt>
                <c:pt idx="7944">
                  <c:v>0</c:v>
                </c:pt>
                <c:pt idx="7945">
                  <c:v>0</c:v>
                </c:pt>
                <c:pt idx="7946">
                  <c:v>0</c:v>
                </c:pt>
                <c:pt idx="7947">
                  <c:v>0</c:v>
                </c:pt>
                <c:pt idx="7948">
                  <c:v>0</c:v>
                </c:pt>
                <c:pt idx="7949">
                  <c:v>0</c:v>
                </c:pt>
                <c:pt idx="7950">
                  <c:v>0</c:v>
                </c:pt>
                <c:pt idx="7951">
                  <c:v>0</c:v>
                </c:pt>
                <c:pt idx="7952">
                  <c:v>0</c:v>
                </c:pt>
                <c:pt idx="7953">
                  <c:v>0</c:v>
                </c:pt>
                <c:pt idx="7954">
                  <c:v>0</c:v>
                </c:pt>
                <c:pt idx="7955">
                  <c:v>0</c:v>
                </c:pt>
                <c:pt idx="7956">
                  <c:v>0</c:v>
                </c:pt>
                <c:pt idx="7957">
                  <c:v>0</c:v>
                </c:pt>
                <c:pt idx="7958">
                  <c:v>0</c:v>
                </c:pt>
                <c:pt idx="7959">
                  <c:v>0</c:v>
                </c:pt>
                <c:pt idx="7960">
                  <c:v>0</c:v>
                </c:pt>
                <c:pt idx="7961">
                  <c:v>0</c:v>
                </c:pt>
                <c:pt idx="7962">
                  <c:v>0</c:v>
                </c:pt>
                <c:pt idx="7963">
                  <c:v>0</c:v>
                </c:pt>
                <c:pt idx="7964">
                  <c:v>0</c:v>
                </c:pt>
                <c:pt idx="7965">
                  <c:v>0</c:v>
                </c:pt>
                <c:pt idx="7966">
                  <c:v>0</c:v>
                </c:pt>
                <c:pt idx="7967">
                  <c:v>0</c:v>
                </c:pt>
                <c:pt idx="7968">
                  <c:v>0</c:v>
                </c:pt>
                <c:pt idx="7969">
                  <c:v>0</c:v>
                </c:pt>
                <c:pt idx="7970">
                  <c:v>0</c:v>
                </c:pt>
                <c:pt idx="7971">
                  <c:v>0</c:v>
                </c:pt>
                <c:pt idx="7972">
                  <c:v>0</c:v>
                </c:pt>
                <c:pt idx="7973">
                  <c:v>0</c:v>
                </c:pt>
                <c:pt idx="7974">
                  <c:v>0</c:v>
                </c:pt>
                <c:pt idx="7975">
                  <c:v>0</c:v>
                </c:pt>
                <c:pt idx="7976">
                  <c:v>0</c:v>
                </c:pt>
                <c:pt idx="7977">
                  <c:v>0</c:v>
                </c:pt>
                <c:pt idx="7978">
                  <c:v>0</c:v>
                </c:pt>
                <c:pt idx="7979">
                  <c:v>0</c:v>
                </c:pt>
                <c:pt idx="7980">
                  <c:v>0</c:v>
                </c:pt>
                <c:pt idx="7981">
                  <c:v>0</c:v>
                </c:pt>
                <c:pt idx="7982">
                  <c:v>0</c:v>
                </c:pt>
                <c:pt idx="7983">
                  <c:v>0</c:v>
                </c:pt>
                <c:pt idx="7984">
                  <c:v>0</c:v>
                </c:pt>
                <c:pt idx="7985">
                  <c:v>0</c:v>
                </c:pt>
                <c:pt idx="7986">
                  <c:v>0</c:v>
                </c:pt>
                <c:pt idx="7987">
                  <c:v>0</c:v>
                </c:pt>
                <c:pt idx="7988">
                  <c:v>0</c:v>
                </c:pt>
                <c:pt idx="7989">
                  <c:v>0</c:v>
                </c:pt>
                <c:pt idx="7990">
                  <c:v>0</c:v>
                </c:pt>
                <c:pt idx="7991">
                  <c:v>0</c:v>
                </c:pt>
                <c:pt idx="7992">
                  <c:v>0</c:v>
                </c:pt>
                <c:pt idx="7993">
                  <c:v>0</c:v>
                </c:pt>
                <c:pt idx="7994">
                  <c:v>0</c:v>
                </c:pt>
                <c:pt idx="7995">
                  <c:v>0</c:v>
                </c:pt>
                <c:pt idx="7996">
                  <c:v>0</c:v>
                </c:pt>
                <c:pt idx="7997">
                  <c:v>0</c:v>
                </c:pt>
                <c:pt idx="7998">
                  <c:v>0</c:v>
                </c:pt>
                <c:pt idx="7999">
                  <c:v>0</c:v>
                </c:pt>
                <c:pt idx="8000">
                  <c:v>0</c:v>
                </c:pt>
                <c:pt idx="8001">
                  <c:v>0</c:v>
                </c:pt>
                <c:pt idx="8002">
                  <c:v>0</c:v>
                </c:pt>
                <c:pt idx="8003">
                  <c:v>0</c:v>
                </c:pt>
                <c:pt idx="8004">
                  <c:v>0</c:v>
                </c:pt>
                <c:pt idx="8005">
                  <c:v>0</c:v>
                </c:pt>
                <c:pt idx="8006">
                  <c:v>0</c:v>
                </c:pt>
                <c:pt idx="8007">
                  <c:v>0</c:v>
                </c:pt>
                <c:pt idx="8008">
                  <c:v>0</c:v>
                </c:pt>
                <c:pt idx="8009">
                  <c:v>0</c:v>
                </c:pt>
                <c:pt idx="8010">
                  <c:v>0</c:v>
                </c:pt>
                <c:pt idx="8011">
                  <c:v>0</c:v>
                </c:pt>
                <c:pt idx="8012">
                  <c:v>0</c:v>
                </c:pt>
                <c:pt idx="8013">
                  <c:v>0</c:v>
                </c:pt>
                <c:pt idx="8014">
                  <c:v>0</c:v>
                </c:pt>
                <c:pt idx="8015">
                  <c:v>0</c:v>
                </c:pt>
                <c:pt idx="8016">
                  <c:v>0</c:v>
                </c:pt>
                <c:pt idx="8017">
                  <c:v>0</c:v>
                </c:pt>
                <c:pt idx="8018">
                  <c:v>0</c:v>
                </c:pt>
                <c:pt idx="8019">
                  <c:v>0</c:v>
                </c:pt>
                <c:pt idx="8020">
                  <c:v>0</c:v>
                </c:pt>
                <c:pt idx="8021">
                  <c:v>0</c:v>
                </c:pt>
                <c:pt idx="8022">
                  <c:v>0</c:v>
                </c:pt>
                <c:pt idx="8023">
                  <c:v>0</c:v>
                </c:pt>
                <c:pt idx="8024">
                  <c:v>0</c:v>
                </c:pt>
                <c:pt idx="8025">
                  <c:v>0</c:v>
                </c:pt>
                <c:pt idx="8026">
                  <c:v>0</c:v>
                </c:pt>
                <c:pt idx="8027">
                  <c:v>0</c:v>
                </c:pt>
                <c:pt idx="8028">
                  <c:v>0</c:v>
                </c:pt>
                <c:pt idx="8029">
                  <c:v>0</c:v>
                </c:pt>
                <c:pt idx="8030">
                  <c:v>0</c:v>
                </c:pt>
                <c:pt idx="8031">
                  <c:v>0</c:v>
                </c:pt>
                <c:pt idx="8032">
                  <c:v>0</c:v>
                </c:pt>
                <c:pt idx="8033">
                  <c:v>0</c:v>
                </c:pt>
                <c:pt idx="8034">
                  <c:v>0</c:v>
                </c:pt>
                <c:pt idx="8035">
                  <c:v>0</c:v>
                </c:pt>
                <c:pt idx="8036">
                  <c:v>0</c:v>
                </c:pt>
                <c:pt idx="8037">
                  <c:v>0</c:v>
                </c:pt>
                <c:pt idx="8038">
                  <c:v>0</c:v>
                </c:pt>
                <c:pt idx="8039">
                  <c:v>0</c:v>
                </c:pt>
                <c:pt idx="8040">
                  <c:v>0</c:v>
                </c:pt>
                <c:pt idx="8041">
                  <c:v>0</c:v>
                </c:pt>
                <c:pt idx="8042">
                  <c:v>0</c:v>
                </c:pt>
                <c:pt idx="8043">
                  <c:v>0</c:v>
                </c:pt>
                <c:pt idx="8044">
                  <c:v>0</c:v>
                </c:pt>
                <c:pt idx="8045">
                  <c:v>0</c:v>
                </c:pt>
                <c:pt idx="8046">
                  <c:v>0</c:v>
                </c:pt>
                <c:pt idx="8047">
                  <c:v>0</c:v>
                </c:pt>
                <c:pt idx="8048">
                  <c:v>0</c:v>
                </c:pt>
                <c:pt idx="8049">
                  <c:v>0</c:v>
                </c:pt>
                <c:pt idx="8050">
                  <c:v>0</c:v>
                </c:pt>
                <c:pt idx="8051">
                  <c:v>0</c:v>
                </c:pt>
                <c:pt idx="8052">
                  <c:v>0</c:v>
                </c:pt>
                <c:pt idx="8053">
                  <c:v>0</c:v>
                </c:pt>
                <c:pt idx="8054">
                  <c:v>0</c:v>
                </c:pt>
                <c:pt idx="8055">
                  <c:v>0</c:v>
                </c:pt>
                <c:pt idx="8056">
                  <c:v>0</c:v>
                </c:pt>
                <c:pt idx="8057">
                  <c:v>0</c:v>
                </c:pt>
                <c:pt idx="8058">
                  <c:v>0</c:v>
                </c:pt>
                <c:pt idx="8059">
                  <c:v>0</c:v>
                </c:pt>
                <c:pt idx="8060">
                  <c:v>0</c:v>
                </c:pt>
                <c:pt idx="8061">
                  <c:v>0</c:v>
                </c:pt>
                <c:pt idx="8062">
                  <c:v>0</c:v>
                </c:pt>
                <c:pt idx="8063">
                  <c:v>0</c:v>
                </c:pt>
                <c:pt idx="8064">
                  <c:v>0</c:v>
                </c:pt>
                <c:pt idx="8065">
                  <c:v>0</c:v>
                </c:pt>
                <c:pt idx="8066">
                  <c:v>0</c:v>
                </c:pt>
                <c:pt idx="8067">
                  <c:v>0</c:v>
                </c:pt>
                <c:pt idx="8068">
                  <c:v>0</c:v>
                </c:pt>
                <c:pt idx="8069">
                  <c:v>0</c:v>
                </c:pt>
                <c:pt idx="8070">
                  <c:v>0</c:v>
                </c:pt>
                <c:pt idx="8071">
                  <c:v>0</c:v>
                </c:pt>
                <c:pt idx="8072">
                  <c:v>0</c:v>
                </c:pt>
                <c:pt idx="8073">
                  <c:v>0</c:v>
                </c:pt>
                <c:pt idx="8074">
                  <c:v>0</c:v>
                </c:pt>
                <c:pt idx="8075">
                  <c:v>0</c:v>
                </c:pt>
                <c:pt idx="8076">
                  <c:v>0</c:v>
                </c:pt>
                <c:pt idx="8077">
                  <c:v>0</c:v>
                </c:pt>
                <c:pt idx="8078">
                  <c:v>0</c:v>
                </c:pt>
                <c:pt idx="8079">
                  <c:v>0</c:v>
                </c:pt>
                <c:pt idx="8080">
                  <c:v>0</c:v>
                </c:pt>
                <c:pt idx="8081">
                  <c:v>0</c:v>
                </c:pt>
                <c:pt idx="8082">
                  <c:v>0</c:v>
                </c:pt>
                <c:pt idx="8083">
                  <c:v>0</c:v>
                </c:pt>
                <c:pt idx="8084">
                  <c:v>0</c:v>
                </c:pt>
                <c:pt idx="8085">
                  <c:v>0</c:v>
                </c:pt>
                <c:pt idx="8086">
                  <c:v>0</c:v>
                </c:pt>
                <c:pt idx="8087">
                  <c:v>0</c:v>
                </c:pt>
                <c:pt idx="8088">
                  <c:v>0</c:v>
                </c:pt>
                <c:pt idx="8089">
                  <c:v>0</c:v>
                </c:pt>
                <c:pt idx="8090">
                  <c:v>0</c:v>
                </c:pt>
                <c:pt idx="8091">
                  <c:v>0</c:v>
                </c:pt>
                <c:pt idx="8092">
                  <c:v>0</c:v>
                </c:pt>
                <c:pt idx="8093">
                  <c:v>0</c:v>
                </c:pt>
                <c:pt idx="8094">
                  <c:v>0</c:v>
                </c:pt>
                <c:pt idx="8095">
                  <c:v>0</c:v>
                </c:pt>
                <c:pt idx="8096">
                  <c:v>0</c:v>
                </c:pt>
                <c:pt idx="8097">
                  <c:v>0</c:v>
                </c:pt>
                <c:pt idx="8098">
                  <c:v>0</c:v>
                </c:pt>
                <c:pt idx="8099">
                  <c:v>0</c:v>
                </c:pt>
                <c:pt idx="8100">
                  <c:v>0</c:v>
                </c:pt>
                <c:pt idx="8101">
                  <c:v>0</c:v>
                </c:pt>
                <c:pt idx="8102">
                  <c:v>0</c:v>
                </c:pt>
                <c:pt idx="8103">
                  <c:v>0</c:v>
                </c:pt>
                <c:pt idx="8104">
                  <c:v>0</c:v>
                </c:pt>
                <c:pt idx="8105">
                  <c:v>0</c:v>
                </c:pt>
                <c:pt idx="8106">
                  <c:v>0</c:v>
                </c:pt>
                <c:pt idx="8107">
                  <c:v>0</c:v>
                </c:pt>
                <c:pt idx="8108">
                  <c:v>0</c:v>
                </c:pt>
                <c:pt idx="8109">
                  <c:v>0</c:v>
                </c:pt>
                <c:pt idx="8110">
                  <c:v>0</c:v>
                </c:pt>
                <c:pt idx="8111">
                  <c:v>0</c:v>
                </c:pt>
                <c:pt idx="8112">
                  <c:v>0</c:v>
                </c:pt>
                <c:pt idx="8113">
                  <c:v>0</c:v>
                </c:pt>
                <c:pt idx="8114">
                  <c:v>0</c:v>
                </c:pt>
                <c:pt idx="8115">
                  <c:v>0</c:v>
                </c:pt>
                <c:pt idx="8116">
                  <c:v>0</c:v>
                </c:pt>
                <c:pt idx="8117">
                  <c:v>0</c:v>
                </c:pt>
                <c:pt idx="8118">
                  <c:v>0</c:v>
                </c:pt>
                <c:pt idx="8119">
                  <c:v>0</c:v>
                </c:pt>
                <c:pt idx="8120">
                  <c:v>0</c:v>
                </c:pt>
                <c:pt idx="8121">
                  <c:v>0</c:v>
                </c:pt>
                <c:pt idx="8122">
                  <c:v>0</c:v>
                </c:pt>
                <c:pt idx="8123">
                  <c:v>0</c:v>
                </c:pt>
                <c:pt idx="8124">
                  <c:v>0</c:v>
                </c:pt>
                <c:pt idx="8125">
                  <c:v>0</c:v>
                </c:pt>
                <c:pt idx="8126">
                  <c:v>0</c:v>
                </c:pt>
                <c:pt idx="8127">
                  <c:v>0</c:v>
                </c:pt>
                <c:pt idx="8128">
                  <c:v>0</c:v>
                </c:pt>
                <c:pt idx="8129">
                  <c:v>0</c:v>
                </c:pt>
                <c:pt idx="8130">
                  <c:v>0</c:v>
                </c:pt>
                <c:pt idx="8131">
                  <c:v>0</c:v>
                </c:pt>
                <c:pt idx="8132">
                  <c:v>0</c:v>
                </c:pt>
                <c:pt idx="8133">
                  <c:v>0</c:v>
                </c:pt>
                <c:pt idx="8134">
                  <c:v>0</c:v>
                </c:pt>
                <c:pt idx="8135">
                  <c:v>0</c:v>
                </c:pt>
                <c:pt idx="8136">
                  <c:v>0</c:v>
                </c:pt>
                <c:pt idx="8137">
                  <c:v>0</c:v>
                </c:pt>
                <c:pt idx="8138">
                  <c:v>0</c:v>
                </c:pt>
                <c:pt idx="8139">
                  <c:v>0</c:v>
                </c:pt>
                <c:pt idx="8140">
                  <c:v>0</c:v>
                </c:pt>
                <c:pt idx="8141">
                  <c:v>0</c:v>
                </c:pt>
                <c:pt idx="8142">
                  <c:v>0</c:v>
                </c:pt>
                <c:pt idx="8143">
                  <c:v>0</c:v>
                </c:pt>
                <c:pt idx="8144">
                  <c:v>0</c:v>
                </c:pt>
                <c:pt idx="8145">
                  <c:v>0</c:v>
                </c:pt>
                <c:pt idx="8146">
                  <c:v>0</c:v>
                </c:pt>
                <c:pt idx="8147">
                  <c:v>0</c:v>
                </c:pt>
                <c:pt idx="8148">
                  <c:v>0</c:v>
                </c:pt>
                <c:pt idx="8149">
                  <c:v>0</c:v>
                </c:pt>
                <c:pt idx="8150">
                  <c:v>0</c:v>
                </c:pt>
                <c:pt idx="8151">
                  <c:v>0</c:v>
                </c:pt>
                <c:pt idx="8152">
                  <c:v>0</c:v>
                </c:pt>
                <c:pt idx="8153">
                  <c:v>0</c:v>
                </c:pt>
                <c:pt idx="8154">
                  <c:v>0</c:v>
                </c:pt>
                <c:pt idx="8155">
                  <c:v>0</c:v>
                </c:pt>
                <c:pt idx="8156">
                  <c:v>0</c:v>
                </c:pt>
                <c:pt idx="8157">
                  <c:v>0</c:v>
                </c:pt>
                <c:pt idx="8158">
                  <c:v>0</c:v>
                </c:pt>
                <c:pt idx="8159">
                  <c:v>0</c:v>
                </c:pt>
                <c:pt idx="8160">
                  <c:v>0</c:v>
                </c:pt>
                <c:pt idx="8161">
                  <c:v>0</c:v>
                </c:pt>
                <c:pt idx="8162">
                  <c:v>0</c:v>
                </c:pt>
                <c:pt idx="8163">
                  <c:v>0</c:v>
                </c:pt>
                <c:pt idx="8164">
                  <c:v>0</c:v>
                </c:pt>
                <c:pt idx="8165">
                  <c:v>0</c:v>
                </c:pt>
                <c:pt idx="8166">
                  <c:v>0</c:v>
                </c:pt>
                <c:pt idx="8167">
                  <c:v>0</c:v>
                </c:pt>
                <c:pt idx="8168">
                  <c:v>0</c:v>
                </c:pt>
                <c:pt idx="8169">
                  <c:v>0</c:v>
                </c:pt>
                <c:pt idx="8170">
                  <c:v>0</c:v>
                </c:pt>
                <c:pt idx="8171">
                  <c:v>0</c:v>
                </c:pt>
                <c:pt idx="8172">
                  <c:v>0</c:v>
                </c:pt>
                <c:pt idx="8173">
                  <c:v>0</c:v>
                </c:pt>
                <c:pt idx="8174">
                  <c:v>0</c:v>
                </c:pt>
                <c:pt idx="8175">
                  <c:v>0</c:v>
                </c:pt>
                <c:pt idx="8176">
                  <c:v>0</c:v>
                </c:pt>
                <c:pt idx="8177">
                  <c:v>0</c:v>
                </c:pt>
                <c:pt idx="8178">
                  <c:v>0</c:v>
                </c:pt>
                <c:pt idx="8179">
                  <c:v>0</c:v>
                </c:pt>
                <c:pt idx="8180">
                  <c:v>0</c:v>
                </c:pt>
                <c:pt idx="8181">
                  <c:v>0</c:v>
                </c:pt>
                <c:pt idx="8182">
                  <c:v>0</c:v>
                </c:pt>
                <c:pt idx="8183">
                  <c:v>0</c:v>
                </c:pt>
                <c:pt idx="8184">
                  <c:v>0</c:v>
                </c:pt>
                <c:pt idx="8185">
                  <c:v>0</c:v>
                </c:pt>
                <c:pt idx="8186">
                  <c:v>0</c:v>
                </c:pt>
                <c:pt idx="8187">
                  <c:v>0</c:v>
                </c:pt>
                <c:pt idx="8188">
                  <c:v>0</c:v>
                </c:pt>
                <c:pt idx="8189">
                  <c:v>0</c:v>
                </c:pt>
                <c:pt idx="8190">
                  <c:v>0</c:v>
                </c:pt>
                <c:pt idx="8191">
                  <c:v>0</c:v>
                </c:pt>
                <c:pt idx="8192">
                  <c:v>0</c:v>
                </c:pt>
                <c:pt idx="8193">
                  <c:v>0</c:v>
                </c:pt>
                <c:pt idx="8194">
                  <c:v>0</c:v>
                </c:pt>
                <c:pt idx="8195">
                  <c:v>0</c:v>
                </c:pt>
                <c:pt idx="8196">
                  <c:v>0</c:v>
                </c:pt>
                <c:pt idx="8197">
                  <c:v>0</c:v>
                </c:pt>
                <c:pt idx="8198">
                  <c:v>0</c:v>
                </c:pt>
                <c:pt idx="8199">
                  <c:v>0</c:v>
                </c:pt>
                <c:pt idx="8200">
                  <c:v>0</c:v>
                </c:pt>
                <c:pt idx="8201">
                  <c:v>0</c:v>
                </c:pt>
                <c:pt idx="8202">
                  <c:v>0</c:v>
                </c:pt>
                <c:pt idx="8203">
                  <c:v>0</c:v>
                </c:pt>
                <c:pt idx="8204">
                  <c:v>0</c:v>
                </c:pt>
                <c:pt idx="8205">
                  <c:v>0</c:v>
                </c:pt>
                <c:pt idx="8206">
                  <c:v>0</c:v>
                </c:pt>
                <c:pt idx="8207">
                  <c:v>0</c:v>
                </c:pt>
                <c:pt idx="8208">
                  <c:v>0</c:v>
                </c:pt>
                <c:pt idx="8209">
                  <c:v>0</c:v>
                </c:pt>
                <c:pt idx="8210">
                  <c:v>0</c:v>
                </c:pt>
                <c:pt idx="8211">
                  <c:v>0</c:v>
                </c:pt>
                <c:pt idx="8212">
                  <c:v>0</c:v>
                </c:pt>
                <c:pt idx="8213">
                  <c:v>0</c:v>
                </c:pt>
                <c:pt idx="8214">
                  <c:v>0</c:v>
                </c:pt>
                <c:pt idx="8215">
                  <c:v>0</c:v>
                </c:pt>
                <c:pt idx="8216">
                  <c:v>0</c:v>
                </c:pt>
                <c:pt idx="8217">
                  <c:v>0</c:v>
                </c:pt>
                <c:pt idx="8218">
                  <c:v>0</c:v>
                </c:pt>
                <c:pt idx="8219">
                  <c:v>0</c:v>
                </c:pt>
                <c:pt idx="8220">
                  <c:v>0</c:v>
                </c:pt>
                <c:pt idx="8221">
                  <c:v>0</c:v>
                </c:pt>
                <c:pt idx="8222">
                  <c:v>0</c:v>
                </c:pt>
                <c:pt idx="8223">
                  <c:v>0</c:v>
                </c:pt>
                <c:pt idx="8224">
                  <c:v>0</c:v>
                </c:pt>
                <c:pt idx="8225">
                  <c:v>0</c:v>
                </c:pt>
                <c:pt idx="8226">
                  <c:v>0</c:v>
                </c:pt>
                <c:pt idx="8227">
                  <c:v>0</c:v>
                </c:pt>
                <c:pt idx="8228">
                  <c:v>0</c:v>
                </c:pt>
                <c:pt idx="8229">
                  <c:v>0</c:v>
                </c:pt>
                <c:pt idx="8230">
                  <c:v>0</c:v>
                </c:pt>
                <c:pt idx="8231">
                  <c:v>0</c:v>
                </c:pt>
                <c:pt idx="8232">
                  <c:v>0</c:v>
                </c:pt>
                <c:pt idx="8233">
                  <c:v>0</c:v>
                </c:pt>
                <c:pt idx="8234">
                  <c:v>0</c:v>
                </c:pt>
                <c:pt idx="8235">
                  <c:v>0</c:v>
                </c:pt>
                <c:pt idx="8236">
                  <c:v>0</c:v>
                </c:pt>
                <c:pt idx="8237">
                  <c:v>0</c:v>
                </c:pt>
                <c:pt idx="8238">
                  <c:v>0</c:v>
                </c:pt>
                <c:pt idx="8239">
                  <c:v>0</c:v>
                </c:pt>
                <c:pt idx="8240">
                  <c:v>0</c:v>
                </c:pt>
                <c:pt idx="8241">
                  <c:v>0</c:v>
                </c:pt>
                <c:pt idx="8242">
                  <c:v>0</c:v>
                </c:pt>
                <c:pt idx="8243">
                  <c:v>0</c:v>
                </c:pt>
                <c:pt idx="8244">
                  <c:v>0</c:v>
                </c:pt>
                <c:pt idx="8245">
                  <c:v>0</c:v>
                </c:pt>
                <c:pt idx="8246">
                  <c:v>0</c:v>
                </c:pt>
                <c:pt idx="8247">
                  <c:v>0</c:v>
                </c:pt>
                <c:pt idx="8248">
                  <c:v>0</c:v>
                </c:pt>
                <c:pt idx="8249">
                  <c:v>0</c:v>
                </c:pt>
                <c:pt idx="8250">
                  <c:v>0</c:v>
                </c:pt>
                <c:pt idx="8251">
                  <c:v>0</c:v>
                </c:pt>
                <c:pt idx="8252">
                  <c:v>0</c:v>
                </c:pt>
                <c:pt idx="8253">
                  <c:v>0</c:v>
                </c:pt>
                <c:pt idx="8254">
                  <c:v>0</c:v>
                </c:pt>
                <c:pt idx="8255">
                  <c:v>0</c:v>
                </c:pt>
                <c:pt idx="8256">
                  <c:v>0</c:v>
                </c:pt>
                <c:pt idx="8257">
                  <c:v>0</c:v>
                </c:pt>
                <c:pt idx="8258">
                  <c:v>0</c:v>
                </c:pt>
                <c:pt idx="8259">
                  <c:v>0</c:v>
                </c:pt>
                <c:pt idx="8260">
                  <c:v>0</c:v>
                </c:pt>
                <c:pt idx="8261">
                  <c:v>0</c:v>
                </c:pt>
                <c:pt idx="8262">
                  <c:v>0</c:v>
                </c:pt>
                <c:pt idx="8263">
                  <c:v>0</c:v>
                </c:pt>
                <c:pt idx="8264">
                  <c:v>0</c:v>
                </c:pt>
                <c:pt idx="8265">
                  <c:v>0</c:v>
                </c:pt>
                <c:pt idx="8266">
                  <c:v>0</c:v>
                </c:pt>
                <c:pt idx="8267">
                  <c:v>0</c:v>
                </c:pt>
                <c:pt idx="8268">
                  <c:v>0</c:v>
                </c:pt>
                <c:pt idx="8269">
                  <c:v>0</c:v>
                </c:pt>
                <c:pt idx="8270">
                  <c:v>0</c:v>
                </c:pt>
                <c:pt idx="8271">
                  <c:v>0</c:v>
                </c:pt>
                <c:pt idx="8272">
                  <c:v>0</c:v>
                </c:pt>
                <c:pt idx="8273">
                  <c:v>0</c:v>
                </c:pt>
                <c:pt idx="8274">
                  <c:v>0</c:v>
                </c:pt>
                <c:pt idx="8275">
                  <c:v>0</c:v>
                </c:pt>
                <c:pt idx="8276">
                  <c:v>0</c:v>
                </c:pt>
                <c:pt idx="8277">
                  <c:v>0</c:v>
                </c:pt>
                <c:pt idx="8278">
                  <c:v>0</c:v>
                </c:pt>
                <c:pt idx="8279">
                  <c:v>0</c:v>
                </c:pt>
                <c:pt idx="8280">
                  <c:v>0</c:v>
                </c:pt>
                <c:pt idx="8281">
                  <c:v>0</c:v>
                </c:pt>
                <c:pt idx="8282">
                  <c:v>0</c:v>
                </c:pt>
                <c:pt idx="8283">
                  <c:v>0</c:v>
                </c:pt>
                <c:pt idx="8284">
                  <c:v>0</c:v>
                </c:pt>
                <c:pt idx="8285">
                  <c:v>0</c:v>
                </c:pt>
                <c:pt idx="8286">
                  <c:v>0</c:v>
                </c:pt>
                <c:pt idx="8287">
                  <c:v>0</c:v>
                </c:pt>
                <c:pt idx="8288">
                  <c:v>0</c:v>
                </c:pt>
                <c:pt idx="8289">
                  <c:v>0</c:v>
                </c:pt>
                <c:pt idx="8290">
                  <c:v>0</c:v>
                </c:pt>
                <c:pt idx="8291">
                  <c:v>0</c:v>
                </c:pt>
                <c:pt idx="8292">
                  <c:v>0</c:v>
                </c:pt>
                <c:pt idx="8293">
                  <c:v>0</c:v>
                </c:pt>
                <c:pt idx="8294">
                  <c:v>0</c:v>
                </c:pt>
                <c:pt idx="8295">
                  <c:v>0</c:v>
                </c:pt>
                <c:pt idx="8296">
                  <c:v>0</c:v>
                </c:pt>
                <c:pt idx="8297">
                  <c:v>0</c:v>
                </c:pt>
                <c:pt idx="8298">
                  <c:v>0</c:v>
                </c:pt>
                <c:pt idx="8299">
                  <c:v>0</c:v>
                </c:pt>
                <c:pt idx="8300">
                  <c:v>0</c:v>
                </c:pt>
                <c:pt idx="8301">
                  <c:v>0</c:v>
                </c:pt>
                <c:pt idx="8302">
                  <c:v>0</c:v>
                </c:pt>
                <c:pt idx="8303">
                  <c:v>0</c:v>
                </c:pt>
                <c:pt idx="8304">
                  <c:v>0</c:v>
                </c:pt>
                <c:pt idx="8305">
                  <c:v>0</c:v>
                </c:pt>
                <c:pt idx="8306">
                  <c:v>0</c:v>
                </c:pt>
                <c:pt idx="8307">
                  <c:v>0</c:v>
                </c:pt>
                <c:pt idx="8308">
                  <c:v>0</c:v>
                </c:pt>
                <c:pt idx="8309">
                  <c:v>0</c:v>
                </c:pt>
                <c:pt idx="8310">
                  <c:v>0</c:v>
                </c:pt>
                <c:pt idx="8311">
                  <c:v>0</c:v>
                </c:pt>
                <c:pt idx="8312">
                  <c:v>0</c:v>
                </c:pt>
                <c:pt idx="8313">
                  <c:v>0</c:v>
                </c:pt>
                <c:pt idx="8314">
                  <c:v>0</c:v>
                </c:pt>
                <c:pt idx="8315">
                  <c:v>0</c:v>
                </c:pt>
                <c:pt idx="8316">
                  <c:v>0</c:v>
                </c:pt>
                <c:pt idx="8317">
                  <c:v>0</c:v>
                </c:pt>
                <c:pt idx="8318">
                  <c:v>0</c:v>
                </c:pt>
                <c:pt idx="8319">
                  <c:v>0</c:v>
                </c:pt>
                <c:pt idx="8320">
                  <c:v>0</c:v>
                </c:pt>
                <c:pt idx="8321">
                  <c:v>0</c:v>
                </c:pt>
                <c:pt idx="8322">
                  <c:v>0</c:v>
                </c:pt>
                <c:pt idx="8323">
                  <c:v>0</c:v>
                </c:pt>
                <c:pt idx="8324">
                  <c:v>0</c:v>
                </c:pt>
                <c:pt idx="8325">
                  <c:v>0</c:v>
                </c:pt>
                <c:pt idx="8326">
                  <c:v>0</c:v>
                </c:pt>
                <c:pt idx="8327">
                  <c:v>0</c:v>
                </c:pt>
                <c:pt idx="8328">
                  <c:v>0</c:v>
                </c:pt>
                <c:pt idx="8329">
                  <c:v>0</c:v>
                </c:pt>
                <c:pt idx="8330">
                  <c:v>0</c:v>
                </c:pt>
                <c:pt idx="8331">
                  <c:v>0</c:v>
                </c:pt>
                <c:pt idx="8332">
                  <c:v>0</c:v>
                </c:pt>
                <c:pt idx="8333">
                  <c:v>0</c:v>
                </c:pt>
                <c:pt idx="8334">
                  <c:v>0</c:v>
                </c:pt>
                <c:pt idx="8335">
                  <c:v>0</c:v>
                </c:pt>
                <c:pt idx="8336">
                  <c:v>0</c:v>
                </c:pt>
                <c:pt idx="8337">
                  <c:v>0</c:v>
                </c:pt>
                <c:pt idx="8338">
                  <c:v>0</c:v>
                </c:pt>
                <c:pt idx="8339">
                  <c:v>0</c:v>
                </c:pt>
                <c:pt idx="8340">
                  <c:v>0</c:v>
                </c:pt>
                <c:pt idx="8341">
                  <c:v>0</c:v>
                </c:pt>
                <c:pt idx="8342">
                  <c:v>0</c:v>
                </c:pt>
                <c:pt idx="8343">
                  <c:v>0</c:v>
                </c:pt>
                <c:pt idx="8344">
                  <c:v>0</c:v>
                </c:pt>
                <c:pt idx="8345">
                  <c:v>0</c:v>
                </c:pt>
                <c:pt idx="8346">
                  <c:v>0</c:v>
                </c:pt>
                <c:pt idx="8347">
                  <c:v>0</c:v>
                </c:pt>
                <c:pt idx="8348">
                  <c:v>0</c:v>
                </c:pt>
                <c:pt idx="8349">
                  <c:v>0</c:v>
                </c:pt>
                <c:pt idx="8350">
                  <c:v>0</c:v>
                </c:pt>
                <c:pt idx="8351">
                  <c:v>0</c:v>
                </c:pt>
                <c:pt idx="8352">
                  <c:v>0</c:v>
                </c:pt>
                <c:pt idx="8353">
                  <c:v>0</c:v>
                </c:pt>
                <c:pt idx="8354">
                  <c:v>0</c:v>
                </c:pt>
                <c:pt idx="8355">
                  <c:v>0</c:v>
                </c:pt>
                <c:pt idx="8356">
                  <c:v>0</c:v>
                </c:pt>
                <c:pt idx="8357">
                  <c:v>0</c:v>
                </c:pt>
                <c:pt idx="8358">
                  <c:v>0</c:v>
                </c:pt>
                <c:pt idx="8359">
                  <c:v>0</c:v>
                </c:pt>
                <c:pt idx="8360">
                  <c:v>0</c:v>
                </c:pt>
                <c:pt idx="8361">
                  <c:v>0</c:v>
                </c:pt>
                <c:pt idx="8362">
                  <c:v>0</c:v>
                </c:pt>
                <c:pt idx="8363">
                  <c:v>0</c:v>
                </c:pt>
                <c:pt idx="8364">
                  <c:v>0</c:v>
                </c:pt>
                <c:pt idx="8365">
                  <c:v>0</c:v>
                </c:pt>
                <c:pt idx="8366">
                  <c:v>0</c:v>
                </c:pt>
                <c:pt idx="8367">
                  <c:v>0</c:v>
                </c:pt>
                <c:pt idx="8368">
                  <c:v>0</c:v>
                </c:pt>
                <c:pt idx="8369">
                  <c:v>0</c:v>
                </c:pt>
                <c:pt idx="8370">
                  <c:v>0</c:v>
                </c:pt>
                <c:pt idx="8371">
                  <c:v>0</c:v>
                </c:pt>
                <c:pt idx="8372">
                  <c:v>0</c:v>
                </c:pt>
                <c:pt idx="8373">
                  <c:v>0</c:v>
                </c:pt>
                <c:pt idx="8374">
                  <c:v>0</c:v>
                </c:pt>
                <c:pt idx="8375">
                  <c:v>0</c:v>
                </c:pt>
                <c:pt idx="8376">
                  <c:v>0</c:v>
                </c:pt>
                <c:pt idx="8377">
                  <c:v>0</c:v>
                </c:pt>
                <c:pt idx="8378">
                  <c:v>0</c:v>
                </c:pt>
                <c:pt idx="8379">
                  <c:v>0</c:v>
                </c:pt>
                <c:pt idx="8380">
                  <c:v>0</c:v>
                </c:pt>
                <c:pt idx="8381">
                  <c:v>0</c:v>
                </c:pt>
                <c:pt idx="8382">
                  <c:v>0</c:v>
                </c:pt>
                <c:pt idx="8383">
                  <c:v>0</c:v>
                </c:pt>
                <c:pt idx="8384">
                  <c:v>0</c:v>
                </c:pt>
                <c:pt idx="8385">
                  <c:v>0</c:v>
                </c:pt>
                <c:pt idx="8386">
                  <c:v>0</c:v>
                </c:pt>
                <c:pt idx="8387">
                  <c:v>0</c:v>
                </c:pt>
                <c:pt idx="8388">
                  <c:v>0</c:v>
                </c:pt>
                <c:pt idx="8389">
                  <c:v>0</c:v>
                </c:pt>
                <c:pt idx="8390">
                  <c:v>0</c:v>
                </c:pt>
                <c:pt idx="8391">
                  <c:v>0</c:v>
                </c:pt>
                <c:pt idx="8392">
                  <c:v>0</c:v>
                </c:pt>
                <c:pt idx="8393">
                  <c:v>0</c:v>
                </c:pt>
                <c:pt idx="8394">
                  <c:v>0</c:v>
                </c:pt>
                <c:pt idx="8395">
                  <c:v>0</c:v>
                </c:pt>
                <c:pt idx="8396">
                  <c:v>0</c:v>
                </c:pt>
                <c:pt idx="8397">
                  <c:v>0</c:v>
                </c:pt>
                <c:pt idx="8398">
                  <c:v>0</c:v>
                </c:pt>
                <c:pt idx="8399">
                  <c:v>0</c:v>
                </c:pt>
                <c:pt idx="8400">
                  <c:v>0</c:v>
                </c:pt>
                <c:pt idx="8401">
                  <c:v>0</c:v>
                </c:pt>
                <c:pt idx="8402">
                  <c:v>0</c:v>
                </c:pt>
                <c:pt idx="8403">
                  <c:v>0</c:v>
                </c:pt>
                <c:pt idx="8404">
                  <c:v>0</c:v>
                </c:pt>
                <c:pt idx="8405">
                  <c:v>0</c:v>
                </c:pt>
                <c:pt idx="8406">
                  <c:v>0</c:v>
                </c:pt>
                <c:pt idx="8407">
                  <c:v>0</c:v>
                </c:pt>
                <c:pt idx="8408">
                  <c:v>0</c:v>
                </c:pt>
                <c:pt idx="8409">
                  <c:v>0</c:v>
                </c:pt>
                <c:pt idx="8410">
                  <c:v>0</c:v>
                </c:pt>
                <c:pt idx="8411">
                  <c:v>0</c:v>
                </c:pt>
                <c:pt idx="8412">
                  <c:v>0</c:v>
                </c:pt>
                <c:pt idx="8413">
                  <c:v>0</c:v>
                </c:pt>
                <c:pt idx="8414">
                  <c:v>0</c:v>
                </c:pt>
                <c:pt idx="8415">
                  <c:v>0</c:v>
                </c:pt>
                <c:pt idx="8416">
                  <c:v>0</c:v>
                </c:pt>
                <c:pt idx="8417">
                  <c:v>0</c:v>
                </c:pt>
                <c:pt idx="8418">
                  <c:v>0</c:v>
                </c:pt>
                <c:pt idx="8419">
                  <c:v>0</c:v>
                </c:pt>
                <c:pt idx="8420">
                  <c:v>0</c:v>
                </c:pt>
                <c:pt idx="8421">
                  <c:v>0</c:v>
                </c:pt>
                <c:pt idx="8422">
                  <c:v>0</c:v>
                </c:pt>
                <c:pt idx="8423">
                  <c:v>0</c:v>
                </c:pt>
                <c:pt idx="8424">
                  <c:v>0</c:v>
                </c:pt>
                <c:pt idx="8425">
                  <c:v>0</c:v>
                </c:pt>
                <c:pt idx="8426">
                  <c:v>0</c:v>
                </c:pt>
                <c:pt idx="8427">
                  <c:v>0</c:v>
                </c:pt>
                <c:pt idx="8428">
                  <c:v>0</c:v>
                </c:pt>
                <c:pt idx="8429">
                  <c:v>0</c:v>
                </c:pt>
                <c:pt idx="8430">
                  <c:v>0</c:v>
                </c:pt>
                <c:pt idx="8431">
                  <c:v>0</c:v>
                </c:pt>
                <c:pt idx="8432">
                  <c:v>0</c:v>
                </c:pt>
                <c:pt idx="8433">
                  <c:v>0</c:v>
                </c:pt>
                <c:pt idx="8434">
                  <c:v>0</c:v>
                </c:pt>
                <c:pt idx="8435">
                  <c:v>0</c:v>
                </c:pt>
                <c:pt idx="8436">
                  <c:v>0</c:v>
                </c:pt>
                <c:pt idx="8437">
                  <c:v>0</c:v>
                </c:pt>
                <c:pt idx="8438">
                  <c:v>0</c:v>
                </c:pt>
                <c:pt idx="8439">
                  <c:v>0</c:v>
                </c:pt>
                <c:pt idx="8440">
                  <c:v>0</c:v>
                </c:pt>
                <c:pt idx="8441">
                  <c:v>0</c:v>
                </c:pt>
                <c:pt idx="8442">
                  <c:v>0</c:v>
                </c:pt>
                <c:pt idx="8443">
                  <c:v>0</c:v>
                </c:pt>
                <c:pt idx="8444">
                  <c:v>0</c:v>
                </c:pt>
                <c:pt idx="8445">
                  <c:v>0</c:v>
                </c:pt>
                <c:pt idx="8446">
                  <c:v>0</c:v>
                </c:pt>
                <c:pt idx="8447">
                  <c:v>0</c:v>
                </c:pt>
                <c:pt idx="8448">
                  <c:v>0</c:v>
                </c:pt>
                <c:pt idx="8449">
                  <c:v>0</c:v>
                </c:pt>
                <c:pt idx="8450">
                  <c:v>0</c:v>
                </c:pt>
                <c:pt idx="8451">
                  <c:v>0</c:v>
                </c:pt>
                <c:pt idx="8452">
                  <c:v>0</c:v>
                </c:pt>
                <c:pt idx="8453">
                  <c:v>0</c:v>
                </c:pt>
                <c:pt idx="8454">
                  <c:v>0</c:v>
                </c:pt>
                <c:pt idx="8455">
                  <c:v>0</c:v>
                </c:pt>
                <c:pt idx="8456">
                  <c:v>0</c:v>
                </c:pt>
                <c:pt idx="8457">
                  <c:v>0</c:v>
                </c:pt>
                <c:pt idx="8458">
                  <c:v>0</c:v>
                </c:pt>
                <c:pt idx="8459">
                  <c:v>0</c:v>
                </c:pt>
                <c:pt idx="8460">
                  <c:v>0</c:v>
                </c:pt>
                <c:pt idx="8461">
                  <c:v>0</c:v>
                </c:pt>
                <c:pt idx="8462">
                  <c:v>0</c:v>
                </c:pt>
                <c:pt idx="8463">
                  <c:v>0</c:v>
                </c:pt>
                <c:pt idx="8464">
                  <c:v>0</c:v>
                </c:pt>
                <c:pt idx="8465">
                  <c:v>0</c:v>
                </c:pt>
                <c:pt idx="8466">
                  <c:v>0</c:v>
                </c:pt>
                <c:pt idx="8467">
                  <c:v>0</c:v>
                </c:pt>
                <c:pt idx="8468">
                  <c:v>0</c:v>
                </c:pt>
                <c:pt idx="8469">
                  <c:v>0</c:v>
                </c:pt>
                <c:pt idx="8470">
                  <c:v>0</c:v>
                </c:pt>
                <c:pt idx="8471">
                  <c:v>0</c:v>
                </c:pt>
                <c:pt idx="8472">
                  <c:v>0</c:v>
                </c:pt>
                <c:pt idx="8473">
                  <c:v>0</c:v>
                </c:pt>
                <c:pt idx="8474">
                  <c:v>0</c:v>
                </c:pt>
                <c:pt idx="8475">
                  <c:v>0</c:v>
                </c:pt>
                <c:pt idx="8476">
                  <c:v>0</c:v>
                </c:pt>
                <c:pt idx="8477">
                  <c:v>0</c:v>
                </c:pt>
                <c:pt idx="8478">
                  <c:v>0</c:v>
                </c:pt>
                <c:pt idx="8479">
                  <c:v>0</c:v>
                </c:pt>
                <c:pt idx="8480">
                  <c:v>0</c:v>
                </c:pt>
                <c:pt idx="8481">
                  <c:v>0</c:v>
                </c:pt>
                <c:pt idx="8482">
                  <c:v>0</c:v>
                </c:pt>
                <c:pt idx="8483">
                  <c:v>0</c:v>
                </c:pt>
                <c:pt idx="8484">
                  <c:v>0</c:v>
                </c:pt>
                <c:pt idx="8485">
                  <c:v>0</c:v>
                </c:pt>
                <c:pt idx="8486">
                  <c:v>0</c:v>
                </c:pt>
                <c:pt idx="8487">
                  <c:v>0</c:v>
                </c:pt>
                <c:pt idx="8488">
                  <c:v>0</c:v>
                </c:pt>
                <c:pt idx="8489">
                  <c:v>0</c:v>
                </c:pt>
                <c:pt idx="8490">
                  <c:v>0</c:v>
                </c:pt>
                <c:pt idx="8491">
                  <c:v>0</c:v>
                </c:pt>
                <c:pt idx="8492">
                  <c:v>0</c:v>
                </c:pt>
                <c:pt idx="8493">
                  <c:v>0</c:v>
                </c:pt>
                <c:pt idx="8494">
                  <c:v>0</c:v>
                </c:pt>
                <c:pt idx="8495">
                  <c:v>0</c:v>
                </c:pt>
                <c:pt idx="8496">
                  <c:v>0</c:v>
                </c:pt>
                <c:pt idx="8497">
                  <c:v>0</c:v>
                </c:pt>
                <c:pt idx="8498">
                  <c:v>0</c:v>
                </c:pt>
                <c:pt idx="8499">
                  <c:v>0</c:v>
                </c:pt>
                <c:pt idx="8500">
                  <c:v>0</c:v>
                </c:pt>
                <c:pt idx="8501">
                  <c:v>0</c:v>
                </c:pt>
                <c:pt idx="8502">
                  <c:v>0</c:v>
                </c:pt>
                <c:pt idx="8503">
                  <c:v>0</c:v>
                </c:pt>
                <c:pt idx="8504">
                  <c:v>0</c:v>
                </c:pt>
                <c:pt idx="8505">
                  <c:v>0</c:v>
                </c:pt>
                <c:pt idx="8506">
                  <c:v>0</c:v>
                </c:pt>
                <c:pt idx="8507">
                  <c:v>0</c:v>
                </c:pt>
                <c:pt idx="8508">
                  <c:v>0</c:v>
                </c:pt>
                <c:pt idx="8509">
                  <c:v>0</c:v>
                </c:pt>
                <c:pt idx="8510">
                  <c:v>0</c:v>
                </c:pt>
                <c:pt idx="8511">
                  <c:v>0</c:v>
                </c:pt>
                <c:pt idx="8512">
                  <c:v>0</c:v>
                </c:pt>
                <c:pt idx="8513">
                  <c:v>0</c:v>
                </c:pt>
                <c:pt idx="8514">
                  <c:v>0</c:v>
                </c:pt>
                <c:pt idx="8515">
                  <c:v>0</c:v>
                </c:pt>
                <c:pt idx="8516">
                  <c:v>0</c:v>
                </c:pt>
                <c:pt idx="8517">
                  <c:v>0</c:v>
                </c:pt>
                <c:pt idx="8518">
                  <c:v>0</c:v>
                </c:pt>
                <c:pt idx="8519">
                  <c:v>0</c:v>
                </c:pt>
                <c:pt idx="8520">
                  <c:v>0</c:v>
                </c:pt>
                <c:pt idx="8521">
                  <c:v>0</c:v>
                </c:pt>
                <c:pt idx="8522">
                  <c:v>0</c:v>
                </c:pt>
                <c:pt idx="8523">
                  <c:v>0</c:v>
                </c:pt>
                <c:pt idx="8524">
                  <c:v>0</c:v>
                </c:pt>
                <c:pt idx="8525">
                  <c:v>0</c:v>
                </c:pt>
                <c:pt idx="8526">
                  <c:v>0</c:v>
                </c:pt>
                <c:pt idx="8527">
                  <c:v>0</c:v>
                </c:pt>
                <c:pt idx="8528">
                  <c:v>0</c:v>
                </c:pt>
                <c:pt idx="8529">
                  <c:v>0</c:v>
                </c:pt>
                <c:pt idx="8530">
                  <c:v>0</c:v>
                </c:pt>
                <c:pt idx="8531">
                  <c:v>0</c:v>
                </c:pt>
                <c:pt idx="8532">
                  <c:v>0</c:v>
                </c:pt>
                <c:pt idx="8533">
                  <c:v>0</c:v>
                </c:pt>
                <c:pt idx="8534">
                  <c:v>0</c:v>
                </c:pt>
                <c:pt idx="8535">
                  <c:v>0</c:v>
                </c:pt>
                <c:pt idx="8536">
                  <c:v>0</c:v>
                </c:pt>
                <c:pt idx="8537">
                  <c:v>0</c:v>
                </c:pt>
                <c:pt idx="8538">
                  <c:v>0</c:v>
                </c:pt>
                <c:pt idx="8539">
                  <c:v>0</c:v>
                </c:pt>
                <c:pt idx="8540">
                  <c:v>0</c:v>
                </c:pt>
                <c:pt idx="8541">
                  <c:v>0</c:v>
                </c:pt>
                <c:pt idx="8542">
                  <c:v>0</c:v>
                </c:pt>
                <c:pt idx="8543">
                  <c:v>0</c:v>
                </c:pt>
                <c:pt idx="8544">
                  <c:v>0</c:v>
                </c:pt>
                <c:pt idx="8545">
                  <c:v>0</c:v>
                </c:pt>
                <c:pt idx="8546">
                  <c:v>0</c:v>
                </c:pt>
                <c:pt idx="8547">
                  <c:v>0</c:v>
                </c:pt>
                <c:pt idx="8548">
                  <c:v>0</c:v>
                </c:pt>
                <c:pt idx="8549">
                  <c:v>0</c:v>
                </c:pt>
                <c:pt idx="8550">
                  <c:v>0</c:v>
                </c:pt>
                <c:pt idx="8551">
                  <c:v>0</c:v>
                </c:pt>
                <c:pt idx="8552">
                  <c:v>0</c:v>
                </c:pt>
                <c:pt idx="8553">
                  <c:v>0</c:v>
                </c:pt>
                <c:pt idx="8554">
                  <c:v>0</c:v>
                </c:pt>
                <c:pt idx="8555">
                  <c:v>0</c:v>
                </c:pt>
                <c:pt idx="8556">
                  <c:v>0</c:v>
                </c:pt>
                <c:pt idx="8557">
                  <c:v>0</c:v>
                </c:pt>
                <c:pt idx="8558">
                  <c:v>0</c:v>
                </c:pt>
                <c:pt idx="8559">
                  <c:v>0</c:v>
                </c:pt>
                <c:pt idx="8560">
                  <c:v>0</c:v>
                </c:pt>
                <c:pt idx="8561">
                  <c:v>0</c:v>
                </c:pt>
                <c:pt idx="8562">
                  <c:v>0</c:v>
                </c:pt>
                <c:pt idx="8563">
                  <c:v>0</c:v>
                </c:pt>
                <c:pt idx="8564">
                  <c:v>0</c:v>
                </c:pt>
                <c:pt idx="8565">
                  <c:v>0</c:v>
                </c:pt>
                <c:pt idx="8566">
                  <c:v>0</c:v>
                </c:pt>
                <c:pt idx="8567">
                  <c:v>0</c:v>
                </c:pt>
                <c:pt idx="8568">
                  <c:v>0</c:v>
                </c:pt>
                <c:pt idx="8569">
                  <c:v>0</c:v>
                </c:pt>
                <c:pt idx="8570">
                  <c:v>0</c:v>
                </c:pt>
                <c:pt idx="8571">
                  <c:v>0</c:v>
                </c:pt>
                <c:pt idx="8572">
                  <c:v>0</c:v>
                </c:pt>
                <c:pt idx="8573">
                  <c:v>0</c:v>
                </c:pt>
                <c:pt idx="8574">
                  <c:v>0</c:v>
                </c:pt>
                <c:pt idx="8575">
                  <c:v>0</c:v>
                </c:pt>
                <c:pt idx="8576">
                  <c:v>0</c:v>
                </c:pt>
                <c:pt idx="8577">
                  <c:v>0</c:v>
                </c:pt>
                <c:pt idx="8578">
                  <c:v>0</c:v>
                </c:pt>
                <c:pt idx="8579">
                  <c:v>0</c:v>
                </c:pt>
                <c:pt idx="8580">
                  <c:v>0</c:v>
                </c:pt>
                <c:pt idx="8581">
                  <c:v>0</c:v>
                </c:pt>
                <c:pt idx="8582">
                  <c:v>0</c:v>
                </c:pt>
                <c:pt idx="8583">
                  <c:v>0</c:v>
                </c:pt>
                <c:pt idx="8584">
                  <c:v>0</c:v>
                </c:pt>
                <c:pt idx="8585">
                  <c:v>0</c:v>
                </c:pt>
                <c:pt idx="8586">
                  <c:v>0</c:v>
                </c:pt>
                <c:pt idx="8587">
                  <c:v>0</c:v>
                </c:pt>
                <c:pt idx="8588">
                  <c:v>0</c:v>
                </c:pt>
                <c:pt idx="8589">
                  <c:v>0</c:v>
                </c:pt>
                <c:pt idx="8590">
                  <c:v>0</c:v>
                </c:pt>
                <c:pt idx="8591">
                  <c:v>0</c:v>
                </c:pt>
                <c:pt idx="8592">
                  <c:v>0</c:v>
                </c:pt>
                <c:pt idx="8593">
                  <c:v>0</c:v>
                </c:pt>
                <c:pt idx="8594">
                  <c:v>0</c:v>
                </c:pt>
                <c:pt idx="8595">
                  <c:v>0</c:v>
                </c:pt>
                <c:pt idx="8596">
                  <c:v>0</c:v>
                </c:pt>
                <c:pt idx="8597">
                  <c:v>0</c:v>
                </c:pt>
                <c:pt idx="8598">
                  <c:v>0</c:v>
                </c:pt>
                <c:pt idx="8599">
                  <c:v>0</c:v>
                </c:pt>
                <c:pt idx="8600">
                  <c:v>0</c:v>
                </c:pt>
                <c:pt idx="8601">
                  <c:v>0</c:v>
                </c:pt>
                <c:pt idx="8602">
                  <c:v>0</c:v>
                </c:pt>
                <c:pt idx="8603">
                  <c:v>0</c:v>
                </c:pt>
                <c:pt idx="8604">
                  <c:v>0</c:v>
                </c:pt>
                <c:pt idx="8605">
                  <c:v>0</c:v>
                </c:pt>
                <c:pt idx="8606">
                  <c:v>0</c:v>
                </c:pt>
                <c:pt idx="8607">
                  <c:v>0</c:v>
                </c:pt>
                <c:pt idx="8608">
                  <c:v>0</c:v>
                </c:pt>
                <c:pt idx="8609">
                  <c:v>0</c:v>
                </c:pt>
                <c:pt idx="8610">
                  <c:v>0</c:v>
                </c:pt>
                <c:pt idx="8611">
                  <c:v>0</c:v>
                </c:pt>
                <c:pt idx="8612">
                  <c:v>0</c:v>
                </c:pt>
                <c:pt idx="8613">
                  <c:v>0</c:v>
                </c:pt>
                <c:pt idx="8614">
                  <c:v>0</c:v>
                </c:pt>
                <c:pt idx="8615">
                  <c:v>0</c:v>
                </c:pt>
                <c:pt idx="8616">
                  <c:v>0</c:v>
                </c:pt>
                <c:pt idx="8617">
                  <c:v>0</c:v>
                </c:pt>
                <c:pt idx="8618">
                  <c:v>0</c:v>
                </c:pt>
                <c:pt idx="8619">
                  <c:v>0</c:v>
                </c:pt>
                <c:pt idx="8620">
                  <c:v>0</c:v>
                </c:pt>
                <c:pt idx="8621">
                  <c:v>0</c:v>
                </c:pt>
                <c:pt idx="8622">
                  <c:v>0</c:v>
                </c:pt>
                <c:pt idx="8623">
                  <c:v>0</c:v>
                </c:pt>
                <c:pt idx="8624">
                  <c:v>0</c:v>
                </c:pt>
                <c:pt idx="8625">
                  <c:v>0</c:v>
                </c:pt>
                <c:pt idx="8626">
                  <c:v>0</c:v>
                </c:pt>
                <c:pt idx="8627">
                  <c:v>0</c:v>
                </c:pt>
                <c:pt idx="8628">
                  <c:v>0</c:v>
                </c:pt>
                <c:pt idx="8629">
                  <c:v>0</c:v>
                </c:pt>
                <c:pt idx="8630">
                  <c:v>0</c:v>
                </c:pt>
                <c:pt idx="8631">
                  <c:v>0</c:v>
                </c:pt>
                <c:pt idx="8632">
                  <c:v>0</c:v>
                </c:pt>
                <c:pt idx="8633">
                  <c:v>0</c:v>
                </c:pt>
                <c:pt idx="8634">
                  <c:v>0</c:v>
                </c:pt>
                <c:pt idx="8635">
                  <c:v>0</c:v>
                </c:pt>
                <c:pt idx="8636">
                  <c:v>0</c:v>
                </c:pt>
                <c:pt idx="8637">
                  <c:v>0</c:v>
                </c:pt>
                <c:pt idx="8638">
                  <c:v>0</c:v>
                </c:pt>
                <c:pt idx="8639">
                  <c:v>0</c:v>
                </c:pt>
                <c:pt idx="8640">
                  <c:v>0</c:v>
                </c:pt>
                <c:pt idx="8641">
                  <c:v>0</c:v>
                </c:pt>
                <c:pt idx="8642">
                  <c:v>0</c:v>
                </c:pt>
                <c:pt idx="8643">
                  <c:v>0</c:v>
                </c:pt>
                <c:pt idx="8644">
                  <c:v>0</c:v>
                </c:pt>
                <c:pt idx="8645">
                  <c:v>0</c:v>
                </c:pt>
                <c:pt idx="8646">
                  <c:v>0</c:v>
                </c:pt>
                <c:pt idx="8647">
                  <c:v>0</c:v>
                </c:pt>
                <c:pt idx="8648">
                  <c:v>0</c:v>
                </c:pt>
                <c:pt idx="8649">
                  <c:v>0</c:v>
                </c:pt>
                <c:pt idx="8650">
                  <c:v>0</c:v>
                </c:pt>
                <c:pt idx="8651">
                  <c:v>0</c:v>
                </c:pt>
                <c:pt idx="8652">
                  <c:v>0</c:v>
                </c:pt>
                <c:pt idx="8653">
                  <c:v>0</c:v>
                </c:pt>
                <c:pt idx="8654">
                  <c:v>0</c:v>
                </c:pt>
                <c:pt idx="8655">
                  <c:v>0</c:v>
                </c:pt>
                <c:pt idx="8656">
                  <c:v>0</c:v>
                </c:pt>
                <c:pt idx="8657">
                  <c:v>0</c:v>
                </c:pt>
                <c:pt idx="8658">
                  <c:v>0</c:v>
                </c:pt>
                <c:pt idx="8659">
                  <c:v>0</c:v>
                </c:pt>
                <c:pt idx="8660">
                  <c:v>0</c:v>
                </c:pt>
                <c:pt idx="8661">
                  <c:v>0</c:v>
                </c:pt>
                <c:pt idx="8662">
                  <c:v>0</c:v>
                </c:pt>
                <c:pt idx="8663">
                  <c:v>0</c:v>
                </c:pt>
                <c:pt idx="8664">
                  <c:v>0</c:v>
                </c:pt>
                <c:pt idx="8665">
                  <c:v>0</c:v>
                </c:pt>
                <c:pt idx="8666">
                  <c:v>0</c:v>
                </c:pt>
                <c:pt idx="8667">
                  <c:v>0</c:v>
                </c:pt>
                <c:pt idx="8668">
                  <c:v>0</c:v>
                </c:pt>
                <c:pt idx="8669">
                  <c:v>0</c:v>
                </c:pt>
                <c:pt idx="8670">
                  <c:v>0</c:v>
                </c:pt>
                <c:pt idx="8671">
                  <c:v>0</c:v>
                </c:pt>
                <c:pt idx="8672">
                  <c:v>0</c:v>
                </c:pt>
                <c:pt idx="8673">
                  <c:v>0</c:v>
                </c:pt>
                <c:pt idx="8674">
                  <c:v>0</c:v>
                </c:pt>
                <c:pt idx="8675">
                  <c:v>0</c:v>
                </c:pt>
                <c:pt idx="8676">
                  <c:v>0</c:v>
                </c:pt>
                <c:pt idx="8677">
                  <c:v>0</c:v>
                </c:pt>
                <c:pt idx="8678">
                  <c:v>0</c:v>
                </c:pt>
                <c:pt idx="8679">
                  <c:v>0</c:v>
                </c:pt>
                <c:pt idx="8680">
                  <c:v>0</c:v>
                </c:pt>
                <c:pt idx="8681">
                  <c:v>0</c:v>
                </c:pt>
                <c:pt idx="8682">
                  <c:v>0</c:v>
                </c:pt>
                <c:pt idx="8683">
                  <c:v>0</c:v>
                </c:pt>
                <c:pt idx="8684">
                  <c:v>0</c:v>
                </c:pt>
                <c:pt idx="8685">
                  <c:v>0</c:v>
                </c:pt>
                <c:pt idx="8686">
                  <c:v>0</c:v>
                </c:pt>
                <c:pt idx="8687">
                  <c:v>0</c:v>
                </c:pt>
                <c:pt idx="8688">
                  <c:v>0</c:v>
                </c:pt>
                <c:pt idx="8689">
                  <c:v>0</c:v>
                </c:pt>
                <c:pt idx="8690">
                  <c:v>0</c:v>
                </c:pt>
                <c:pt idx="8691">
                  <c:v>0</c:v>
                </c:pt>
                <c:pt idx="8692">
                  <c:v>0</c:v>
                </c:pt>
                <c:pt idx="8693">
                  <c:v>0</c:v>
                </c:pt>
                <c:pt idx="8694">
                  <c:v>0</c:v>
                </c:pt>
                <c:pt idx="8695">
                  <c:v>0</c:v>
                </c:pt>
                <c:pt idx="8696">
                  <c:v>0</c:v>
                </c:pt>
                <c:pt idx="8697">
                  <c:v>0</c:v>
                </c:pt>
                <c:pt idx="8698">
                  <c:v>0</c:v>
                </c:pt>
                <c:pt idx="8699">
                  <c:v>0</c:v>
                </c:pt>
                <c:pt idx="8700">
                  <c:v>0</c:v>
                </c:pt>
                <c:pt idx="8701">
                  <c:v>0</c:v>
                </c:pt>
                <c:pt idx="8702">
                  <c:v>0</c:v>
                </c:pt>
                <c:pt idx="8703">
                  <c:v>0</c:v>
                </c:pt>
                <c:pt idx="8704">
                  <c:v>0</c:v>
                </c:pt>
                <c:pt idx="8705">
                  <c:v>0</c:v>
                </c:pt>
                <c:pt idx="8706">
                  <c:v>0</c:v>
                </c:pt>
                <c:pt idx="8707">
                  <c:v>0</c:v>
                </c:pt>
                <c:pt idx="8708">
                  <c:v>0</c:v>
                </c:pt>
                <c:pt idx="8709">
                  <c:v>0</c:v>
                </c:pt>
                <c:pt idx="8710">
                  <c:v>0</c:v>
                </c:pt>
                <c:pt idx="8711">
                  <c:v>0</c:v>
                </c:pt>
                <c:pt idx="8712">
                  <c:v>0</c:v>
                </c:pt>
                <c:pt idx="8713">
                  <c:v>0</c:v>
                </c:pt>
                <c:pt idx="8714">
                  <c:v>0</c:v>
                </c:pt>
                <c:pt idx="8715">
                  <c:v>0</c:v>
                </c:pt>
                <c:pt idx="8716">
                  <c:v>0</c:v>
                </c:pt>
                <c:pt idx="8717">
                  <c:v>0</c:v>
                </c:pt>
                <c:pt idx="8718">
                  <c:v>0</c:v>
                </c:pt>
                <c:pt idx="8719">
                  <c:v>0</c:v>
                </c:pt>
                <c:pt idx="8720">
                  <c:v>0</c:v>
                </c:pt>
                <c:pt idx="8721">
                  <c:v>0</c:v>
                </c:pt>
                <c:pt idx="8722">
                  <c:v>0</c:v>
                </c:pt>
                <c:pt idx="8723">
                  <c:v>0</c:v>
                </c:pt>
                <c:pt idx="8724">
                  <c:v>0</c:v>
                </c:pt>
                <c:pt idx="8725">
                  <c:v>0</c:v>
                </c:pt>
                <c:pt idx="8726">
                  <c:v>0</c:v>
                </c:pt>
                <c:pt idx="8727">
                  <c:v>0</c:v>
                </c:pt>
                <c:pt idx="8728">
                  <c:v>0</c:v>
                </c:pt>
                <c:pt idx="8729">
                  <c:v>0</c:v>
                </c:pt>
                <c:pt idx="8730">
                  <c:v>0</c:v>
                </c:pt>
                <c:pt idx="8731">
                  <c:v>0</c:v>
                </c:pt>
                <c:pt idx="8732">
                  <c:v>0</c:v>
                </c:pt>
                <c:pt idx="8733">
                  <c:v>0</c:v>
                </c:pt>
                <c:pt idx="8734">
                  <c:v>0</c:v>
                </c:pt>
                <c:pt idx="8735">
                  <c:v>0</c:v>
                </c:pt>
                <c:pt idx="8736">
                  <c:v>0</c:v>
                </c:pt>
                <c:pt idx="8737">
                  <c:v>0</c:v>
                </c:pt>
                <c:pt idx="8738">
                  <c:v>0</c:v>
                </c:pt>
                <c:pt idx="8739">
                  <c:v>0</c:v>
                </c:pt>
                <c:pt idx="8740">
                  <c:v>0</c:v>
                </c:pt>
                <c:pt idx="8741">
                  <c:v>0</c:v>
                </c:pt>
                <c:pt idx="8742">
                  <c:v>0</c:v>
                </c:pt>
                <c:pt idx="8743">
                  <c:v>0</c:v>
                </c:pt>
                <c:pt idx="8744">
                  <c:v>0</c:v>
                </c:pt>
                <c:pt idx="8745">
                  <c:v>0</c:v>
                </c:pt>
                <c:pt idx="8746">
                  <c:v>0</c:v>
                </c:pt>
                <c:pt idx="8747">
                  <c:v>0</c:v>
                </c:pt>
                <c:pt idx="8748">
                  <c:v>0</c:v>
                </c:pt>
                <c:pt idx="8749">
                  <c:v>0</c:v>
                </c:pt>
                <c:pt idx="8750">
                  <c:v>0</c:v>
                </c:pt>
                <c:pt idx="8751">
                  <c:v>0</c:v>
                </c:pt>
                <c:pt idx="8752">
                  <c:v>0</c:v>
                </c:pt>
                <c:pt idx="8753">
                  <c:v>0</c:v>
                </c:pt>
                <c:pt idx="8754">
                  <c:v>0</c:v>
                </c:pt>
                <c:pt idx="8755">
                  <c:v>0</c:v>
                </c:pt>
                <c:pt idx="8756">
                  <c:v>0</c:v>
                </c:pt>
                <c:pt idx="8757">
                  <c:v>0</c:v>
                </c:pt>
                <c:pt idx="8758">
                  <c:v>0</c:v>
                </c:pt>
                <c:pt idx="8759">
                  <c:v>0</c:v>
                </c:pt>
                <c:pt idx="8760">
                  <c:v>0</c:v>
                </c:pt>
                <c:pt idx="8761">
                  <c:v>0</c:v>
                </c:pt>
                <c:pt idx="8762">
                  <c:v>0</c:v>
                </c:pt>
                <c:pt idx="8763">
                  <c:v>0</c:v>
                </c:pt>
                <c:pt idx="8764">
                  <c:v>0</c:v>
                </c:pt>
                <c:pt idx="8765">
                  <c:v>0</c:v>
                </c:pt>
                <c:pt idx="8766">
                  <c:v>0</c:v>
                </c:pt>
                <c:pt idx="8767">
                  <c:v>0</c:v>
                </c:pt>
                <c:pt idx="8768">
                  <c:v>0</c:v>
                </c:pt>
                <c:pt idx="8769">
                  <c:v>0</c:v>
                </c:pt>
                <c:pt idx="8770">
                  <c:v>0</c:v>
                </c:pt>
                <c:pt idx="8771">
                  <c:v>0</c:v>
                </c:pt>
                <c:pt idx="8772">
                  <c:v>0</c:v>
                </c:pt>
                <c:pt idx="8773">
                  <c:v>0</c:v>
                </c:pt>
                <c:pt idx="8774">
                  <c:v>0</c:v>
                </c:pt>
                <c:pt idx="8775">
                  <c:v>0</c:v>
                </c:pt>
                <c:pt idx="8776">
                  <c:v>0</c:v>
                </c:pt>
                <c:pt idx="8777">
                  <c:v>0</c:v>
                </c:pt>
                <c:pt idx="8778">
                  <c:v>0</c:v>
                </c:pt>
                <c:pt idx="8779">
                  <c:v>0</c:v>
                </c:pt>
                <c:pt idx="8780">
                  <c:v>0</c:v>
                </c:pt>
                <c:pt idx="8781">
                  <c:v>0</c:v>
                </c:pt>
                <c:pt idx="8782">
                  <c:v>0</c:v>
                </c:pt>
                <c:pt idx="8783">
                  <c:v>0</c:v>
                </c:pt>
                <c:pt idx="8784">
                  <c:v>0</c:v>
                </c:pt>
                <c:pt idx="8785">
                  <c:v>0</c:v>
                </c:pt>
                <c:pt idx="8786">
                  <c:v>0</c:v>
                </c:pt>
                <c:pt idx="8787">
                  <c:v>0</c:v>
                </c:pt>
                <c:pt idx="8788">
                  <c:v>0</c:v>
                </c:pt>
                <c:pt idx="8789">
                  <c:v>0</c:v>
                </c:pt>
                <c:pt idx="8790">
                  <c:v>0</c:v>
                </c:pt>
                <c:pt idx="8791">
                  <c:v>0</c:v>
                </c:pt>
                <c:pt idx="8792">
                  <c:v>0</c:v>
                </c:pt>
                <c:pt idx="8793">
                  <c:v>0</c:v>
                </c:pt>
                <c:pt idx="8794">
                  <c:v>0</c:v>
                </c:pt>
                <c:pt idx="8795">
                  <c:v>0</c:v>
                </c:pt>
                <c:pt idx="8796">
                  <c:v>0</c:v>
                </c:pt>
                <c:pt idx="8797">
                  <c:v>0</c:v>
                </c:pt>
                <c:pt idx="8798">
                  <c:v>0</c:v>
                </c:pt>
                <c:pt idx="8799">
                  <c:v>0</c:v>
                </c:pt>
                <c:pt idx="8800">
                  <c:v>0</c:v>
                </c:pt>
                <c:pt idx="8801">
                  <c:v>0</c:v>
                </c:pt>
                <c:pt idx="8802">
                  <c:v>0</c:v>
                </c:pt>
                <c:pt idx="8803">
                  <c:v>0</c:v>
                </c:pt>
                <c:pt idx="8804">
                  <c:v>0</c:v>
                </c:pt>
                <c:pt idx="8805">
                  <c:v>0</c:v>
                </c:pt>
                <c:pt idx="8806">
                  <c:v>0</c:v>
                </c:pt>
                <c:pt idx="8807">
                  <c:v>0</c:v>
                </c:pt>
                <c:pt idx="8808">
                  <c:v>0</c:v>
                </c:pt>
                <c:pt idx="8809">
                  <c:v>0</c:v>
                </c:pt>
                <c:pt idx="8810">
                  <c:v>0</c:v>
                </c:pt>
                <c:pt idx="8811">
                  <c:v>0</c:v>
                </c:pt>
                <c:pt idx="8812">
                  <c:v>0</c:v>
                </c:pt>
                <c:pt idx="8813">
                  <c:v>0</c:v>
                </c:pt>
                <c:pt idx="8814">
                  <c:v>0</c:v>
                </c:pt>
                <c:pt idx="8815">
                  <c:v>0</c:v>
                </c:pt>
                <c:pt idx="8816">
                  <c:v>0</c:v>
                </c:pt>
                <c:pt idx="8817">
                  <c:v>0</c:v>
                </c:pt>
                <c:pt idx="8818">
                  <c:v>0</c:v>
                </c:pt>
                <c:pt idx="8819">
                  <c:v>0</c:v>
                </c:pt>
                <c:pt idx="8820">
                  <c:v>0</c:v>
                </c:pt>
                <c:pt idx="8821">
                  <c:v>0</c:v>
                </c:pt>
                <c:pt idx="8822">
                  <c:v>0</c:v>
                </c:pt>
                <c:pt idx="8823">
                  <c:v>0</c:v>
                </c:pt>
                <c:pt idx="8824">
                  <c:v>0</c:v>
                </c:pt>
                <c:pt idx="8825">
                  <c:v>0</c:v>
                </c:pt>
                <c:pt idx="8826">
                  <c:v>0</c:v>
                </c:pt>
                <c:pt idx="8827">
                  <c:v>0</c:v>
                </c:pt>
                <c:pt idx="8828">
                  <c:v>0</c:v>
                </c:pt>
                <c:pt idx="8829">
                  <c:v>0</c:v>
                </c:pt>
                <c:pt idx="8830">
                  <c:v>0</c:v>
                </c:pt>
                <c:pt idx="8831">
                  <c:v>0</c:v>
                </c:pt>
                <c:pt idx="8832">
                  <c:v>0</c:v>
                </c:pt>
                <c:pt idx="8833">
                  <c:v>0</c:v>
                </c:pt>
                <c:pt idx="8834">
                  <c:v>0</c:v>
                </c:pt>
                <c:pt idx="8835">
                  <c:v>0</c:v>
                </c:pt>
                <c:pt idx="8836">
                  <c:v>0</c:v>
                </c:pt>
                <c:pt idx="8837">
                  <c:v>0</c:v>
                </c:pt>
                <c:pt idx="8838">
                  <c:v>0</c:v>
                </c:pt>
                <c:pt idx="8839">
                  <c:v>0</c:v>
                </c:pt>
                <c:pt idx="8840">
                  <c:v>0</c:v>
                </c:pt>
                <c:pt idx="8841">
                  <c:v>0</c:v>
                </c:pt>
                <c:pt idx="8842">
                  <c:v>0</c:v>
                </c:pt>
                <c:pt idx="8843">
                  <c:v>0</c:v>
                </c:pt>
                <c:pt idx="8844">
                  <c:v>0</c:v>
                </c:pt>
                <c:pt idx="8845">
                  <c:v>0</c:v>
                </c:pt>
                <c:pt idx="8846">
                  <c:v>0</c:v>
                </c:pt>
                <c:pt idx="8847">
                  <c:v>0</c:v>
                </c:pt>
                <c:pt idx="8848">
                  <c:v>0</c:v>
                </c:pt>
                <c:pt idx="8849">
                  <c:v>0</c:v>
                </c:pt>
                <c:pt idx="8850">
                  <c:v>0</c:v>
                </c:pt>
                <c:pt idx="8851">
                  <c:v>0</c:v>
                </c:pt>
                <c:pt idx="8852">
                  <c:v>0</c:v>
                </c:pt>
                <c:pt idx="8853">
                  <c:v>0</c:v>
                </c:pt>
                <c:pt idx="8854">
                  <c:v>0</c:v>
                </c:pt>
                <c:pt idx="8855">
                  <c:v>0</c:v>
                </c:pt>
                <c:pt idx="8856">
                  <c:v>0</c:v>
                </c:pt>
                <c:pt idx="8857">
                  <c:v>0</c:v>
                </c:pt>
                <c:pt idx="8858">
                  <c:v>0</c:v>
                </c:pt>
                <c:pt idx="8859">
                  <c:v>0</c:v>
                </c:pt>
                <c:pt idx="8860">
                  <c:v>0</c:v>
                </c:pt>
                <c:pt idx="8861">
                  <c:v>0</c:v>
                </c:pt>
                <c:pt idx="8862">
                  <c:v>0</c:v>
                </c:pt>
                <c:pt idx="8863">
                  <c:v>0</c:v>
                </c:pt>
                <c:pt idx="8864">
                  <c:v>0</c:v>
                </c:pt>
                <c:pt idx="8865">
                  <c:v>0</c:v>
                </c:pt>
                <c:pt idx="8866">
                  <c:v>0</c:v>
                </c:pt>
                <c:pt idx="8867">
                  <c:v>0</c:v>
                </c:pt>
                <c:pt idx="8868">
                  <c:v>0</c:v>
                </c:pt>
                <c:pt idx="8869">
                  <c:v>0</c:v>
                </c:pt>
                <c:pt idx="8870">
                  <c:v>0</c:v>
                </c:pt>
                <c:pt idx="8871">
                  <c:v>0</c:v>
                </c:pt>
                <c:pt idx="8872">
                  <c:v>0</c:v>
                </c:pt>
                <c:pt idx="8873">
                  <c:v>0</c:v>
                </c:pt>
                <c:pt idx="8874">
                  <c:v>0</c:v>
                </c:pt>
                <c:pt idx="8875">
                  <c:v>0</c:v>
                </c:pt>
                <c:pt idx="8876">
                  <c:v>0</c:v>
                </c:pt>
                <c:pt idx="8877">
                  <c:v>0</c:v>
                </c:pt>
                <c:pt idx="8878">
                  <c:v>0</c:v>
                </c:pt>
                <c:pt idx="8879">
                  <c:v>0</c:v>
                </c:pt>
                <c:pt idx="8880">
                  <c:v>0</c:v>
                </c:pt>
                <c:pt idx="8881">
                  <c:v>0</c:v>
                </c:pt>
                <c:pt idx="8882">
                  <c:v>0</c:v>
                </c:pt>
                <c:pt idx="8883">
                  <c:v>0</c:v>
                </c:pt>
                <c:pt idx="8884">
                  <c:v>0</c:v>
                </c:pt>
                <c:pt idx="8885">
                  <c:v>0</c:v>
                </c:pt>
                <c:pt idx="8886">
                  <c:v>0</c:v>
                </c:pt>
                <c:pt idx="8887">
                  <c:v>0</c:v>
                </c:pt>
                <c:pt idx="8888">
                  <c:v>0</c:v>
                </c:pt>
                <c:pt idx="8889">
                  <c:v>0</c:v>
                </c:pt>
                <c:pt idx="8890">
                  <c:v>0</c:v>
                </c:pt>
                <c:pt idx="8891">
                  <c:v>0</c:v>
                </c:pt>
                <c:pt idx="8892">
                  <c:v>0</c:v>
                </c:pt>
                <c:pt idx="8893">
                  <c:v>0</c:v>
                </c:pt>
                <c:pt idx="8894">
                  <c:v>0</c:v>
                </c:pt>
                <c:pt idx="8895">
                  <c:v>0</c:v>
                </c:pt>
                <c:pt idx="8896">
                  <c:v>0</c:v>
                </c:pt>
                <c:pt idx="8897">
                  <c:v>0</c:v>
                </c:pt>
                <c:pt idx="8898">
                  <c:v>0</c:v>
                </c:pt>
                <c:pt idx="8899">
                  <c:v>0</c:v>
                </c:pt>
                <c:pt idx="8900">
                  <c:v>0</c:v>
                </c:pt>
                <c:pt idx="8901">
                  <c:v>0</c:v>
                </c:pt>
                <c:pt idx="8902">
                  <c:v>0</c:v>
                </c:pt>
                <c:pt idx="8903">
                  <c:v>0</c:v>
                </c:pt>
                <c:pt idx="8904">
                  <c:v>0</c:v>
                </c:pt>
                <c:pt idx="8905">
                  <c:v>0</c:v>
                </c:pt>
                <c:pt idx="8906">
                  <c:v>0</c:v>
                </c:pt>
                <c:pt idx="8907">
                  <c:v>0</c:v>
                </c:pt>
                <c:pt idx="8908">
                  <c:v>0</c:v>
                </c:pt>
                <c:pt idx="8909">
                  <c:v>0</c:v>
                </c:pt>
                <c:pt idx="8910">
                  <c:v>0</c:v>
                </c:pt>
                <c:pt idx="8911">
                  <c:v>0</c:v>
                </c:pt>
                <c:pt idx="8912">
                  <c:v>0</c:v>
                </c:pt>
                <c:pt idx="8913">
                  <c:v>0</c:v>
                </c:pt>
                <c:pt idx="8914">
                  <c:v>0</c:v>
                </c:pt>
                <c:pt idx="8915">
                  <c:v>0</c:v>
                </c:pt>
                <c:pt idx="8916">
                  <c:v>0</c:v>
                </c:pt>
                <c:pt idx="8917">
                  <c:v>0</c:v>
                </c:pt>
                <c:pt idx="8918">
                  <c:v>0</c:v>
                </c:pt>
                <c:pt idx="8919">
                  <c:v>0</c:v>
                </c:pt>
                <c:pt idx="8920">
                  <c:v>0</c:v>
                </c:pt>
                <c:pt idx="8921">
                  <c:v>0</c:v>
                </c:pt>
                <c:pt idx="8922">
                  <c:v>0</c:v>
                </c:pt>
                <c:pt idx="8923">
                  <c:v>0</c:v>
                </c:pt>
                <c:pt idx="8924">
                  <c:v>0</c:v>
                </c:pt>
                <c:pt idx="8925">
                  <c:v>0</c:v>
                </c:pt>
                <c:pt idx="8926">
                  <c:v>0</c:v>
                </c:pt>
                <c:pt idx="8927">
                  <c:v>0</c:v>
                </c:pt>
                <c:pt idx="8928">
                  <c:v>0</c:v>
                </c:pt>
                <c:pt idx="8929">
                  <c:v>0</c:v>
                </c:pt>
                <c:pt idx="8930">
                  <c:v>0</c:v>
                </c:pt>
                <c:pt idx="8931">
                  <c:v>0</c:v>
                </c:pt>
                <c:pt idx="8932">
                  <c:v>0</c:v>
                </c:pt>
                <c:pt idx="8933">
                  <c:v>0</c:v>
                </c:pt>
                <c:pt idx="8934">
                  <c:v>0</c:v>
                </c:pt>
                <c:pt idx="8935">
                  <c:v>0</c:v>
                </c:pt>
                <c:pt idx="8936">
                  <c:v>0</c:v>
                </c:pt>
                <c:pt idx="8937">
                  <c:v>0</c:v>
                </c:pt>
                <c:pt idx="8938">
                  <c:v>0</c:v>
                </c:pt>
                <c:pt idx="8939">
                  <c:v>0</c:v>
                </c:pt>
                <c:pt idx="8940">
                  <c:v>0</c:v>
                </c:pt>
                <c:pt idx="8941">
                  <c:v>0</c:v>
                </c:pt>
                <c:pt idx="8942">
                  <c:v>0</c:v>
                </c:pt>
                <c:pt idx="8943">
                  <c:v>0</c:v>
                </c:pt>
                <c:pt idx="8944">
                  <c:v>0</c:v>
                </c:pt>
                <c:pt idx="8945">
                  <c:v>0</c:v>
                </c:pt>
                <c:pt idx="8946">
                  <c:v>0</c:v>
                </c:pt>
                <c:pt idx="8947">
                  <c:v>0</c:v>
                </c:pt>
                <c:pt idx="8948">
                  <c:v>0</c:v>
                </c:pt>
                <c:pt idx="8949">
                  <c:v>0</c:v>
                </c:pt>
                <c:pt idx="8950">
                  <c:v>0</c:v>
                </c:pt>
                <c:pt idx="8951">
                  <c:v>0</c:v>
                </c:pt>
                <c:pt idx="8952">
                  <c:v>0</c:v>
                </c:pt>
                <c:pt idx="8953">
                  <c:v>0</c:v>
                </c:pt>
                <c:pt idx="8954">
                  <c:v>0</c:v>
                </c:pt>
                <c:pt idx="8955">
                  <c:v>0</c:v>
                </c:pt>
                <c:pt idx="8956">
                  <c:v>0</c:v>
                </c:pt>
                <c:pt idx="8957">
                  <c:v>0</c:v>
                </c:pt>
                <c:pt idx="8958">
                  <c:v>0</c:v>
                </c:pt>
                <c:pt idx="8959">
                  <c:v>0</c:v>
                </c:pt>
                <c:pt idx="8960">
                  <c:v>0</c:v>
                </c:pt>
                <c:pt idx="8961">
                  <c:v>0</c:v>
                </c:pt>
                <c:pt idx="8962">
                  <c:v>0</c:v>
                </c:pt>
                <c:pt idx="8963">
                  <c:v>0</c:v>
                </c:pt>
                <c:pt idx="8964">
                  <c:v>0</c:v>
                </c:pt>
                <c:pt idx="8965">
                  <c:v>0</c:v>
                </c:pt>
                <c:pt idx="8966">
                  <c:v>0</c:v>
                </c:pt>
                <c:pt idx="8967">
                  <c:v>0</c:v>
                </c:pt>
                <c:pt idx="8968">
                  <c:v>0</c:v>
                </c:pt>
                <c:pt idx="8969">
                  <c:v>0</c:v>
                </c:pt>
                <c:pt idx="8970">
                  <c:v>0</c:v>
                </c:pt>
                <c:pt idx="8971">
                  <c:v>0</c:v>
                </c:pt>
                <c:pt idx="8972">
                  <c:v>0</c:v>
                </c:pt>
                <c:pt idx="8973">
                  <c:v>0</c:v>
                </c:pt>
                <c:pt idx="8974">
                  <c:v>0</c:v>
                </c:pt>
                <c:pt idx="8975">
                  <c:v>0</c:v>
                </c:pt>
                <c:pt idx="8976">
                  <c:v>0</c:v>
                </c:pt>
                <c:pt idx="8977">
                  <c:v>0</c:v>
                </c:pt>
                <c:pt idx="8978">
                  <c:v>0</c:v>
                </c:pt>
                <c:pt idx="8979">
                  <c:v>0</c:v>
                </c:pt>
                <c:pt idx="8980">
                  <c:v>0</c:v>
                </c:pt>
                <c:pt idx="8981">
                  <c:v>0</c:v>
                </c:pt>
                <c:pt idx="8982">
                  <c:v>0</c:v>
                </c:pt>
                <c:pt idx="8983">
                  <c:v>0</c:v>
                </c:pt>
                <c:pt idx="8984">
                  <c:v>0</c:v>
                </c:pt>
                <c:pt idx="8985">
                  <c:v>0</c:v>
                </c:pt>
                <c:pt idx="8986">
                  <c:v>0</c:v>
                </c:pt>
                <c:pt idx="8987">
                  <c:v>0</c:v>
                </c:pt>
                <c:pt idx="8988">
                  <c:v>0</c:v>
                </c:pt>
                <c:pt idx="8989">
                  <c:v>0</c:v>
                </c:pt>
                <c:pt idx="8990">
                  <c:v>0</c:v>
                </c:pt>
                <c:pt idx="8991">
                  <c:v>0</c:v>
                </c:pt>
                <c:pt idx="8992">
                  <c:v>0</c:v>
                </c:pt>
                <c:pt idx="8993">
                  <c:v>0</c:v>
                </c:pt>
                <c:pt idx="8994">
                  <c:v>0</c:v>
                </c:pt>
                <c:pt idx="8995">
                  <c:v>0</c:v>
                </c:pt>
                <c:pt idx="8996">
                  <c:v>0</c:v>
                </c:pt>
                <c:pt idx="8997">
                  <c:v>0</c:v>
                </c:pt>
                <c:pt idx="8998">
                  <c:v>0</c:v>
                </c:pt>
                <c:pt idx="8999">
                  <c:v>0</c:v>
                </c:pt>
                <c:pt idx="9000">
                  <c:v>0</c:v>
                </c:pt>
                <c:pt idx="9001">
                  <c:v>0</c:v>
                </c:pt>
                <c:pt idx="9002">
                  <c:v>0</c:v>
                </c:pt>
                <c:pt idx="9003">
                  <c:v>0</c:v>
                </c:pt>
                <c:pt idx="9004">
                  <c:v>0</c:v>
                </c:pt>
                <c:pt idx="9005">
                  <c:v>0</c:v>
                </c:pt>
                <c:pt idx="9006">
                  <c:v>0</c:v>
                </c:pt>
                <c:pt idx="9007">
                  <c:v>0</c:v>
                </c:pt>
                <c:pt idx="9008">
                  <c:v>0</c:v>
                </c:pt>
                <c:pt idx="9009">
                  <c:v>0</c:v>
                </c:pt>
                <c:pt idx="9010">
                  <c:v>0</c:v>
                </c:pt>
                <c:pt idx="9011">
                  <c:v>0</c:v>
                </c:pt>
                <c:pt idx="9012">
                  <c:v>0</c:v>
                </c:pt>
                <c:pt idx="9013">
                  <c:v>0</c:v>
                </c:pt>
                <c:pt idx="9014">
                  <c:v>0</c:v>
                </c:pt>
                <c:pt idx="9015">
                  <c:v>0</c:v>
                </c:pt>
                <c:pt idx="9016">
                  <c:v>0</c:v>
                </c:pt>
                <c:pt idx="9017">
                  <c:v>0</c:v>
                </c:pt>
                <c:pt idx="9018">
                  <c:v>0</c:v>
                </c:pt>
                <c:pt idx="9019">
                  <c:v>0</c:v>
                </c:pt>
                <c:pt idx="9020">
                  <c:v>0</c:v>
                </c:pt>
                <c:pt idx="9021">
                  <c:v>0</c:v>
                </c:pt>
                <c:pt idx="9022">
                  <c:v>0</c:v>
                </c:pt>
                <c:pt idx="9023">
                  <c:v>0</c:v>
                </c:pt>
                <c:pt idx="9024">
                  <c:v>0</c:v>
                </c:pt>
                <c:pt idx="9025">
                  <c:v>0</c:v>
                </c:pt>
                <c:pt idx="9026">
                  <c:v>0</c:v>
                </c:pt>
                <c:pt idx="9027">
                  <c:v>0</c:v>
                </c:pt>
                <c:pt idx="9028">
                  <c:v>0</c:v>
                </c:pt>
                <c:pt idx="9029">
                  <c:v>0</c:v>
                </c:pt>
                <c:pt idx="9030">
                  <c:v>0</c:v>
                </c:pt>
                <c:pt idx="9031">
                  <c:v>0</c:v>
                </c:pt>
                <c:pt idx="9032">
                  <c:v>0</c:v>
                </c:pt>
                <c:pt idx="9033">
                  <c:v>0</c:v>
                </c:pt>
                <c:pt idx="9034">
                  <c:v>0</c:v>
                </c:pt>
                <c:pt idx="9035">
                  <c:v>0</c:v>
                </c:pt>
                <c:pt idx="9036">
                  <c:v>0</c:v>
                </c:pt>
                <c:pt idx="9037">
                  <c:v>0</c:v>
                </c:pt>
                <c:pt idx="9038">
                  <c:v>0</c:v>
                </c:pt>
                <c:pt idx="9039">
                  <c:v>0</c:v>
                </c:pt>
                <c:pt idx="9040">
                  <c:v>0</c:v>
                </c:pt>
                <c:pt idx="9041">
                  <c:v>0</c:v>
                </c:pt>
                <c:pt idx="9042">
                  <c:v>0</c:v>
                </c:pt>
                <c:pt idx="9043">
                  <c:v>0</c:v>
                </c:pt>
                <c:pt idx="9044">
                  <c:v>0</c:v>
                </c:pt>
                <c:pt idx="9045">
                  <c:v>0</c:v>
                </c:pt>
                <c:pt idx="9046">
                  <c:v>0</c:v>
                </c:pt>
                <c:pt idx="9047">
                  <c:v>0</c:v>
                </c:pt>
                <c:pt idx="9048">
                  <c:v>0</c:v>
                </c:pt>
              </c:numCache>
            </c:numRef>
          </c:val>
          <c:smooth val="0"/>
        </c:ser>
        <c:dLbls>
          <c:showLegendKey val="0"/>
          <c:showVal val="0"/>
          <c:showCatName val="0"/>
          <c:showSerName val="0"/>
          <c:showPercent val="0"/>
          <c:showBubbleSize val="0"/>
        </c:dLbls>
        <c:marker val="0"/>
        <c:smooth val="0"/>
        <c:axId val="34956751"/>
        <c:axId val="34940943"/>
      </c:lineChart>
      <c:lineChart>
        <c:grouping val="standard"/>
        <c:varyColors val="0"/>
        <c:ser>
          <c:idx val="3"/>
          <c:order val="2"/>
          <c:tx>
            <c:strRef>
              <c:f>砂浓度</c:f>
              <c:strCache>
                <c:ptCount val="1"/>
                <c:pt idx="0">
                  <c:v>砂浓度</c:v>
                </c:pt>
              </c:strCache>
            </c:strRef>
          </c:tx>
          <c:spPr>
            <a:ln w="28575" cap="rnd">
              <a:solidFill>
                <a:schemeClr val="tx1"/>
              </a:solidFill>
              <a:round/>
            </a:ln>
            <a:effectLst/>
          </c:spPr>
          <c:marker>
            <c:symbol val="none"/>
          </c:marker>
          <c:dLbls>
            <c:delete val="1"/>
          </c:dLbls>
          <c:val>
            <c:numRef>
              <c:f>'10'!$D$3:$D$9051</c:f>
              <c:numCache>
                <c:formatCode>General</c:formatCode>
                <c:ptCount val="90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0.7</c:v>
                </c:pt>
                <c:pt idx="1785">
                  <c:v>3.8</c:v>
                </c:pt>
                <c:pt idx="1786">
                  <c:v>8.5</c:v>
                </c:pt>
                <c:pt idx="1787">
                  <c:v>15.1</c:v>
                </c:pt>
                <c:pt idx="1788">
                  <c:v>18.5</c:v>
                </c:pt>
                <c:pt idx="1789">
                  <c:v>26.7</c:v>
                </c:pt>
                <c:pt idx="1790">
                  <c:v>35.6</c:v>
                </c:pt>
                <c:pt idx="1791">
                  <c:v>44.1</c:v>
                </c:pt>
                <c:pt idx="1792">
                  <c:v>53.9</c:v>
                </c:pt>
                <c:pt idx="1793">
                  <c:v>63</c:v>
                </c:pt>
                <c:pt idx="1794">
                  <c:v>71.9</c:v>
                </c:pt>
                <c:pt idx="1795">
                  <c:v>80.2</c:v>
                </c:pt>
                <c:pt idx="1796">
                  <c:v>87.5</c:v>
                </c:pt>
                <c:pt idx="1797">
                  <c:v>95.1</c:v>
                </c:pt>
                <c:pt idx="1798">
                  <c:v>102.5</c:v>
                </c:pt>
                <c:pt idx="1799">
                  <c:v>105.9</c:v>
                </c:pt>
                <c:pt idx="1800">
                  <c:v>111.2</c:v>
                </c:pt>
                <c:pt idx="1801">
                  <c:v>116.1</c:v>
                </c:pt>
                <c:pt idx="1802">
                  <c:v>119.8</c:v>
                </c:pt>
                <c:pt idx="1803">
                  <c:v>123.3</c:v>
                </c:pt>
                <c:pt idx="1804">
                  <c:v>124.5</c:v>
                </c:pt>
                <c:pt idx="1805">
                  <c:v>127.2</c:v>
                </c:pt>
                <c:pt idx="1806">
                  <c:v>128.8</c:v>
                </c:pt>
                <c:pt idx="1807">
                  <c:v>130.7</c:v>
                </c:pt>
                <c:pt idx="1808">
                  <c:v>131.7</c:v>
                </c:pt>
                <c:pt idx="1809">
                  <c:v>132.3</c:v>
                </c:pt>
                <c:pt idx="1810">
                  <c:v>132.4</c:v>
                </c:pt>
                <c:pt idx="1811">
                  <c:v>132.4</c:v>
                </c:pt>
                <c:pt idx="1812">
                  <c:v>132</c:v>
                </c:pt>
                <c:pt idx="1813">
                  <c:v>131.7</c:v>
                </c:pt>
                <c:pt idx="1814">
                  <c:v>131.4</c:v>
                </c:pt>
                <c:pt idx="1815">
                  <c:v>131</c:v>
                </c:pt>
                <c:pt idx="1816">
                  <c:v>130.3</c:v>
                </c:pt>
                <c:pt idx="1817">
                  <c:v>129.8</c:v>
                </c:pt>
                <c:pt idx="1818">
                  <c:v>128.9</c:v>
                </c:pt>
                <c:pt idx="1819">
                  <c:v>128</c:v>
                </c:pt>
                <c:pt idx="1820">
                  <c:v>126.4</c:v>
                </c:pt>
                <c:pt idx="1821">
                  <c:v>126.1</c:v>
                </c:pt>
                <c:pt idx="1822">
                  <c:v>125.2</c:v>
                </c:pt>
                <c:pt idx="1823">
                  <c:v>124.6</c:v>
                </c:pt>
                <c:pt idx="1824">
                  <c:v>124.1</c:v>
                </c:pt>
                <c:pt idx="1825">
                  <c:v>124</c:v>
                </c:pt>
                <c:pt idx="1826">
                  <c:v>123.9</c:v>
                </c:pt>
                <c:pt idx="1827">
                  <c:v>123.4</c:v>
                </c:pt>
                <c:pt idx="1828">
                  <c:v>122.6</c:v>
                </c:pt>
                <c:pt idx="1829">
                  <c:v>122</c:v>
                </c:pt>
                <c:pt idx="1830">
                  <c:v>121.8</c:v>
                </c:pt>
                <c:pt idx="1831">
                  <c:v>121.9</c:v>
                </c:pt>
                <c:pt idx="1832">
                  <c:v>121.8</c:v>
                </c:pt>
                <c:pt idx="1833">
                  <c:v>121.7</c:v>
                </c:pt>
                <c:pt idx="1834">
                  <c:v>121.4</c:v>
                </c:pt>
                <c:pt idx="1835">
                  <c:v>120.9</c:v>
                </c:pt>
                <c:pt idx="1836">
                  <c:v>120.2</c:v>
                </c:pt>
                <c:pt idx="1837">
                  <c:v>119.8</c:v>
                </c:pt>
                <c:pt idx="1838">
                  <c:v>119.5</c:v>
                </c:pt>
                <c:pt idx="1839">
                  <c:v>119</c:v>
                </c:pt>
                <c:pt idx="1840">
                  <c:v>118.6</c:v>
                </c:pt>
                <c:pt idx="1841">
                  <c:v>118.7</c:v>
                </c:pt>
                <c:pt idx="1842">
                  <c:v>119</c:v>
                </c:pt>
                <c:pt idx="1843">
                  <c:v>119</c:v>
                </c:pt>
                <c:pt idx="1844">
                  <c:v>119.2</c:v>
                </c:pt>
                <c:pt idx="1845">
                  <c:v>119.4</c:v>
                </c:pt>
                <c:pt idx="1846">
                  <c:v>119.4</c:v>
                </c:pt>
                <c:pt idx="1847">
                  <c:v>119.4</c:v>
                </c:pt>
                <c:pt idx="1848">
                  <c:v>119.6</c:v>
                </c:pt>
                <c:pt idx="1849">
                  <c:v>119.5</c:v>
                </c:pt>
                <c:pt idx="1850">
                  <c:v>119.6</c:v>
                </c:pt>
                <c:pt idx="1851">
                  <c:v>119.6</c:v>
                </c:pt>
                <c:pt idx="1852">
                  <c:v>119.4</c:v>
                </c:pt>
                <c:pt idx="1853">
                  <c:v>119.6</c:v>
                </c:pt>
                <c:pt idx="1854">
                  <c:v>119.8</c:v>
                </c:pt>
                <c:pt idx="1855">
                  <c:v>119.8</c:v>
                </c:pt>
                <c:pt idx="1856">
                  <c:v>119.9</c:v>
                </c:pt>
                <c:pt idx="1857">
                  <c:v>119.5</c:v>
                </c:pt>
                <c:pt idx="1858">
                  <c:v>119.5</c:v>
                </c:pt>
                <c:pt idx="1859">
                  <c:v>119.5</c:v>
                </c:pt>
                <c:pt idx="1860">
                  <c:v>119.6</c:v>
                </c:pt>
                <c:pt idx="1861">
                  <c:v>119.5</c:v>
                </c:pt>
                <c:pt idx="1862">
                  <c:v>119.3</c:v>
                </c:pt>
                <c:pt idx="1863">
                  <c:v>119.5</c:v>
                </c:pt>
                <c:pt idx="1864">
                  <c:v>119.5</c:v>
                </c:pt>
                <c:pt idx="1865">
                  <c:v>119.6</c:v>
                </c:pt>
                <c:pt idx="1866">
                  <c:v>119.6</c:v>
                </c:pt>
                <c:pt idx="1867">
                  <c:v>119.7</c:v>
                </c:pt>
                <c:pt idx="1868">
                  <c:v>119.8</c:v>
                </c:pt>
                <c:pt idx="1869">
                  <c:v>120.4</c:v>
                </c:pt>
                <c:pt idx="1870">
                  <c:v>120.6</c:v>
                </c:pt>
                <c:pt idx="1871">
                  <c:v>120.7</c:v>
                </c:pt>
                <c:pt idx="1872">
                  <c:v>121</c:v>
                </c:pt>
                <c:pt idx="1873">
                  <c:v>120.9</c:v>
                </c:pt>
                <c:pt idx="1874">
                  <c:v>121.2</c:v>
                </c:pt>
                <c:pt idx="1875">
                  <c:v>121.9</c:v>
                </c:pt>
                <c:pt idx="1876">
                  <c:v>121.9</c:v>
                </c:pt>
                <c:pt idx="1877">
                  <c:v>121.7</c:v>
                </c:pt>
                <c:pt idx="1878">
                  <c:v>121.6</c:v>
                </c:pt>
                <c:pt idx="1879">
                  <c:v>121.1</c:v>
                </c:pt>
                <c:pt idx="1880">
                  <c:v>121</c:v>
                </c:pt>
                <c:pt idx="1881">
                  <c:v>120.5</c:v>
                </c:pt>
                <c:pt idx="1882">
                  <c:v>120.4</c:v>
                </c:pt>
                <c:pt idx="1883">
                  <c:v>120.1</c:v>
                </c:pt>
                <c:pt idx="1884">
                  <c:v>120.5</c:v>
                </c:pt>
                <c:pt idx="1885">
                  <c:v>120.3</c:v>
                </c:pt>
                <c:pt idx="1886">
                  <c:v>120.8</c:v>
                </c:pt>
                <c:pt idx="1887">
                  <c:v>121</c:v>
                </c:pt>
                <c:pt idx="1888">
                  <c:v>120.6</c:v>
                </c:pt>
                <c:pt idx="1889">
                  <c:v>120.4</c:v>
                </c:pt>
                <c:pt idx="1890">
                  <c:v>120.6</c:v>
                </c:pt>
                <c:pt idx="1891">
                  <c:v>120.4</c:v>
                </c:pt>
                <c:pt idx="1892">
                  <c:v>120.1</c:v>
                </c:pt>
                <c:pt idx="1893">
                  <c:v>120.3</c:v>
                </c:pt>
                <c:pt idx="1894">
                  <c:v>120.7</c:v>
                </c:pt>
                <c:pt idx="1895">
                  <c:v>120.5</c:v>
                </c:pt>
                <c:pt idx="1896">
                  <c:v>120.6</c:v>
                </c:pt>
                <c:pt idx="1897">
                  <c:v>120.7</c:v>
                </c:pt>
                <c:pt idx="1898">
                  <c:v>120.8</c:v>
                </c:pt>
                <c:pt idx="1899">
                  <c:v>121</c:v>
                </c:pt>
                <c:pt idx="1900">
                  <c:v>121.1</c:v>
                </c:pt>
                <c:pt idx="1901">
                  <c:v>121.3</c:v>
                </c:pt>
                <c:pt idx="1902">
                  <c:v>120.9</c:v>
                </c:pt>
                <c:pt idx="1903">
                  <c:v>120.6</c:v>
                </c:pt>
                <c:pt idx="1904">
                  <c:v>120</c:v>
                </c:pt>
                <c:pt idx="1905">
                  <c:v>120.1</c:v>
                </c:pt>
                <c:pt idx="1906">
                  <c:v>120.3</c:v>
                </c:pt>
                <c:pt idx="1907">
                  <c:v>120.1</c:v>
                </c:pt>
                <c:pt idx="1908">
                  <c:v>120</c:v>
                </c:pt>
                <c:pt idx="1909">
                  <c:v>120.1</c:v>
                </c:pt>
                <c:pt idx="1910">
                  <c:v>119.9</c:v>
                </c:pt>
                <c:pt idx="1911">
                  <c:v>119.8</c:v>
                </c:pt>
                <c:pt idx="1912">
                  <c:v>119.8</c:v>
                </c:pt>
                <c:pt idx="1913">
                  <c:v>119.8</c:v>
                </c:pt>
                <c:pt idx="1914">
                  <c:v>120.2</c:v>
                </c:pt>
                <c:pt idx="1915">
                  <c:v>120.5</c:v>
                </c:pt>
                <c:pt idx="1916">
                  <c:v>120.5</c:v>
                </c:pt>
                <c:pt idx="1917">
                  <c:v>120.6</c:v>
                </c:pt>
                <c:pt idx="1918">
                  <c:v>121</c:v>
                </c:pt>
                <c:pt idx="1919">
                  <c:v>120.6</c:v>
                </c:pt>
                <c:pt idx="1920">
                  <c:v>120.9</c:v>
                </c:pt>
                <c:pt idx="1921">
                  <c:v>120.6</c:v>
                </c:pt>
                <c:pt idx="1922">
                  <c:v>120.2</c:v>
                </c:pt>
                <c:pt idx="1923">
                  <c:v>120</c:v>
                </c:pt>
                <c:pt idx="1924">
                  <c:v>119.7</c:v>
                </c:pt>
                <c:pt idx="1925">
                  <c:v>119.3</c:v>
                </c:pt>
                <c:pt idx="1926">
                  <c:v>119.2</c:v>
                </c:pt>
                <c:pt idx="1927">
                  <c:v>119.7</c:v>
                </c:pt>
                <c:pt idx="1928">
                  <c:v>119.7</c:v>
                </c:pt>
                <c:pt idx="1929">
                  <c:v>119.8</c:v>
                </c:pt>
                <c:pt idx="1930">
                  <c:v>120</c:v>
                </c:pt>
                <c:pt idx="1931">
                  <c:v>120.2</c:v>
                </c:pt>
                <c:pt idx="1932">
                  <c:v>120.4</c:v>
                </c:pt>
                <c:pt idx="1933">
                  <c:v>120</c:v>
                </c:pt>
                <c:pt idx="1934">
                  <c:v>119.9</c:v>
                </c:pt>
                <c:pt idx="1935">
                  <c:v>119.9</c:v>
                </c:pt>
                <c:pt idx="1936">
                  <c:v>119.9</c:v>
                </c:pt>
                <c:pt idx="1937">
                  <c:v>119.7</c:v>
                </c:pt>
                <c:pt idx="1938">
                  <c:v>119.8</c:v>
                </c:pt>
                <c:pt idx="1939">
                  <c:v>119.7</c:v>
                </c:pt>
                <c:pt idx="1940">
                  <c:v>120</c:v>
                </c:pt>
                <c:pt idx="1941">
                  <c:v>120.5</c:v>
                </c:pt>
                <c:pt idx="1942">
                  <c:v>120.7</c:v>
                </c:pt>
                <c:pt idx="1943">
                  <c:v>120.6</c:v>
                </c:pt>
                <c:pt idx="1944">
                  <c:v>120.7</c:v>
                </c:pt>
                <c:pt idx="1945">
                  <c:v>120.5</c:v>
                </c:pt>
                <c:pt idx="1946">
                  <c:v>120.5</c:v>
                </c:pt>
                <c:pt idx="1947">
                  <c:v>120.6</c:v>
                </c:pt>
                <c:pt idx="1948">
                  <c:v>121</c:v>
                </c:pt>
                <c:pt idx="1949">
                  <c:v>121</c:v>
                </c:pt>
                <c:pt idx="1950">
                  <c:v>121.5</c:v>
                </c:pt>
                <c:pt idx="1951">
                  <c:v>121.3</c:v>
                </c:pt>
                <c:pt idx="1952">
                  <c:v>120.6</c:v>
                </c:pt>
                <c:pt idx="1953">
                  <c:v>120.4</c:v>
                </c:pt>
                <c:pt idx="1954">
                  <c:v>121</c:v>
                </c:pt>
                <c:pt idx="1955">
                  <c:v>121</c:v>
                </c:pt>
                <c:pt idx="1956">
                  <c:v>120.7</c:v>
                </c:pt>
                <c:pt idx="1957">
                  <c:v>120.6</c:v>
                </c:pt>
                <c:pt idx="1958">
                  <c:v>120.9</c:v>
                </c:pt>
                <c:pt idx="1959">
                  <c:v>120.7</c:v>
                </c:pt>
                <c:pt idx="1960">
                  <c:v>120.4</c:v>
                </c:pt>
                <c:pt idx="1961">
                  <c:v>120.4</c:v>
                </c:pt>
                <c:pt idx="1962">
                  <c:v>120.1</c:v>
                </c:pt>
                <c:pt idx="1963">
                  <c:v>119.9</c:v>
                </c:pt>
                <c:pt idx="1964">
                  <c:v>119.9</c:v>
                </c:pt>
                <c:pt idx="1965">
                  <c:v>120.1</c:v>
                </c:pt>
                <c:pt idx="1966">
                  <c:v>120.6</c:v>
                </c:pt>
                <c:pt idx="1967">
                  <c:v>120.5</c:v>
                </c:pt>
                <c:pt idx="1968">
                  <c:v>120.5</c:v>
                </c:pt>
                <c:pt idx="1969">
                  <c:v>120.9</c:v>
                </c:pt>
                <c:pt idx="1970">
                  <c:v>121.4</c:v>
                </c:pt>
                <c:pt idx="1971">
                  <c:v>121.5</c:v>
                </c:pt>
                <c:pt idx="1972">
                  <c:v>121.5</c:v>
                </c:pt>
                <c:pt idx="1973">
                  <c:v>121.1</c:v>
                </c:pt>
                <c:pt idx="1974">
                  <c:v>120.6</c:v>
                </c:pt>
                <c:pt idx="1975">
                  <c:v>120.9</c:v>
                </c:pt>
                <c:pt idx="1976">
                  <c:v>120.8</c:v>
                </c:pt>
                <c:pt idx="1977">
                  <c:v>120.8</c:v>
                </c:pt>
                <c:pt idx="1978">
                  <c:v>120.8</c:v>
                </c:pt>
                <c:pt idx="1979">
                  <c:v>120.5</c:v>
                </c:pt>
                <c:pt idx="1980">
                  <c:v>120.7</c:v>
                </c:pt>
                <c:pt idx="1981">
                  <c:v>120.4</c:v>
                </c:pt>
                <c:pt idx="1982">
                  <c:v>120.1</c:v>
                </c:pt>
                <c:pt idx="1983">
                  <c:v>119.9</c:v>
                </c:pt>
                <c:pt idx="1984">
                  <c:v>119.8</c:v>
                </c:pt>
                <c:pt idx="1985">
                  <c:v>120.1</c:v>
                </c:pt>
                <c:pt idx="1986">
                  <c:v>120.1</c:v>
                </c:pt>
                <c:pt idx="1987">
                  <c:v>120.4</c:v>
                </c:pt>
                <c:pt idx="1988">
                  <c:v>120.4</c:v>
                </c:pt>
                <c:pt idx="1989">
                  <c:v>120.5</c:v>
                </c:pt>
                <c:pt idx="1990">
                  <c:v>120.8</c:v>
                </c:pt>
                <c:pt idx="1991">
                  <c:v>58.9</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7.1</c:v>
                </c:pt>
                <c:pt idx="2005">
                  <c:v>7.1</c:v>
                </c:pt>
                <c:pt idx="2006">
                  <c:v>11</c:v>
                </c:pt>
                <c:pt idx="2007">
                  <c:v>15.3</c:v>
                </c:pt>
                <c:pt idx="2008">
                  <c:v>19.3</c:v>
                </c:pt>
                <c:pt idx="2009">
                  <c:v>22.2</c:v>
                </c:pt>
                <c:pt idx="2010">
                  <c:v>28.1</c:v>
                </c:pt>
                <c:pt idx="2011">
                  <c:v>33.9</c:v>
                </c:pt>
                <c:pt idx="2012">
                  <c:v>40.4</c:v>
                </c:pt>
                <c:pt idx="2013">
                  <c:v>47.3</c:v>
                </c:pt>
                <c:pt idx="2014">
                  <c:v>49.8</c:v>
                </c:pt>
                <c:pt idx="2015">
                  <c:v>56.4</c:v>
                </c:pt>
                <c:pt idx="2016">
                  <c:v>62.9</c:v>
                </c:pt>
                <c:pt idx="2017">
                  <c:v>69.3</c:v>
                </c:pt>
                <c:pt idx="2018">
                  <c:v>75.5</c:v>
                </c:pt>
                <c:pt idx="2019">
                  <c:v>80.8</c:v>
                </c:pt>
                <c:pt idx="2020">
                  <c:v>83.8</c:v>
                </c:pt>
                <c:pt idx="2021">
                  <c:v>91.4</c:v>
                </c:pt>
                <c:pt idx="2022">
                  <c:v>94.2</c:v>
                </c:pt>
                <c:pt idx="2023">
                  <c:v>99</c:v>
                </c:pt>
                <c:pt idx="2024">
                  <c:v>103.4</c:v>
                </c:pt>
                <c:pt idx="2025">
                  <c:v>105.6</c:v>
                </c:pt>
                <c:pt idx="2026">
                  <c:v>109.2</c:v>
                </c:pt>
                <c:pt idx="2027">
                  <c:v>113.3</c:v>
                </c:pt>
                <c:pt idx="2028">
                  <c:v>116.5</c:v>
                </c:pt>
                <c:pt idx="2029">
                  <c:v>119.6</c:v>
                </c:pt>
                <c:pt idx="2030">
                  <c:v>122.4</c:v>
                </c:pt>
                <c:pt idx="2031">
                  <c:v>123.6</c:v>
                </c:pt>
                <c:pt idx="2032">
                  <c:v>127.9</c:v>
                </c:pt>
                <c:pt idx="2033">
                  <c:v>130.1</c:v>
                </c:pt>
                <c:pt idx="2034">
                  <c:v>132</c:v>
                </c:pt>
                <c:pt idx="2035">
                  <c:v>133.5</c:v>
                </c:pt>
                <c:pt idx="2036">
                  <c:v>133.9</c:v>
                </c:pt>
                <c:pt idx="2037">
                  <c:v>135.3</c:v>
                </c:pt>
                <c:pt idx="2038">
                  <c:v>137.2</c:v>
                </c:pt>
                <c:pt idx="2039">
                  <c:v>137.9</c:v>
                </c:pt>
                <c:pt idx="2040">
                  <c:v>138.4</c:v>
                </c:pt>
                <c:pt idx="2041">
                  <c:v>138.9</c:v>
                </c:pt>
                <c:pt idx="2042">
                  <c:v>139.1</c:v>
                </c:pt>
                <c:pt idx="2043">
                  <c:v>139.6</c:v>
                </c:pt>
                <c:pt idx="2044">
                  <c:v>140.2</c:v>
                </c:pt>
                <c:pt idx="2045">
                  <c:v>141.2</c:v>
                </c:pt>
                <c:pt idx="2046">
                  <c:v>141.5</c:v>
                </c:pt>
                <c:pt idx="2047">
                  <c:v>141.7</c:v>
                </c:pt>
                <c:pt idx="2048">
                  <c:v>142.2</c:v>
                </c:pt>
                <c:pt idx="2049">
                  <c:v>142.3</c:v>
                </c:pt>
                <c:pt idx="2050">
                  <c:v>142.7</c:v>
                </c:pt>
                <c:pt idx="2051">
                  <c:v>142.7</c:v>
                </c:pt>
                <c:pt idx="2052">
                  <c:v>142.8</c:v>
                </c:pt>
                <c:pt idx="2053">
                  <c:v>142.6</c:v>
                </c:pt>
                <c:pt idx="2054">
                  <c:v>142.2</c:v>
                </c:pt>
                <c:pt idx="2055">
                  <c:v>141.6</c:v>
                </c:pt>
                <c:pt idx="2056">
                  <c:v>142.1</c:v>
                </c:pt>
                <c:pt idx="2057">
                  <c:v>142.7</c:v>
                </c:pt>
                <c:pt idx="2058">
                  <c:v>142.8</c:v>
                </c:pt>
                <c:pt idx="2059">
                  <c:v>142.1</c:v>
                </c:pt>
                <c:pt idx="2060">
                  <c:v>141.6</c:v>
                </c:pt>
                <c:pt idx="2061">
                  <c:v>141</c:v>
                </c:pt>
                <c:pt idx="2062">
                  <c:v>140.8</c:v>
                </c:pt>
                <c:pt idx="2063">
                  <c:v>140.7</c:v>
                </c:pt>
                <c:pt idx="2064">
                  <c:v>140.9</c:v>
                </c:pt>
                <c:pt idx="2065">
                  <c:v>140.8</c:v>
                </c:pt>
                <c:pt idx="2066">
                  <c:v>140.8</c:v>
                </c:pt>
                <c:pt idx="2067">
                  <c:v>141.1</c:v>
                </c:pt>
                <c:pt idx="2068">
                  <c:v>140.8</c:v>
                </c:pt>
                <c:pt idx="2069">
                  <c:v>140.9</c:v>
                </c:pt>
                <c:pt idx="2070">
                  <c:v>141.1</c:v>
                </c:pt>
                <c:pt idx="2071">
                  <c:v>140.7</c:v>
                </c:pt>
                <c:pt idx="2072">
                  <c:v>141</c:v>
                </c:pt>
                <c:pt idx="2073">
                  <c:v>141</c:v>
                </c:pt>
                <c:pt idx="2074">
                  <c:v>140.6</c:v>
                </c:pt>
                <c:pt idx="2075">
                  <c:v>140.1</c:v>
                </c:pt>
                <c:pt idx="2076">
                  <c:v>139.7</c:v>
                </c:pt>
                <c:pt idx="2077">
                  <c:v>139.4</c:v>
                </c:pt>
                <c:pt idx="2078">
                  <c:v>139.4</c:v>
                </c:pt>
                <c:pt idx="2079">
                  <c:v>139.4</c:v>
                </c:pt>
                <c:pt idx="2080">
                  <c:v>140</c:v>
                </c:pt>
                <c:pt idx="2081">
                  <c:v>139.7</c:v>
                </c:pt>
                <c:pt idx="2082">
                  <c:v>140</c:v>
                </c:pt>
                <c:pt idx="2083">
                  <c:v>140</c:v>
                </c:pt>
                <c:pt idx="2084">
                  <c:v>139.8</c:v>
                </c:pt>
                <c:pt idx="2085">
                  <c:v>140.2</c:v>
                </c:pt>
                <c:pt idx="2086">
                  <c:v>140.5</c:v>
                </c:pt>
                <c:pt idx="2087">
                  <c:v>140.3</c:v>
                </c:pt>
                <c:pt idx="2088">
                  <c:v>139.7</c:v>
                </c:pt>
                <c:pt idx="2089">
                  <c:v>139.4</c:v>
                </c:pt>
                <c:pt idx="2090">
                  <c:v>139.3</c:v>
                </c:pt>
                <c:pt idx="2091">
                  <c:v>139.4</c:v>
                </c:pt>
                <c:pt idx="2092">
                  <c:v>139.5</c:v>
                </c:pt>
                <c:pt idx="2093">
                  <c:v>139.5</c:v>
                </c:pt>
                <c:pt idx="2094">
                  <c:v>139.7</c:v>
                </c:pt>
                <c:pt idx="2095">
                  <c:v>139.8</c:v>
                </c:pt>
                <c:pt idx="2096">
                  <c:v>139.7</c:v>
                </c:pt>
                <c:pt idx="2097">
                  <c:v>140.2</c:v>
                </c:pt>
                <c:pt idx="2098">
                  <c:v>139.9</c:v>
                </c:pt>
                <c:pt idx="2099">
                  <c:v>140.3</c:v>
                </c:pt>
                <c:pt idx="2100">
                  <c:v>140.3</c:v>
                </c:pt>
                <c:pt idx="2101">
                  <c:v>140.3</c:v>
                </c:pt>
                <c:pt idx="2102">
                  <c:v>140.5</c:v>
                </c:pt>
                <c:pt idx="2103">
                  <c:v>140.4</c:v>
                </c:pt>
                <c:pt idx="2104">
                  <c:v>140.2</c:v>
                </c:pt>
                <c:pt idx="2105">
                  <c:v>140.3</c:v>
                </c:pt>
                <c:pt idx="2106">
                  <c:v>140.4</c:v>
                </c:pt>
                <c:pt idx="2107">
                  <c:v>140.7</c:v>
                </c:pt>
                <c:pt idx="2108">
                  <c:v>140.4</c:v>
                </c:pt>
                <c:pt idx="2109">
                  <c:v>140.4</c:v>
                </c:pt>
                <c:pt idx="2110">
                  <c:v>140.7</c:v>
                </c:pt>
                <c:pt idx="2111">
                  <c:v>140.8</c:v>
                </c:pt>
                <c:pt idx="2112">
                  <c:v>141.1</c:v>
                </c:pt>
                <c:pt idx="2113">
                  <c:v>141.1</c:v>
                </c:pt>
                <c:pt idx="2114">
                  <c:v>142</c:v>
                </c:pt>
                <c:pt idx="2115">
                  <c:v>142.8</c:v>
                </c:pt>
                <c:pt idx="2116">
                  <c:v>143.3</c:v>
                </c:pt>
                <c:pt idx="2117">
                  <c:v>144.2</c:v>
                </c:pt>
                <c:pt idx="2118">
                  <c:v>145.8</c:v>
                </c:pt>
                <c:pt idx="2119">
                  <c:v>147</c:v>
                </c:pt>
                <c:pt idx="2120">
                  <c:v>147.4</c:v>
                </c:pt>
                <c:pt idx="2121">
                  <c:v>148.9</c:v>
                </c:pt>
                <c:pt idx="2122">
                  <c:v>149.4</c:v>
                </c:pt>
                <c:pt idx="2123">
                  <c:v>150.3</c:v>
                </c:pt>
                <c:pt idx="2124">
                  <c:v>151.6</c:v>
                </c:pt>
                <c:pt idx="2125">
                  <c:v>152.4</c:v>
                </c:pt>
                <c:pt idx="2126">
                  <c:v>152.7</c:v>
                </c:pt>
                <c:pt idx="2127">
                  <c:v>153</c:v>
                </c:pt>
                <c:pt idx="2128">
                  <c:v>153.6</c:v>
                </c:pt>
                <c:pt idx="2129">
                  <c:v>154</c:v>
                </c:pt>
                <c:pt idx="2130">
                  <c:v>154.4</c:v>
                </c:pt>
                <c:pt idx="2131">
                  <c:v>155.7</c:v>
                </c:pt>
                <c:pt idx="2132">
                  <c:v>155.8</c:v>
                </c:pt>
                <c:pt idx="2133">
                  <c:v>155.9</c:v>
                </c:pt>
                <c:pt idx="2134">
                  <c:v>156.4</c:v>
                </c:pt>
                <c:pt idx="2135">
                  <c:v>157.6</c:v>
                </c:pt>
                <c:pt idx="2136">
                  <c:v>157.7</c:v>
                </c:pt>
                <c:pt idx="2137">
                  <c:v>157.8</c:v>
                </c:pt>
                <c:pt idx="2138">
                  <c:v>158.2</c:v>
                </c:pt>
                <c:pt idx="2139">
                  <c:v>158.6</c:v>
                </c:pt>
                <c:pt idx="2140">
                  <c:v>158.8</c:v>
                </c:pt>
                <c:pt idx="2141">
                  <c:v>158.5</c:v>
                </c:pt>
                <c:pt idx="2142">
                  <c:v>159</c:v>
                </c:pt>
                <c:pt idx="2143">
                  <c:v>159</c:v>
                </c:pt>
                <c:pt idx="2144">
                  <c:v>159.1</c:v>
                </c:pt>
                <c:pt idx="2145">
                  <c:v>159.9</c:v>
                </c:pt>
                <c:pt idx="2146">
                  <c:v>160</c:v>
                </c:pt>
                <c:pt idx="2147">
                  <c:v>159.4</c:v>
                </c:pt>
                <c:pt idx="2148">
                  <c:v>159.5</c:v>
                </c:pt>
                <c:pt idx="2149">
                  <c:v>159.2</c:v>
                </c:pt>
                <c:pt idx="2150">
                  <c:v>159.6</c:v>
                </c:pt>
                <c:pt idx="2151">
                  <c:v>160.4</c:v>
                </c:pt>
                <c:pt idx="2152">
                  <c:v>160.4</c:v>
                </c:pt>
                <c:pt idx="2153">
                  <c:v>160.5</c:v>
                </c:pt>
                <c:pt idx="2154">
                  <c:v>160.4</c:v>
                </c:pt>
                <c:pt idx="2155">
                  <c:v>160.1</c:v>
                </c:pt>
                <c:pt idx="2156">
                  <c:v>159.4</c:v>
                </c:pt>
                <c:pt idx="2157">
                  <c:v>159</c:v>
                </c:pt>
                <c:pt idx="2158">
                  <c:v>158.8</c:v>
                </c:pt>
                <c:pt idx="2159">
                  <c:v>159</c:v>
                </c:pt>
                <c:pt idx="2160">
                  <c:v>159.1</c:v>
                </c:pt>
                <c:pt idx="2161">
                  <c:v>159</c:v>
                </c:pt>
                <c:pt idx="2162">
                  <c:v>158.8</c:v>
                </c:pt>
                <c:pt idx="2163">
                  <c:v>158.7</c:v>
                </c:pt>
                <c:pt idx="2164">
                  <c:v>158.7</c:v>
                </c:pt>
                <c:pt idx="2165">
                  <c:v>158.8</c:v>
                </c:pt>
                <c:pt idx="2166">
                  <c:v>158.8</c:v>
                </c:pt>
                <c:pt idx="2167">
                  <c:v>158.7</c:v>
                </c:pt>
                <c:pt idx="2168">
                  <c:v>158.7</c:v>
                </c:pt>
                <c:pt idx="2169">
                  <c:v>158.9</c:v>
                </c:pt>
                <c:pt idx="2170">
                  <c:v>158.8</c:v>
                </c:pt>
                <c:pt idx="2171">
                  <c:v>158.9</c:v>
                </c:pt>
                <c:pt idx="2172">
                  <c:v>159.4</c:v>
                </c:pt>
                <c:pt idx="2173">
                  <c:v>159.8</c:v>
                </c:pt>
                <c:pt idx="2174">
                  <c:v>159.7</c:v>
                </c:pt>
                <c:pt idx="2175">
                  <c:v>160.6</c:v>
                </c:pt>
                <c:pt idx="2176">
                  <c:v>160.5</c:v>
                </c:pt>
                <c:pt idx="2177">
                  <c:v>160.6</c:v>
                </c:pt>
                <c:pt idx="2178">
                  <c:v>160.2</c:v>
                </c:pt>
                <c:pt idx="2179">
                  <c:v>160.2</c:v>
                </c:pt>
                <c:pt idx="2180">
                  <c:v>160.4</c:v>
                </c:pt>
                <c:pt idx="2181">
                  <c:v>160.4</c:v>
                </c:pt>
                <c:pt idx="2182">
                  <c:v>160.5</c:v>
                </c:pt>
                <c:pt idx="2183">
                  <c:v>160.4</c:v>
                </c:pt>
                <c:pt idx="2184">
                  <c:v>160.6</c:v>
                </c:pt>
                <c:pt idx="2185">
                  <c:v>160.2</c:v>
                </c:pt>
                <c:pt idx="2186">
                  <c:v>160</c:v>
                </c:pt>
                <c:pt idx="2187">
                  <c:v>160</c:v>
                </c:pt>
                <c:pt idx="2188">
                  <c:v>159.6</c:v>
                </c:pt>
                <c:pt idx="2189">
                  <c:v>159.3</c:v>
                </c:pt>
                <c:pt idx="2190">
                  <c:v>159.1</c:v>
                </c:pt>
                <c:pt idx="2191">
                  <c:v>158.8</c:v>
                </c:pt>
                <c:pt idx="2192">
                  <c:v>158.7</c:v>
                </c:pt>
                <c:pt idx="2193">
                  <c:v>158.5</c:v>
                </c:pt>
                <c:pt idx="2194">
                  <c:v>158.4</c:v>
                </c:pt>
                <c:pt idx="2195">
                  <c:v>158.8</c:v>
                </c:pt>
                <c:pt idx="2196">
                  <c:v>158.8</c:v>
                </c:pt>
                <c:pt idx="2197">
                  <c:v>159</c:v>
                </c:pt>
                <c:pt idx="2198">
                  <c:v>159.2</c:v>
                </c:pt>
                <c:pt idx="2199">
                  <c:v>159.4</c:v>
                </c:pt>
                <c:pt idx="2200">
                  <c:v>159.3</c:v>
                </c:pt>
                <c:pt idx="2201">
                  <c:v>159.7</c:v>
                </c:pt>
                <c:pt idx="2202">
                  <c:v>159.4</c:v>
                </c:pt>
                <c:pt idx="2203">
                  <c:v>159.5</c:v>
                </c:pt>
                <c:pt idx="2204">
                  <c:v>159.4</c:v>
                </c:pt>
                <c:pt idx="2205">
                  <c:v>159.2</c:v>
                </c:pt>
                <c:pt idx="2206">
                  <c:v>159.2</c:v>
                </c:pt>
                <c:pt idx="2207">
                  <c:v>160</c:v>
                </c:pt>
                <c:pt idx="2208">
                  <c:v>160.6</c:v>
                </c:pt>
                <c:pt idx="2209">
                  <c:v>161</c:v>
                </c:pt>
                <c:pt idx="2210">
                  <c:v>160.8</c:v>
                </c:pt>
                <c:pt idx="2211">
                  <c:v>161.1</c:v>
                </c:pt>
                <c:pt idx="2212">
                  <c:v>160.9</c:v>
                </c:pt>
                <c:pt idx="2213">
                  <c:v>160.4</c:v>
                </c:pt>
                <c:pt idx="2214">
                  <c:v>159.9</c:v>
                </c:pt>
                <c:pt idx="2215">
                  <c:v>159.9</c:v>
                </c:pt>
                <c:pt idx="2216">
                  <c:v>159.9</c:v>
                </c:pt>
                <c:pt idx="2217">
                  <c:v>160</c:v>
                </c:pt>
                <c:pt idx="2218">
                  <c:v>160.6</c:v>
                </c:pt>
                <c:pt idx="2219">
                  <c:v>160.2</c:v>
                </c:pt>
                <c:pt idx="2220">
                  <c:v>160.4</c:v>
                </c:pt>
                <c:pt idx="2221">
                  <c:v>160.6</c:v>
                </c:pt>
                <c:pt idx="2222">
                  <c:v>160.5</c:v>
                </c:pt>
                <c:pt idx="2223">
                  <c:v>159.8</c:v>
                </c:pt>
                <c:pt idx="2224">
                  <c:v>160.1</c:v>
                </c:pt>
                <c:pt idx="2225">
                  <c:v>160.7</c:v>
                </c:pt>
                <c:pt idx="2226">
                  <c:v>161</c:v>
                </c:pt>
                <c:pt idx="2227">
                  <c:v>160.8</c:v>
                </c:pt>
                <c:pt idx="2228">
                  <c:v>160.5</c:v>
                </c:pt>
                <c:pt idx="2229">
                  <c:v>160.1</c:v>
                </c:pt>
                <c:pt idx="2230">
                  <c:v>159.7</c:v>
                </c:pt>
                <c:pt idx="2231">
                  <c:v>160.4</c:v>
                </c:pt>
                <c:pt idx="2232">
                  <c:v>160.2</c:v>
                </c:pt>
                <c:pt idx="2233">
                  <c:v>159.7</c:v>
                </c:pt>
                <c:pt idx="2234">
                  <c:v>159.2</c:v>
                </c:pt>
                <c:pt idx="2235">
                  <c:v>159</c:v>
                </c:pt>
                <c:pt idx="2236">
                  <c:v>159.4</c:v>
                </c:pt>
                <c:pt idx="2237">
                  <c:v>159</c:v>
                </c:pt>
                <c:pt idx="2238">
                  <c:v>159</c:v>
                </c:pt>
                <c:pt idx="2239">
                  <c:v>159.3</c:v>
                </c:pt>
                <c:pt idx="2240">
                  <c:v>159.2</c:v>
                </c:pt>
                <c:pt idx="2241">
                  <c:v>159.5</c:v>
                </c:pt>
                <c:pt idx="2242">
                  <c:v>159.6</c:v>
                </c:pt>
                <c:pt idx="2243">
                  <c:v>159.4</c:v>
                </c:pt>
                <c:pt idx="2244">
                  <c:v>159.4</c:v>
                </c:pt>
                <c:pt idx="2245">
                  <c:v>159</c:v>
                </c:pt>
                <c:pt idx="2246">
                  <c:v>159.1</c:v>
                </c:pt>
                <c:pt idx="2247">
                  <c:v>159</c:v>
                </c:pt>
                <c:pt idx="2248">
                  <c:v>158.8</c:v>
                </c:pt>
                <c:pt idx="2249">
                  <c:v>158.9</c:v>
                </c:pt>
                <c:pt idx="2250">
                  <c:v>159</c:v>
                </c:pt>
                <c:pt idx="2251">
                  <c:v>158.6</c:v>
                </c:pt>
                <c:pt idx="2252">
                  <c:v>158.4</c:v>
                </c:pt>
                <c:pt idx="2253">
                  <c:v>158.5</c:v>
                </c:pt>
                <c:pt idx="2254">
                  <c:v>158.4</c:v>
                </c:pt>
                <c:pt idx="2255">
                  <c:v>158.1</c:v>
                </c:pt>
                <c:pt idx="2256">
                  <c:v>158.2</c:v>
                </c:pt>
                <c:pt idx="2257">
                  <c:v>158.2</c:v>
                </c:pt>
                <c:pt idx="2258">
                  <c:v>158.1</c:v>
                </c:pt>
                <c:pt idx="2259">
                  <c:v>158.1</c:v>
                </c:pt>
                <c:pt idx="2260">
                  <c:v>158.3</c:v>
                </c:pt>
                <c:pt idx="2261">
                  <c:v>158.8</c:v>
                </c:pt>
                <c:pt idx="2262">
                  <c:v>159</c:v>
                </c:pt>
                <c:pt idx="2263">
                  <c:v>159</c:v>
                </c:pt>
                <c:pt idx="2264">
                  <c:v>158.9</c:v>
                </c:pt>
                <c:pt idx="2265">
                  <c:v>159.8</c:v>
                </c:pt>
                <c:pt idx="2266">
                  <c:v>160.3</c:v>
                </c:pt>
                <c:pt idx="2267">
                  <c:v>160.3</c:v>
                </c:pt>
                <c:pt idx="2268">
                  <c:v>159.9</c:v>
                </c:pt>
                <c:pt idx="2269">
                  <c:v>160.1</c:v>
                </c:pt>
                <c:pt idx="2270">
                  <c:v>160.7</c:v>
                </c:pt>
                <c:pt idx="2271">
                  <c:v>160.7</c:v>
                </c:pt>
                <c:pt idx="2272">
                  <c:v>160.5</c:v>
                </c:pt>
                <c:pt idx="2273">
                  <c:v>160.7</c:v>
                </c:pt>
                <c:pt idx="2274">
                  <c:v>160.5</c:v>
                </c:pt>
                <c:pt idx="2275">
                  <c:v>160.6</c:v>
                </c:pt>
                <c:pt idx="2276">
                  <c:v>160.6</c:v>
                </c:pt>
                <c:pt idx="2277">
                  <c:v>160.2</c:v>
                </c:pt>
                <c:pt idx="2278">
                  <c:v>159.8</c:v>
                </c:pt>
                <c:pt idx="2279">
                  <c:v>159.6</c:v>
                </c:pt>
                <c:pt idx="2280">
                  <c:v>159.1</c:v>
                </c:pt>
                <c:pt idx="2281">
                  <c:v>159</c:v>
                </c:pt>
                <c:pt idx="2282">
                  <c:v>158.9</c:v>
                </c:pt>
                <c:pt idx="2283">
                  <c:v>158.7</c:v>
                </c:pt>
                <c:pt idx="2284">
                  <c:v>158.6</c:v>
                </c:pt>
                <c:pt idx="2285">
                  <c:v>159</c:v>
                </c:pt>
                <c:pt idx="2286">
                  <c:v>158.7</c:v>
                </c:pt>
                <c:pt idx="2287">
                  <c:v>158.8</c:v>
                </c:pt>
                <c:pt idx="2288">
                  <c:v>159.1</c:v>
                </c:pt>
                <c:pt idx="2289">
                  <c:v>159.4</c:v>
                </c:pt>
                <c:pt idx="2290">
                  <c:v>160.1</c:v>
                </c:pt>
                <c:pt idx="2291">
                  <c:v>161</c:v>
                </c:pt>
                <c:pt idx="2292">
                  <c:v>162.4</c:v>
                </c:pt>
                <c:pt idx="2293">
                  <c:v>164.3</c:v>
                </c:pt>
                <c:pt idx="2294">
                  <c:v>165.7</c:v>
                </c:pt>
                <c:pt idx="2295">
                  <c:v>166.7</c:v>
                </c:pt>
                <c:pt idx="2296">
                  <c:v>167.8</c:v>
                </c:pt>
                <c:pt idx="2297">
                  <c:v>168.3</c:v>
                </c:pt>
                <c:pt idx="2298">
                  <c:v>169.1</c:v>
                </c:pt>
                <c:pt idx="2299">
                  <c:v>170.6</c:v>
                </c:pt>
                <c:pt idx="2300">
                  <c:v>171.2</c:v>
                </c:pt>
                <c:pt idx="2301">
                  <c:v>171.9</c:v>
                </c:pt>
                <c:pt idx="2302">
                  <c:v>172.6</c:v>
                </c:pt>
                <c:pt idx="2303">
                  <c:v>173.9</c:v>
                </c:pt>
                <c:pt idx="2304">
                  <c:v>174.6</c:v>
                </c:pt>
                <c:pt idx="2305">
                  <c:v>175.2</c:v>
                </c:pt>
                <c:pt idx="2306">
                  <c:v>175.9</c:v>
                </c:pt>
                <c:pt idx="2307">
                  <c:v>177.2</c:v>
                </c:pt>
                <c:pt idx="2308">
                  <c:v>177.4</c:v>
                </c:pt>
                <c:pt idx="2309">
                  <c:v>178.1</c:v>
                </c:pt>
                <c:pt idx="2310">
                  <c:v>178.4</c:v>
                </c:pt>
                <c:pt idx="2311">
                  <c:v>178.4</c:v>
                </c:pt>
                <c:pt idx="2312">
                  <c:v>178.7</c:v>
                </c:pt>
                <c:pt idx="2313">
                  <c:v>178.8</c:v>
                </c:pt>
                <c:pt idx="2314">
                  <c:v>179</c:v>
                </c:pt>
                <c:pt idx="2315">
                  <c:v>179.1</c:v>
                </c:pt>
                <c:pt idx="2316">
                  <c:v>179.1</c:v>
                </c:pt>
                <c:pt idx="2317">
                  <c:v>179.6</c:v>
                </c:pt>
                <c:pt idx="2318">
                  <c:v>180</c:v>
                </c:pt>
                <c:pt idx="2319">
                  <c:v>180.5</c:v>
                </c:pt>
                <c:pt idx="2320">
                  <c:v>180.7</c:v>
                </c:pt>
                <c:pt idx="2321">
                  <c:v>181</c:v>
                </c:pt>
                <c:pt idx="2322">
                  <c:v>181.3</c:v>
                </c:pt>
                <c:pt idx="2323">
                  <c:v>182.1</c:v>
                </c:pt>
                <c:pt idx="2324">
                  <c:v>182.2</c:v>
                </c:pt>
                <c:pt idx="2325">
                  <c:v>181.7</c:v>
                </c:pt>
                <c:pt idx="2326">
                  <c:v>181.6</c:v>
                </c:pt>
                <c:pt idx="2327">
                  <c:v>182.2</c:v>
                </c:pt>
                <c:pt idx="2328">
                  <c:v>182.4</c:v>
                </c:pt>
                <c:pt idx="2329">
                  <c:v>182.7</c:v>
                </c:pt>
                <c:pt idx="2330">
                  <c:v>182.5</c:v>
                </c:pt>
                <c:pt idx="2331">
                  <c:v>182.1</c:v>
                </c:pt>
                <c:pt idx="2332">
                  <c:v>182.3</c:v>
                </c:pt>
                <c:pt idx="2333">
                  <c:v>181.9</c:v>
                </c:pt>
                <c:pt idx="2334">
                  <c:v>181.8</c:v>
                </c:pt>
                <c:pt idx="2335">
                  <c:v>182.2</c:v>
                </c:pt>
                <c:pt idx="2336">
                  <c:v>182.3</c:v>
                </c:pt>
                <c:pt idx="2337">
                  <c:v>181.8</c:v>
                </c:pt>
                <c:pt idx="2338">
                  <c:v>181.3</c:v>
                </c:pt>
                <c:pt idx="2339">
                  <c:v>181.4</c:v>
                </c:pt>
                <c:pt idx="2340">
                  <c:v>181.2</c:v>
                </c:pt>
                <c:pt idx="2341">
                  <c:v>181.2</c:v>
                </c:pt>
                <c:pt idx="2342">
                  <c:v>181.5</c:v>
                </c:pt>
                <c:pt idx="2343">
                  <c:v>181.5</c:v>
                </c:pt>
                <c:pt idx="2344">
                  <c:v>181.5</c:v>
                </c:pt>
                <c:pt idx="2345">
                  <c:v>181.5</c:v>
                </c:pt>
                <c:pt idx="2346">
                  <c:v>181.5</c:v>
                </c:pt>
                <c:pt idx="2347">
                  <c:v>181.2</c:v>
                </c:pt>
                <c:pt idx="2348">
                  <c:v>180.6</c:v>
                </c:pt>
                <c:pt idx="2349">
                  <c:v>179.9</c:v>
                </c:pt>
                <c:pt idx="2350">
                  <c:v>181.2</c:v>
                </c:pt>
                <c:pt idx="2351">
                  <c:v>181.3</c:v>
                </c:pt>
                <c:pt idx="2352">
                  <c:v>181.3</c:v>
                </c:pt>
                <c:pt idx="2353">
                  <c:v>181.4</c:v>
                </c:pt>
                <c:pt idx="2354">
                  <c:v>180.7</c:v>
                </c:pt>
                <c:pt idx="2355">
                  <c:v>180.2</c:v>
                </c:pt>
                <c:pt idx="2356">
                  <c:v>180</c:v>
                </c:pt>
                <c:pt idx="2357">
                  <c:v>179.5</c:v>
                </c:pt>
                <c:pt idx="2358">
                  <c:v>179.4</c:v>
                </c:pt>
                <c:pt idx="2359">
                  <c:v>179.1</c:v>
                </c:pt>
                <c:pt idx="2360">
                  <c:v>178.9</c:v>
                </c:pt>
                <c:pt idx="2361">
                  <c:v>179.1</c:v>
                </c:pt>
                <c:pt idx="2362">
                  <c:v>180</c:v>
                </c:pt>
                <c:pt idx="2363">
                  <c:v>180.6</c:v>
                </c:pt>
                <c:pt idx="2364">
                  <c:v>180.4</c:v>
                </c:pt>
                <c:pt idx="2365">
                  <c:v>180</c:v>
                </c:pt>
                <c:pt idx="2366">
                  <c:v>179.9</c:v>
                </c:pt>
                <c:pt idx="2367">
                  <c:v>179.7</c:v>
                </c:pt>
                <c:pt idx="2368">
                  <c:v>179.7</c:v>
                </c:pt>
                <c:pt idx="2369">
                  <c:v>179.4</c:v>
                </c:pt>
                <c:pt idx="2370">
                  <c:v>179.4</c:v>
                </c:pt>
                <c:pt idx="2371">
                  <c:v>179.7</c:v>
                </c:pt>
                <c:pt idx="2372">
                  <c:v>180.4</c:v>
                </c:pt>
                <c:pt idx="2373">
                  <c:v>180.6</c:v>
                </c:pt>
                <c:pt idx="2374">
                  <c:v>180.5</c:v>
                </c:pt>
                <c:pt idx="2375">
                  <c:v>180.8</c:v>
                </c:pt>
                <c:pt idx="2376">
                  <c:v>181</c:v>
                </c:pt>
                <c:pt idx="2377">
                  <c:v>180.9</c:v>
                </c:pt>
                <c:pt idx="2378">
                  <c:v>180.6</c:v>
                </c:pt>
                <c:pt idx="2379">
                  <c:v>180.7</c:v>
                </c:pt>
                <c:pt idx="2380">
                  <c:v>180.6</c:v>
                </c:pt>
                <c:pt idx="2381">
                  <c:v>180.9</c:v>
                </c:pt>
                <c:pt idx="2382">
                  <c:v>181.3</c:v>
                </c:pt>
                <c:pt idx="2383">
                  <c:v>181</c:v>
                </c:pt>
                <c:pt idx="2384">
                  <c:v>180.8</c:v>
                </c:pt>
                <c:pt idx="2385">
                  <c:v>180.5</c:v>
                </c:pt>
                <c:pt idx="2386">
                  <c:v>180.9</c:v>
                </c:pt>
                <c:pt idx="2387">
                  <c:v>181.1</c:v>
                </c:pt>
                <c:pt idx="2388">
                  <c:v>181.3</c:v>
                </c:pt>
                <c:pt idx="2389">
                  <c:v>181.2</c:v>
                </c:pt>
                <c:pt idx="2390">
                  <c:v>181.3</c:v>
                </c:pt>
                <c:pt idx="2391">
                  <c:v>181.2</c:v>
                </c:pt>
                <c:pt idx="2392">
                  <c:v>181.5</c:v>
                </c:pt>
                <c:pt idx="2393">
                  <c:v>181.2</c:v>
                </c:pt>
                <c:pt idx="2394">
                  <c:v>181.4</c:v>
                </c:pt>
                <c:pt idx="2395">
                  <c:v>181.3</c:v>
                </c:pt>
                <c:pt idx="2396">
                  <c:v>181</c:v>
                </c:pt>
                <c:pt idx="2397">
                  <c:v>180.7</c:v>
                </c:pt>
                <c:pt idx="2398">
                  <c:v>180</c:v>
                </c:pt>
                <c:pt idx="2399">
                  <c:v>180.2</c:v>
                </c:pt>
                <c:pt idx="2400">
                  <c:v>179.9</c:v>
                </c:pt>
                <c:pt idx="2401">
                  <c:v>179.3</c:v>
                </c:pt>
                <c:pt idx="2402">
                  <c:v>179.2</c:v>
                </c:pt>
                <c:pt idx="2403">
                  <c:v>179.1</c:v>
                </c:pt>
                <c:pt idx="2404">
                  <c:v>179.9</c:v>
                </c:pt>
                <c:pt idx="2405">
                  <c:v>179.7</c:v>
                </c:pt>
                <c:pt idx="2406">
                  <c:v>179.9</c:v>
                </c:pt>
                <c:pt idx="2407">
                  <c:v>180.1</c:v>
                </c:pt>
                <c:pt idx="2408">
                  <c:v>180.8</c:v>
                </c:pt>
                <c:pt idx="2409">
                  <c:v>181</c:v>
                </c:pt>
                <c:pt idx="2410">
                  <c:v>180.8</c:v>
                </c:pt>
                <c:pt idx="2411">
                  <c:v>180.4</c:v>
                </c:pt>
                <c:pt idx="2412">
                  <c:v>180.1</c:v>
                </c:pt>
                <c:pt idx="2413">
                  <c:v>179.8</c:v>
                </c:pt>
                <c:pt idx="2414">
                  <c:v>180</c:v>
                </c:pt>
                <c:pt idx="2415">
                  <c:v>180.3</c:v>
                </c:pt>
                <c:pt idx="2416">
                  <c:v>180.5</c:v>
                </c:pt>
                <c:pt idx="2417">
                  <c:v>180.5</c:v>
                </c:pt>
                <c:pt idx="2418">
                  <c:v>180.5</c:v>
                </c:pt>
                <c:pt idx="2419">
                  <c:v>180.7</c:v>
                </c:pt>
                <c:pt idx="2420">
                  <c:v>180.8</c:v>
                </c:pt>
                <c:pt idx="2421">
                  <c:v>180.7</c:v>
                </c:pt>
                <c:pt idx="2422">
                  <c:v>181.5</c:v>
                </c:pt>
                <c:pt idx="2423">
                  <c:v>181.2</c:v>
                </c:pt>
                <c:pt idx="2424">
                  <c:v>181.3</c:v>
                </c:pt>
                <c:pt idx="2425">
                  <c:v>181.7</c:v>
                </c:pt>
                <c:pt idx="2426">
                  <c:v>181.3</c:v>
                </c:pt>
                <c:pt idx="2427">
                  <c:v>180.8</c:v>
                </c:pt>
                <c:pt idx="2428">
                  <c:v>180.4</c:v>
                </c:pt>
                <c:pt idx="2429">
                  <c:v>180</c:v>
                </c:pt>
                <c:pt idx="2430">
                  <c:v>180</c:v>
                </c:pt>
                <c:pt idx="2431">
                  <c:v>180.2</c:v>
                </c:pt>
                <c:pt idx="2432">
                  <c:v>181.1</c:v>
                </c:pt>
                <c:pt idx="2433">
                  <c:v>181.5</c:v>
                </c:pt>
                <c:pt idx="2434">
                  <c:v>181.1</c:v>
                </c:pt>
                <c:pt idx="2435">
                  <c:v>180.7</c:v>
                </c:pt>
                <c:pt idx="2436">
                  <c:v>181.5</c:v>
                </c:pt>
                <c:pt idx="2437">
                  <c:v>181.2</c:v>
                </c:pt>
                <c:pt idx="2438">
                  <c:v>180.5</c:v>
                </c:pt>
                <c:pt idx="2439">
                  <c:v>180.5</c:v>
                </c:pt>
                <c:pt idx="2440">
                  <c:v>179.9</c:v>
                </c:pt>
                <c:pt idx="2441">
                  <c:v>179.8</c:v>
                </c:pt>
                <c:pt idx="2442">
                  <c:v>179.5</c:v>
                </c:pt>
                <c:pt idx="2443">
                  <c:v>179.2</c:v>
                </c:pt>
                <c:pt idx="2444">
                  <c:v>180.2</c:v>
                </c:pt>
                <c:pt idx="2445">
                  <c:v>180.5</c:v>
                </c:pt>
                <c:pt idx="2446">
                  <c:v>180.8</c:v>
                </c:pt>
                <c:pt idx="2447">
                  <c:v>181</c:v>
                </c:pt>
                <c:pt idx="2448">
                  <c:v>181.1</c:v>
                </c:pt>
                <c:pt idx="2449">
                  <c:v>181.2</c:v>
                </c:pt>
                <c:pt idx="2450">
                  <c:v>182</c:v>
                </c:pt>
                <c:pt idx="2451">
                  <c:v>182.1</c:v>
                </c:pt>
                <c:pt idx="2452">
                  <c:v>181.8</c:v>
                </c:pt>
                <c:pt idx="2453">
                  <c:v>181.7</c:v>
                </c:pt>
                <c:pt idx="2454">
                  <c:v>181.6</c:v>
                </c:pt>
                <c:pt idx="2455">
                  <c:v>181.3</c:v>
                </c:pt>
                <c:pt idx="2456">
                  <c:v>181.7</c:v>
                </c:pt>
                <c:pt idx="2457">
                  <c:v>182.1</c:v>
                </c:pt>
                <c:pt idx="2458">
                  <c:v>183.2</c:v>
                </c:pt>
                <c:pt idx="2459">
                  <c:v>183.8</c:v>
                </c:pt>
                <c:pt idx="2460">
                  <c:v>184.9</c:v>
                </c:pt>
                <c:pt idx="2461">
                  <c:v>185.5</c:v>
                </c:pt>
                <c:pt idx="2462">
                  <c:v>186.3</c:v>
                </c:pt>
                <c:pt idx="2463">
                  <c:v>187.1</c:v>
                </c:pt>
                <c:pt idx="2464">
                  <c:v>187.6</c:v>
                </c:pt>
                <c:pt idx="2465">
                  <c:v>190.1</c:v>
                </c:pt>
                <c:pt idx="2466">
                  <c:v>190.8</c:v>
                </c:pt>
                <c:pt idx="2467">
                  <c:v>191.6</c:v>
                </c:pt>
                <c:pt idx="2468">
                  <c:v>192</c:v>
                </c:pt>
                <c:pt idx="2469">
                  <c:v>192.1</c:v>
                </c:pt>
                <c:pt idx="2470">
                  <c:v>193.2</c:v>
                </c:pt>
                <c:pt idx="2471">
                  <c:v>193.6</c:v>
                </c:pt>
                <c:pt idx="2472">
                  <c:v>196.2</c:v>
                </c:pt>
                <c:pt idx="2473">
                  <c:v>197.3</c:v>
                </c:pt>
                <c:pt idx="2474">
                  <c:v>197.7</c:v>
                </c:pt>
                <c:pt idx="2475">
                  <c:v>197.8</c:v>
                </c:pt>
                <c:pt idx="2476">
                  <c:v>198.1</c:v>
                </c:pt>
                <c:pt idx="2477">
                  <c:v>198.3</c:v>
                </c:pt>
                <c:pt idx="2478">
                  <c:v>198.7</c:v>
                </c:pt>
                <c:pt idx="2479">
                  <c:v>199.5</c:v>
                </c:pt>
                <c:pt idx="2480">
                  <c:v>199.8</c:v>
                </c:pt>
                <c:pt idx="2481">
                  <c:v>199.5</c:v>
                </c:pt>
                <c:pt idx="2482">
                  <c:v>199.4</c:v>
                </c:pt>
                <c:pt idx="2483">
                  <c:v>199</c:v>
                </c:pt>
                <c:pt idx="2484">
                  <c:v>199</c:v>
                </c:pt>
                <c:pt idx="2485">
                  <c:v>198.9</c:v>
                </c:pt>
                <c:pt idx="2486">
                  <c:v>199</c:v>
                </c:pt>
                <c:pt idx="2487">
                  <c:v>199.1</c:v>
                </c:pt>
                <c:pt idx="2488">
                  <c:v>199.8</c:v>
                </c:pt>
                <c:pt idx="2489">
                  <c:v>200.4</c:v>
                </c:pt>
                <c:pt idx="2490">
                  <c:v>200.1</c:v>
                </c:pt>
                <c:pt idx="2491">
                  <c:v>200.2</c:v>
                </c:pt>
                <c:pt idx="2492">
                  <c:v>200.3</c:v>
                </c:pt>
                <c:pt idx="2493">
                  <c:v>200.5</c:v>
                </c:pt>
                <c:pt idx="2494">
                  <c:v>200.8</c:v>
                </c:pt>
                <c:pt idx="2495">
                  <c:v>200.9</c:v>
                </c:pt>
                <c:pt idx="2496">
                  <c:v>201.3</c:v>
                </c:pt>
                <c:pt idx="2497">
                  <c:v>201.4</c:v>
                </c:pt>
                <c:pt idx="2498">
                  <c:v>201.3</c:v>
                </c:pt>
                <c:pt idx="2499">
                  <c:v>201.4</c:v>
                </c:pt>
                <c:pt idx="2500">
                  <c:v>201.4</c:v>
                </c:pt>
                <c:pt idx="2501">
                  <c:v>201.2</c:v>
                </c:pt>
                <c:pt idx="2502">
                  <c:v>200.6</c:v>
                </c:pt>
                <c:pt idx="2503">
                  <c:v>200.1</c:v>
                </c:pt>
                <c:pt idx="2504">
                  <c:v>199.9</c:v>
                </c:pt>
                <c:pt idx="2505">
                  <c:v>199.5</c:v>
                </c:pt>
                <c:pt idx="2506">
                  <c:v>199.4</c:v>
                </c:pt>
                <c:pt idx="2507">
                  <c:v>199.6</c:v>
                </c:pt>
                <c:pt idx="2508">
                  <c:v>200.1</c:v>
                </c:pt>
                <c:pt idx="2509">
                  <c:v>200.3</c:v>
                </c:pt>
                <c:pt idx="2510">
                  <c:v>201.8</c:v>
                </c:pt>
                <c:pt idx="2511">
                  <c:v>201.9</c:v>
                </c:pt>
                <c:pt idx="2512">
                  <c:v>201.2</c:v>
                </c:pt>
                <c:pt idx="2513">
                  <c:v>200.5</c:v>
                </c:pt>
                <c:pt idx="2514">
                  <c:v>199.9</c:v>
                </c:pt>
                <c:pt idx="2515">
                  <c:v>199.6</c:v>
                </c:pt>
                <c:pt idx="2516">
                  <c:v>199</c:v>
                </c:pt>
                <c:pt idx="2517">
                  <c:v>199.6</c:v>
                </c:pt>
                <c:pt idx="2518">
                  <c:v>199.8</c:v>
                </c:pt>
                <c:pt idx="2519">
                  <c:v>200</c:v>
                </c:pt>
                <c:pt idx="2520">
                  <c:v>199.7</c:v>
                </c:pt>
                <c:pt idx="2521">
                  <c:v>199.5</c:v>
                </c:pt>
                <c:pt idx="2522">
                  <c:v>199.5</c:v>
                </c:pt>
                <c:pt idx="2523">
                  <c:v>199.3</c:v>
                </c:pt>
                <c:pt idx="2524">
                  <c:v>199.2</c:v>
                </c:pt>
                <c:pt idx="2525">
                  <c:v>199.4</c:v>
                </c:pt>
                <c:pt idx="2526">
                  <c:v>200.6</c:v>
                </c:pt>
                <c:pt idx="2527">
                  <c:v>200.5</c:v>
                </c:pt>
                <c:pt idx="2528">
                  <c:v>200.2</c:v>
                </c:pt>
                <c:pt idx="2529">
                  <c:v>200</c:v>
                </c:pt>
                <c:pt idx="2530">
                  <c:v>201.1</c:v>
                </c:pt>
                <c:pt idx="2531">
                  <c:v>200.9</c:v>
                </c:pt>
                <c:pt idx="2532">
                  <c:v>200.8</c:v>
                </c:pt>
                <c:pt idx="2533">
                  <c:v>201.5</c:v>
                </c:pt>
                <c:pt idx="2534">
                  <c:v>202.3</c:v>
                </c:pt>
                <c:pt idx="2535">
                  <c:v>202.9</c:v>
                </c:pt>
                <c:pt idx="2536">
                  <c:v>202.1</c:v>
                </c:pt>
                <c:pt idx="2537">
                  <c:v>201.6</c:v>
                </c:pt>
                <c:pt idx="2538">
                  <c:v>201.3</c:v>
                </c:pt>
                <c:pt idx="2539">
                  <c:v>200.8</c:v>
                </c:pt>
                <c:pt idx="2540">
                  <c:v>200.7</c:v>
                </c:pt>
                <c:pt idx="2541">
                  <c:v>200.1</c:v>
                </c:pt>
                <c:pt idx="2542">
                  <c:v>200.5</c:v>
                </c:pt>
                <c:pt idx="2543">
                  <c:v>200.5</c:v>
                </c:pt>
                <c:pt idx="2544">
                  <c:v>200.9</c:v>
                </c:pt>
                <c:pt idx="2545">
                  <c:v>201.4</c:v>
                </c:pt>
                <c:pt idx="2546">
                  <c:v>200.8</c:v>
                </c:pt>
                <c:pt idx="2547">
                  <c:v>200.6</c:v>
                </c:pt>
                <c:pt idx="2548">
                  <c:v>200.6</c:v>
                </c:pt>
                <c:pt idx="2549">
                  <c:v>201.1</c:v>
                </c:pt>
                <c:pt idx="2550">
                  <c:v>200.8</c:v>
                </c:pt>
                <c:pt idx="2551">
                  <c:v>201.1</c:v>
                </c:pt>
                <c:pt idx="2552">
                  <c:v>200.7</c:v>
                </c:pt>
                <c:pt idx="2553">
                  <c:v>200.9</c:v>
                </c:pt>
                <c:pt idx="2554">
                  <c:v>200.5</c:v>
                </c:pt>
                <c:pt idx="2555">
                  <c:v>200.1</c:v>
                </c:pt>
                <c:pt idx="2556">
                  <c:v>199.9</c:v>
                </c:pt>
                <c:pt idx="2557">
                  <c:v>200.2</c:v>
                </c:pt>
                <c:pt idx="2558">
                  <c:v>200.4</c:v>
                </c:pt>
                <c:pt idx="2559">
                  <c:v>200.3</c:v>
                </c:pt>
                <c:pt idx="2560">
                  <c:v>200.3</c:v>
                </c:pt>
                <c:pt idx="2561">
                  <c:v>200.3</c:v>
                </c:pt>
                <c:pt idx="2562">
                  <c:v>199.8</c:v>
                </c:pt>
                <c:pt idx="2563">
                  <c:v>199.3</c:v>
                </c:pt>
                <c:pt idx="2564">
                  <c:v>199.5</c:v>
                </c:pt>
                <c:pt idx="2565">
                  <c:v>200.2</c:v>
                </c:pt>
                <c:pt idx="2566">
                  <c:v>199.5</c:v>
                </c:pt>
                <c:pt idx="2567">
                  <c:v>199.2</c:v>
                </c:pt>
                <c:pt idx="2568">
                  <c:v>199</c:v>
                </c:pt>
                <c:pt idx="2569">
                  <c:v>198.7</c:v>
                </c:pt>
                <c:pt idx="2570">
                  <c:v>198.5</c:v>
                </c:pt>
                <c:pt idx="2571">
                  <c:v>198.7</c:v>
                </c:pt>
                <c:pt idx="2572">
                  <c:v>198.9</c:v>
                </c:pt>
                <c:pt idx="2573">
                  <c:v>198.6</c:v>
                </c:pt>
                <c:pt idx="2574">
                  <c:v>199.4</c:v>
                </c:pt>
                <c:pt idx="2575">
                  <c:v>199.3</c:v>
                </c:pt>
                <c:pt idx="2576">
                  <c:v>199.1</c:v>
                </c:pt>
                <c:pt idx="2577">
                  <c:v>199.1</c:v>
                </c:pt>
                <c:pt idx="2578">
                  <c:v>199</c:v>
                </c:pt>
                <c:pt idx="2579">
                  <c:v>198.8</c:v>
                </c:pt>
                <c:pt idx="2580">
                  <c:v>199.6</c:v>
                </c:pt>
                <c:pt idx="2581">
                  <c:v>199.4</c:v>
                </c:pt>
                <c:pt idx="2582">
                  <c:v>200</c:v>
                </c:pt>
                <c:pt idx="2583">
                  <c:v>199.9</c:v>
                </c:pt>
                <c:pt idx="2584">
                  <c:v>200.3</c:v>
                </c:pt>
                <c:pt idx="2585">
                  <c:v>200.2</c:v>
                </c:pt>
                <c:pt idx="2586">
                  <c:v>200.5</c:v>
                </c:pt>
                <c:pt idx="2587">
                  <c:v>200.2</c:v>
                </c:pt>
                <c:pt idx="2588">
                  <c:v>200.1</c:v>
                </c:pt>
                <c:pt idx="2589">
                  <c:v>200</c:v>
                </c:pt>
                <c:pt idx="2590">
                  <c:v>199.8</c:v>
                </c:pt>
                <c:pt idx="2591">
                  <c:v>199.7</c:v>
                </c:pt>
                <c:pt idx="2592">
                  <c:v>199.8</c:v>
                </c:pt>
                <c:pt idx="2593">
                  <c:v>200.8</c:v>
                </c:pt>
                <c:pt idx="2594">
                  <c:v>200.6</c:v>
                </c:pt>
                <c:pt idx="2595">
                  <c:v>200.6</c:v>
                </c:pt>
                <c:pt idx="2596">
                  <c:v>201.5</c:v>
                </c:pt>
                <c:pt idx="2597">
                  <c:v>201.2</c:v>
                </c:pt>
                <c:pt idx="2598">
                  <c:v>201.1</c:v>
                </c:pt>
                <c:pt idx="2599">
                  <c:v>200.9</c:v>
                </c:pt>
                <c:pt idx="2600">
                  <c:v>200.2</c:v>
                </c:pt>
                <c:pt idx="2601">
                  <c:v>200.2</c:v>
                </c:pt>
                <c:pt idx="2602">
                  <c:v>200.5</c:v>
                </c:pt>
                <c:pt idx="2603">
                  <c:v>200.3</c:v>
                </c:pt>
                <c:pt idx="2604">
                  <c:v>200.5</c:v>
                </c:pt>
                <c:pt idx="2605">
                  <c:v>200.2</c:v>
                </c:pt>
                <c:pt idx="2606">
                  <c:v>199.9</c:v>
                </c:pt>
                <c:pt idx="2607">
                  <c:v>199.6</c:v>
                </c:pt>
                <c:pt idx="2608">
                  <c:v>199.3</c:v>
                </c:pt>
                <c:pt idx="2609">
                  <c:v>199.2</c:v>
                </c:pt>
                <c:pt idx="2610">
                  <c:v>199.1</c:v>
                </c:pt>
                <c:pt idx="2611">
                  <c:v>199.2</c:v>
                </c:pt>
                <c:pt idx="2612">
                  <c:v>199.7</c:v>
                </c:pt>
                <c:pt idx="2613">
                  <c:v>200.2</c:v>
                </c:pt>
                <c:pt idx="2614">
                  <c:v>200.6</c:v>
                </c:pt>
                <c:pt idx="2615">
                  <c:v>200.8</c:v>
                </c:pt>
                <c:pt idx="2616">
                  <c:v>201</c:v>
                </c:pt>
                <c:pt idx="2617">
                  <c:v>201.2</c:v>
                </c:pt>
                <c:pt idx="2618">
                  <c:v>201.6</c:v>
                </c:pt>
                <c:pt idx="2619">
                  <c:v>201.7</c:v>
                </c:pt>
                <c:pt idx="2620">
                  <c:v>201.9</c:v>
                </c:pt>
                <c:pt idx="2621">
                  <c:v>201.2</c:v>
                </c:pt>
                <c:pt idx="2622">
                  <c:v>201.1</c:v>
                </c:pt>
                <c:pt idx="2623">
                  <c:v>201.8</c:v>
                </c:pt>
                <c:pt idx="2624">
                  <c:v>200.9</c:v>
                </c:pt>
                <c:pt idx="2625">
                  <c:v>200.7</c:v>
                </c:pt>
                <c:pt idx="2626">
                  <c:v>200.5</c:v>
                </c:pt>
                <c:pt idx="2627">
                  <c:v>199.8</c:v>
                </c:pt>
                <c:pt idx="2628">
                  <c:v>199.7</c:v>
                </c:pt>
                <c:pt idx="2629">
                  <c:v>199.2</c:v>
                </c:pt>
                <c:pt idx="2630">
                  <c:v>199</c:v>
                </c:pt>
                <c:pt idx="2631">
                  <c:v>198.8</c:v>
                </c:pt>
                <c:pt idx="2632">
                  <c:v>198.6</c:v>
                </c:pt>
                <c:pt idx="2633">
                  <c:v>198.6</c:v>
                </c:pt>
                <c:pt idx="2634">
                  <c:v>199.4</c:v>
                </c:pt>
                <c:pt idx="2635">
                  <c:v>199.7</c:v>
                </c:pt>
                <c:pt idx="2636">
                  <c:v>199.3</c:v>
                </c:pt>
                <c:pt idx="2637">
                  <c:v>200.2</c:v>
                </c:pt>
                <c:pt idx="2638">
                  <c:v>200.5</c:v>
                </c:pt>
                <c:pt idx="2639">
                  <c:v>201</c:v>
                </c:pt>
                <c:pt idx="2640">
                  <c:v>201.2</c:v>
                </c:pt>
                <c:pt idx="2641">
                  <c:v>201.3</c:v>
                </c:pt>
                <c:pt idx="2642">
                  <c:v>201</c:v>
                </c:pt>
                <c:pt idx="2643">
                  <c:v>200.4</c:v>
                </c:pt>
                <c:pt idx="2644">
                  <c:v>199.9</c:v>
                </c:pt>
                <c:pt idx="2645">
                  <c:v>199.7</c:v>
                </c:pt>
                <c:pt idx="2646">
                  <c:v>199.2</c:v>
                </c:pt>
                <c:pt idx="2647">
                  <c:v>199</c:v>
                </c:pt>
                <c:pt idx="2648">
                  <c:v>199.3</c:v>
                </c:pt>
                <c:pt idx="2649">
                  <c:v>200.6</c:v>
                </c:pt>
                <c:pt idx="2650">
                  <c:v>200.6</c:v>
                </c:pt>
                <c:pt idx="2651">
                  <c:v>200.1</c:v>
                </c:pt>
                <c:pt idx="2652">
                  <c:v>200.8</c:v>
                </c:pt>
                <c:pt idx="2653">
                  <c:v>201.7</c:v>
                </c:pt>
                <c:pt idx="2654">
                  <c:v>201.3</c:v>
                </c:pt>
                <c:pt idx="2655">
                  <c:v>201.3</c:v>
                </c:pt>
                <c:pt idx="2656">
                  <c:v>200.9</c:v>
                </c:pt>
                <c:pt idx="2657">
                  <c:v>200.4</c:v>
                </c:pt>
                <c:pt idx="2658">
                  <c:v>199.8</c:v>
                </c:pt>
                <c:pt idx="2659">
                  <c:v>199.8</c:v>
                </c:pt>
                <c:pt idx="2660">
                  <c:v>199.6</c:v>
                </c:pt>
                <c:pt idx="2661">
                  <c:v>199.5</c:v>
                </c:pt>
                <c:pt idx="2662">
                  <c:v>199.2</c:v>
                </c:pt>
                <c:pt idx="2663">
                  <c:v>199.7</c:v>
                </c:pt>
                <c:pt idx="2664">
                  <c:v>200</c:v>
                </c:pt>
                <c:pt idx="2665">
                  <c:v>199.8</c:v>
                </c:pt>
                <c:pt idx="2666">
                  <c:v>199.6</c:v>
                </c:pt>
                <c:pt idx="2667">
                  <c:v>200</c:v>
                </c:pt>
                <c:pt idx="2668">
                  <c:v>200.1</c:v>
                </c:pt>
                <c:pt idx="2669">
                  <c:v>200</c:v>
                </c:pt>
                <c:pt idx="2670">
                  <c:v>200.1</c:v>
                </c:pt>
                <c:pt idx="2671">
                  <c:v>199.8</c:v>
                </c:pt>
                <c:pt idx="2672">
                  <c:v>199.6</c:v>
                </c:pt>
                <c:pt idx="2673">
                  <c:v>199.4</c:v>
                </c:pt>
                <c:pt idx="2674">
                  <c:v>199.3</c:v>
                </c:pt>
                <c:pt idx="2675">
                  <c:v>199.2</c:v>
                </c:pt>
                <c:pt idx="2676">
                  <c:v>199.7</c:v>
                </c:pt>
                <c:pt idx="2677">
                  <c:v>199.8</c:v>
                </c:pt>
                <c:pt idx="2678">
                  <c:v>199.6</c:v>
                </c:pt>
                <c:pt idx="2679">
                  <c:v>199.7</c:v>
                </c:pt>
                <c:pt idx="2680">
                  <c:v>199.4</c:v>
                </c:pt>
                <c:pt idx="2681">
                  <c:v>199.4</c:v>
                </c:pt>
                <c:pt idx="2682">
                  <c:v>199.3</c:v>
                </c:pt>
                <c:pt idx="2683">
                  <c:v>199.2</c:v>
                </c:pt>
                <c:pt idx="2684">
                  <c:v>199.2</c:v>
                </c:pt>
                <c:pt idx="2685">
                  <c:v>199.2</c:v>
                </c:pt>
                <c:pt idx="2686">
                  <c:v>199.2</c:v>
                </c:pt>
                <c:pt idx="2687">
                  <c:v>199.2</c:v>
                </c:pt>
                <c:pt idx="2688">
                  <c:v>199.2</c:v>
                </c:pt>
                <c:pt idx="2689">
                  <c:v>199.1</c:v>
                </c:pt>
                <c:pt idx="2690">
                  <c:v>199.2</c:v>
                </c:pt>
                <c:pt idx="2691">
                  <c:v>199.2</c:v>
                </c:pt>
                <c:pt idx="2692">
                  <c:v>199.9</c:v>
                </c:pt>
                <c:pt idx="2693">
                  <c:v>199.9</c:v>
                </c:pt>
                <c:pt idx="2694">
                  <c:v>200.5</c:v>
                </c:pt>
                <c:pt idx="2695">
                  <c:v>200.5</c:v>
                </c:pt>
                <c:pt idx="2696">
                  <c:v>201.5</c:v>
                </c:pt>
                <c:pt idx="2697">
                  <c:v>201.8</c:v>
                </c:pt>
                <c:pt idx="2698">
                  <c:v>201.9</c:v>
                </c:pt>
                <c:pt idx="2699">
                  <c:v>202.1</c:v>
                </c:pt>
                <c:pt idx="2700">
                  <c:v>202.2</c:v>
                </c:pt>
                <c:pt idx="2701">
                  <c:v>201.9</c:v>
                </c:pt>
                <c:pt idx="2702">
                  <c:v>201.9</c:v>
                </c:pt>
                <c:pt idx="2703">
                  <c:v>201.5</c:v>
                </c:pt>
                <c:pt idx="2704">
                  <c:v>200.7</c:v>
                </c:pt>
                <c:pt idx="2705">
                  <c:v>200.4</c:v>
                </c:pt>
                <c:pt idx="2706">
                  <c:v>200</c:v>
                </c:pt>
                <c:pt idx="2707">
                  <c:v>199.7</c:v>
                </c:pt>
                <c:pt idx="2708">
                  <c:v>200</c:v>
                </c:pt>
                <c:pt idx="2709">
                  <c:v>200.1</c:v>
                </c:pt>
                <c:pt idx="2710">
                  <c:v>199.8</c:v>
                </c:pt>
                <c:pt idx="2711">
                  <c:v>200.4</c:v>
                </c:pt>
                <c:pt idx="2712">
                  <c:v>200.8</c:v>
                </c:pt>
                <c:pt idx="2713">
                  <c:v>200.4</c:v>
                </c:pt>
                <c:pt idx="2714">
                  <c:v>201.2</c:v>
                </c:pt>
                <c:pt idx="2715">
                  <c:v>201.3</c:v>
                </c:pt>
                <c:pt idx="2716">
                  <c:v>201.1</c:v>
                </c:pt>
                <c:pt idx="2717">
                  <c:v>201.3</c:v>
                </c:pt>
                <c:pt idx="2718">
                  <c:v>201.3</c:v>
                </c:pt>
                <c:pt idx="2719">
                  <c:v>200.9</c:v>
                </c:pt>
                <c:pt idx="2720">
                  <c:v>200.6</c:v>
                </c:pt>
                <c:pt idx="2721">
                  <c:v>200.8</c:v>
                </c:pt>
                <c:pt idx="2722">
                  <c:v>200.6</c:v>
                </c:pt>
                <c:pt idx="2723">
                  <c:v>200.3</c:v>
                </c:pt>
                <c:pt idx="2724">
                  <c:v>200.8</c:v>
                </c:pt>
                <c:pt idx="2725">
                  <c:v>201.6</c:v>
                </c:pt>
                <c:pt idx="2726">
                  <c:v>202</c:v>
                </c:pt>
                <c:pt idx="2727">
                  <c:v>202</c:v>
                </c:pt>
                <c:pt idx="2728">
                  <c:v>201.6</c:v>
                </c:pt>
                <c:pt idx="2729">
                  <c:v>201.4</c:v>
                </c:pt>
                <c:pt idx="2730">
                  <c:v>201.8</c:v>
                </c:pt>
                <c:pt idx="2731">
                  <c:v>201</c:v>
                </c:pt>
                <c:pt idx="2732">
                  <c:v>201.3</c:v>
                </c:pt>
                <c:pt idx="2733">
                  <c:v>201.2</c:v>
                </c:pt>
                <c:pt idx="2734">
                  <c:v>200.7</c:v>
                </c:pt>
                <c:pt idx="2735">
                  <c:v>200.2</c:v>
                </c:pt>
                <c:pt idx="2736">
                  <c:v>200.4</c:v>
                </c:pt>
                <c:pt idx="2737">
                  <c:v>200.4</c:v>
                </c:pt>
                <c:pt idx="2738">
                  <c:v>201</c:v>
                </c:pt>
                <c:pt idx="2739">
                  <c:v>200.8</c:v>
                </c:pt>
                <c:pt idx="2740">
                  <c:v>200.7</c:v>
                </c:pt>
                <c:pt idx="2741">
                  <c:v>200.7</c:v>
                </c:pt>
                <c:pt idx="2742">
                  <c:v>200.6</c:v>
                </c:pt>
                <c:pt idx="2743">
                  <c:v>201.6</c:v>
                </c:pt>
                <c:pt idx="2744">
                  <c:v>202.4</c:v>
                </c:pt>
                <c:pt idx="2745">
                  <c:v>202.5</c:v>
                </c:pt>
                <c:pt idx="2746">
                  <c:v>203.2</c:v>
                </c:pt>
                <c:pt idx="2747">
                  <c:v>202</c:v>
                </c:pt>
                <c:pt idx="2748">
                  <c:v>201.2</c:v>
                </c:pt>
                <c:pt idx="2749">
                  <c:v>200.9</c:v>
                </c:pt>
                <c:pt idx="2750">
                  <c:v>200.4</c:v>
                </c:pt>
                <c:pt idx="2751">
                  <c:v>200.2</c:v>
                </c:pt>
                <c:pt idx="2752">
                  <c:v>200</c:v>
                </c:pt>
                <c:pt idx="2753">
                  <c:v>199.4</c:v>
                </c:pt>
                <c:pt idx="2754">
                  <c:v>199</c:v>
                </c:pt>
                <c:pt idx="2755">
                  <c:v>198.6</c:v>
                </c:pt>
                <c:pt idx="2756">
                  <c:v>198.4</c:v>
                </c:pt>
                <c:pt idx="2757">
                  <c:v>198.5</c:v>
                </c:pt>
                <c:pt idx="2758">
                  <c:v>198.6</c:v>
                </c:pt>
                <c:pt idx="2759">
                  <c:v>199</c:v>
                </c:pt>
                <c:pt idx="2760">
                  <c:v>198.7</c:v>
                </c:pt>
                <c:pt idx="2761">
                  <c:v>198.6</c:v>
                </c:pt>
                <c:pt idx="2762">
                  <c:v>198.1</c:v>
                </c:pt>
                <c:pt idx="2763">
                  <c:v>198</c:v>
                </c:pt>
                <c:pt idx="2764">
                  <c:v>197.9</c:v>
                </c:pt>
                <c:pt idx="2765">
                  <c:v>198.4</c:v>
                </c:pt>
                <c:pt idx="2766">
                  <c:v>198.7</c:v>
                </c:pt>
                <c:pt idx="2767">
                  <c:v>199.3</c:v>
                </c:pt>
                <c:pt idx="2768">
                  <c:v>198.7</c:v>
                </c:pt>
                <c:pt idx="2769">
                  <c:v>198.6</c:v>
                </c:pt>
                <c:pt idx="2770">
                  <c:v>198.7</c:v>
                </c:pt>
                <c:pt idx="2771">
                  <c:v>199.2</c:v>
                </c:pt>
                <c:pt idx="2772">
                  <c:v>200</c:v>
                </c:pt>
                <c:pt idx="2773">
                  <c:v>200.4</c:v>
                </c:pt>
                <c:pt idx="2774">
                  <c:v>201.2</c:v>
                </c:pt>
                <c:pt idx="2775">
                  <c:v>201.1</c:v>
                </c:pt>
                <c:pt idx="2776">
                  <c:v>200.3</c:v>
                </c:pt>
                <c:pt idx="2777">
                  <c:v>200.1</c:v>
                </c:pt>
                <c:pt idx="2778">
                  <c:v>199.8</c:v>
                </c:pt>
                <c:pt idx="2779">
                  <c:v>199.6</c:v>
                </c:pt>
                <c:pt idx="2780">
                  <c:v>200</c:v>
                </c:pt>
                <c:pt idx="2781">
                  <c:v>199.7</c:v>
                </c:pt>
                <c:pt idx="2782">
                  <c:v>199.5</c:v>
                </c:pt>
                <c:pt idx="2783">
                  <c:v>199.3</c:v>
                </c:pt>
                <c:pt idx="2784">
                  <c:v>200</c:v>
                </c:pt>
                <c:pt idx="2785">
                  <c:v>199.9</c:v>
                </c:pt>
                <c:pt idx="2786">
                  <c:v>200.2</c:v>
                </c:pt>
                <c:pt idx="2787">
                  <c:v>200.7</c:v>
                </c:pt>
                <c:pt idx="2788">
                  <c:v>200.5</c:v>
                </c:pt>
                <c:pt idx="2789">
                  <c:v>200.8</c:v>
                </c:pt>
                <c:pt idx="2790">
                  <c:v>201</c:v>
                </c:pt>
                <c:pt idx="2791">
                  <c:v>200.4</c:v>
                </c:pt>
                <c:pt idx="2792">
                  <c:v>201.6</c:v>
                </c:pt>
                <c:pt idx="2793">
                  <c:v>201.5</c:v>
                </c:pt>
                <c:pt idx="2794">
                  <c:v>201</c:v>
                </c:pt>
                <c:pt idx="2795">
                  <c:v>200.8</c:v>
                </c:pt>
                <c:pt idx="2796">
                  <c:v>200.9</c:v>
                </c:pt>
                <c:pt idx="2797">
                  <c:v>200.7</c:v>
                </c:pt>
                <c:pt idx="2798">
                  <c:v>200.2</c:v>
                </c:pt>
                <c:pt idx="2799">
                  <c:v>200.1</c:v>
                </c:pt>
                <c:pt idx="2800">
                  <c:v>200.9</c:v>
                </c:pt>
                <c:pt idx="2801">
                  <c:v>200.5</c:v>
                </c:pt>
                <c:pt idx="2802">
                  <c:v>200.6</c:v>
                </c:pt>
                <c:pt idx="2803">
                  <c:v>200.6</c:v>
                </c:pt>
                <c:pt idx="2804">
                  <c:v>200.7</c:v>
                </c:pt>
                <c:pt idx="2805">
                  <c:v>200.9</c:v>
                </c:pt>
                <c:pt idx="2806">
                  <c:v>201.4</c:v>
                </c:pt>
                <c:pt idx="2807">
                  <c:v>202.1</c:v>
                </c:pt>
                <c:pt idx="2808">
                  <c:v>202.3</c:v>
                </c:pt>
                <c:pt idx="2809">
                  <c:v>202.4</c:v>
                </c:pt>
                <c:pt idx="2810">
                  <c:v>203.5</c:v>
                </c:pt>
                <c:pt idx="2811">
                  <c:v>204.7</c:v>
                </c:pt>
                <c:pt idx="2812">
                  <c:v>206.1</c:v>
                </c:pt>
                <c:pt idx="2813">
                  <c:v>206.8</c:v>
                </c:pt>
                <c:pt idx="2814">
                  <c:v>208.7</c:v>
                </c:pt>
                <c:pt idx="2815">
                  <c:v>209.9</c:v>
                </c:pt>
                <c:pt idx="2816">
                  <c:v>210.6</c:v>
                </c:pt>
                <c:pt idx="2817">
                  <c:v>211.5</c:v>
                </c:pt>
                <c:pt idx="2818">
                  <c:v>211.8</c:v>
                </c:pt>
                <c:pt idx="2819">
                  <c:v>212.5</c:v>
                </c:pt>
                <c:pt idx="2820">
                  <c:v>213</c:v>
                </c:pt>
                <c:pt idx="2821">
                  <c:v>213.3</c:v>
                </c:pt>
                <c:pt idx="2822">
                  <c:v>215</c:v>
                </c:pt>
                <c:pt idx="2823">
                  <c:v>216.4</c:v>
                </c:pt>
                <c:pt idx="2824">
                  <c:v>217.5</c:v>
                </c:pt>
                <c:pt idx="2825">
                  <c:v>217.5</c:v>
                </c:pt>
                <c:pt idx="2826">
                  <c:v>217.8</c:v>
                </c:pt>
                <c:pt idx="2827">
                  <c:v>219.1</c:v>
                </c:pt>
                <c:pt idx="2828">
                  <c:v>220.3</c:v>
                </c:pt>
                <c:pt idx="2829">
                  <c:v>221.6</c:v>
                </c:pt>
                <c:pt idx="2830">
                  <c:v>222.1</c:v>
                </c:pt>
                <c:pt idx="2831">
                  <c:v>222</c:v>
                </c:pt>
                <c:pt idx="2832">
                  <c:v>222.8</c:v>
                </c:pt>
                <c:pt idx="2833">
                  <c:v>223.4</c:v>
                </c:pt>
                <c:pt idx="2834">
                  <c:v>223.7</c:v>
                </c:pt>
                <c:pt idx="2835">
                  <c:v>224.5</c:v>
                </c:pt>
                <c:pt idx="2836">
                  <c:v>225.1</c:v>
                </c:pt>
                <c:pt idx="2837">
                  <c:v>225.1</c:v>
                </c:pt>
                <c:pt idx="2838">
                  <c:v>225</c:v>
                </c:pt>
                <c:pt idx="2839">
                  <c:v>224</c:v>
                </c:pt>
                <c:pt idx="2840">
                  <c:v>224.3</c:v>
                </c:pt>
                <c:pt idx="2841">
                  <c:v>224.1</c:v>
                </c:pt>
                <c:pt idx="2842">
                  <c:v>224.1</c:v>
                </c:pt>
                <c:pt idx="2843">
                  <c:v>224.1</c:v>
                </c:pt>
                <c:pt idx="2844">
                  <c:v>223.6</c:v>
                </c:pt>
                <c:pt idx="2845">
                  <c:v>224.5</c:v>
                </c:pt>
                <c:pt idx="2846">
                  <c:v>224.5</c:v>
                </c:pt>
                <c:pt idx="2847">
                  <c:v>223.2</c:v>
                </c:pt>
                <c:pt idx="2848">
                  <c:v>222.9</c:v>
                </c:pt>
                <c:pt idx="2849">
                  <c:v>222.4</c:v>
                </c:pt>
                <c:pt idx="2850">
                  <c:v>223</c:v>
                </c:pt>
                <c:pt idx="2851">
                  <c:v>222.3</c:v>
                </c:pt>
                <c:pt idx="2852">
                  <c:v>221.9</c:v>
                </c:pt>
                <c:pt idx="2853">
                  <c:v>221.8</c:v>
                </c:pt>
                <c:pt idx="2854">
                  <c:v>221.4</c:v>
                </c:pt>
                <c:pt idx="2855">
                  <c:v>220.5</c:v>
                </c:pt>
                <c:pt idx="2856">
                  <c:v>220</c:v>
                </c:pt>
                <c:pt idx="2857">
                  <c:v>220</c:v>
                </c:pt>
                <c:pt idx="2858">
                  <c:v>219.9</c:v>
                </c:pt>
                <c:pt idx="2859">
                  <c:v>220.1</c:v>
                </c:pt>
                <c:pt idx="2860">
                  <c:v>219.7</c:v>
                </c:pt>
                <c:pt idx="2861">
                  <c:v>219.4</c:v>
                </c:pt>
                <c:pt idx="2862">
                  <c:v>218.7</c:v>
                </c:pt>
                <c:pt idx="2863">
                  <c:v>218.6</c:v>
                </c:pt>
                <c:pt idx="2864">
                  <c:v>219.7</c:v>
                </c:pt>
                <c:pt idx="2865">
                  <c:v>219.7</c:v>
                </c:pt>
                <c:pt idx="2866">
                  <c:v>219.4</c:v>
                </c:pt>
                <c:pt idx="2867">
                  <c:v>219.2</c:v>
                </c:pt>
                <c:pt idx="2868">
                  <c:v>219.1</c:v>
                </c:pt>
                <c:pt idx="2869">
                  <c:v>219.2</c:v>
                </c:pt>
                <c:pt idx="2870">
                  <c:v>219.9</c:v>
                </c:pt>
                <c:pt idx="2871">
                  <c:v>220.1</c:v>
                </c:pt>
                <c:pt idx="2872">
                  <c:v>220.2</c:v>
                </c:pt>
                <c:pt idx="2873">
                  <c:v>220.1</c:v>
                </c:pt>
                <c:pt idx="2874">
                  <c:v>219.8</c:v>
                </c:pt>
                <c:pt idx="2875">
                  <c:v>219.6</c:v>
                </c:pt>
                <c:pt idx="2876">
                  <c:v>219.6</c:v>
                </c:pt>
                <c:pt idx="2877">
                  <c:v>219.3</c:v>
                </c:pt>
                <c:pt idx="2878">
                  <c:v>220</c:v>
                </c:pt>
                <c:pt idx="2879">
                  <c:v>219.6</c:v>
                </c:pt>
                <c:pt idx="2880">
                  <c:v>219.3</c:v>
                </c:pt>
                <c:pt idx="2881">
                  <c:v>219.1</c:v>
                </c:pt>
                <c:pt idx="2882">
                  <c:v>219.2</c:v>
                </c:pt>
                <c:pt idx="2883">
                  <c:v>219.5</c:v>
                </c:pt>
                <c:pt idx="2884">
                  <c:v>219.5</c:v>
                </c:pt>
                <c:pt idx="2885">
                  <c:v>219.2</c:v>
                </c:pt>
                <c:pt idx="2886">
                  <c:v>220</c:v>
                </c:pt>
                <c:pt idx="2887">
                  <c:v>220.5</c:v>
                </c:pt>
                <c:pt idx="2888">
                  <c:v>220.2</c:v>
                </c:pt>
                <c:pt idx="2889">
                  <c:v>220.2</c:v>
                </c:pt>
                <c:pt idx="2890">
                  <c:v>220.6</c:v>
                </c:pt>
                <c:pt idx="2891">
                  <c:v>220.6</c:v>
                </c:pt>
                <c:pt idx="2892">
                  <c:v>220.2</c:v>
                </c:pt>
                <c:pt idx="2893">
                  <c:v>220.1</c:v>
                </c:pt>
                <c:pt idx="2894">
                  <c:v>219.7</c:v>
                </c:pt>
                <c:pt idx="2895">
                  <c:v>219.3</c:v>
                </c:pt>
                <c:pt idx="2896">
                  <c:v>219.2</c:v>
                </c:pt>
                <c:pt idx="2897">
                  <c:v>219.4</c:v>
                </c:pt>
                <c:pt idx="2898">
                  <c:v>219.8</c:v>
                </c:pt>
                <c:pt idx="2899">
                  <c:v>219.5</c:v>
                </c:pt>
                <c:pt idx="2900">
                  <c:v>219.3</c:v>
                </c:pt>
                <c:pt idx="2901">
                  <c:v>219.1</c:v>
                </c:pt>
                <c:pt idx="2902">
                  <c:v>219.1</c:v>
                </c:pt>
                <c:pt idx="2903">
                  <c:v>219.5</c:v>
                </c:pt>
                <c:pt idx="2904">
                  <c:v>219.9</c:v>
                </c:pt>
                <c:pt idx="2905">
                  <c:v>219.9</c:v>
                </c:pt>
                <c:pt idx="2906">
                  <c:v>220.7</c:v>
                </c:pt>
                <c:pt idx="2907">
                  <c:v>221.4</c:v>
                </c:pt>
                <c:pt idx="2908">
                  <c:v>220.9</c:v>
                </c:pt>
                <c:pt idx="2909">
                  <c:v>220.7</c:v>
                </c:pt>
                <c:pt idx="2910">
                  <c:v>220.6</c:v>
                </c:pt>
                <c:pt idx="2911">
                  <c:v>220.2</c:v>
                </c:pt>
                <c:pt idx="2912">
                  <c:v>219.8</c:v>
                </c:pt>
                <c:pt idx="2913">
                  <c:v>219.9</c:v>
                </c:pt>
                <c:pt idx="2914">
                  <c:v>219.2</c:v>
                </c:pt>
                <c:pt idx="2915">
                  <c:v>219</c:v>
                </c:pt>
                <c:pt idx="2916">
                  <c:v>218.8</c:v>
                </c:pt>
                <c:pt idx="2917">
                  <c:v>219.6</c:v>
                </c:pt>
                <c:pt idx="2918">
                  <c:v>219.2</c:v>
                </c:pt>
                <c:pt idx="2919">
                  <c:v>219</c:v>
                </c:pt>
                <c:pt idx="2920">
                  <c:v>218.8</c:v>
                </c:pt>
                <c:pt idx="2921">
                  <c:v>218.7</c:v>
                </c:pt>
                <c:pt idx="2922">
                  <c:v>218.7</c:v>
                </c:pt>
                <c:pt idx="2923">
                  <c:v>218.8</c:v>
                </c:pt>
                <c:pt idx="2924">
                  <c:v>219.9</c:v>
                </c:pt>
                <c:pt idx="2925">
                  <c:v>219.9</c:v>
                </c:pt>
                <c:pt idx="2926">
                  <c:v>219.7</c:v>
                </c:pt>
                <c:pt idx="2927">
                  <c:v>219.6</c:v>
                </c:pt>
                <c:pt idx="2928">
                  <c:v>219.5</c:v>
                </c:pt>
                <c:pt idx="2929">
                  <c:v>219.5</c:v>
                </c:pt>
                <c:pt idx="2930">
                  <c:v>219.7</c:v>
                </c:pt>
                <c:pt idx="2931">
                  <c:v>220.2</c:v>
                </c:pt>
                <c:pt idx="2932">
                  <c:v>220</c:v>
                </c:pt>
                <c:pt idx="2933">
                  <c:v>219.5</c:v>
                </c:pt>
                <c:pt idx="2934">
                  <c:v>219.8</c:v>
                </c:pt>
                <c:pt idx="2935">
                  <c:v>219.8</c:v>
                </c:pt>
                <c:pt idx="2936">
                  <c:v>220.2</c:v>
                </c:pt>
                <c:pt idx="2937">
                  <c:v>220.4</c:v>
                </c:pt>
                <c:pt idx="2938">
                  <c:v>221.2</c:v>
                </c:pt>
                <c:pt idx="2939">
                  <c:v>222.1</c:v>
                </c:pt>
                <c:pt idx="2940">
                  <c:v>221.8</c:v>
                </c:pt>
                <c:pt idx="2941">
                  <c:v>221.2</c:v>
                </c:pt>
                <c:pt idx="2942">
                  <c:v>220.3</c:v>
                </c:pt>
                <c:pt idx="2943">
                  <c:v>219.8</c:v>
                </c:pt>
                <c:pt idx="2944">
                  <c:v>219.8</c:v>
                </c:pt>
                <c:pt idx="2945">
                  <c:v>220.4</c:v>
                </c:pt>
                <c:pt idx="2946">
                  <c:v>220.4</c:v>
                </c:pt>
                <c:pt idx="2947">
                  <c:v>219.7</c:v>
                </c:pt>
                <c:pt idx="2948">
                  <c:v>219</c:v>
                </c:pt>
                <c:pt idx="2949">
                  <c:v>218.7</c:v>
                </c:pt>
                <c:pt idx="2950">
                  <c:v>218.5</c:v>
                </c:pt>
                <c:pt idx="2951">
                  <c:v>219</c:v>
                </c:pt>
                <c:pt idx="2952">
                  <c:v>219.4</c:v>
                </c:pt>
                <c:pt idx="2953">
                  <c:v>219.8</c:v>
                </c:pt>
                <c:pt idx="2954">
                  <c:v>219.6</c:v>
                </c:pt>
                <c:pt idx="2955">
                  <c:v>219.2</c:v>
                </c:pt>
                <c:pt idx="2956">
                  <c:v>219.3</c:v>
                </c:pt>
                <c:pt idx="2957">
                  <c:v>219.8</c:v>
                </c:pt>
                <c:pt idx="2958">
                  <c:v>219.7</c:v>
                </c:pt>
                <c:pt idx="2959">
                  <c:v>220</c:v>
                </c:pt>
                <c:pt idx="2960">
                  <c:v>221</c:v>
                </c:pt>
                <c:pt idx="2961">
                  <c:v>220.3</c:v>
                </c:pt>
                <c:pt idx="2962">
                  <c:v>220</c:v>
                </c:pt>
                <c:pt idx="2963">
                  <c:v>219.7</c:v>
                </c:pt>
                <c:pt idx="2964">
                  <c:v>219.5</c:v>
                </c:pt>
                <c:pt idx="2965">
                  <c:v>219.1</c:v>
                </c:pt>
                <c:pt idx="2966">
                  <c:v>219.2</c:v>
                </c:pt>
                <c:pt idx="2967">
                  <c:v>219.7</c:v>
                </c:pt>
                <c:pt idx="2968">
                  <c:v>219.6</c:v>
                </c:pt>
                <c:pt idx="2969">
                  <c:v>219.7</c:v>
                </c:pt>
                <c:pt idx="2970">
                  <c:v>219.6</c:v>
                </c:pt>
                <c:pt idx="2971">
                  <c:v>219.2</c:v>
                </c:pt>
                <c:pt idx="2972">
                  <c:v>219</c:v>
                </c:pt>
                <c:pt idx="2973">
                  <c:v>219</c:v>
                </c:pt>
                <c:pt idx="2974">
                  <c:v>218.7</c:v>
                </c:pt>
                <c:pt idx="2975">
                  <c:v>218.8</c:v>
                </c:pt>
                <c:pt idx="2976">
                  <c:v>218.4</c:v>
                </c:pt>
                <c:pt idx="2977">
                  <c:v>219.3</c:v>
                </c:pt>
                <c:pt idx="2978">
                  <c:v>219.2</c:v>
                </c:pt>
                <c:pt idx="2979">
                  <c:v>219.1</c:v>
                </c:pt>
                <c:pt idx="2980">
                  <c:v>219.1</c:v>
                </c:pt>
                <c:pt idx="2981">
                  <c:v>220.4</c:v>
                </c:pt>
                <c:pt idx="2982">
                  <c:v>220.4</c:v>
                </c:pt>
                <c:pt idx="2983">
                  <c:v>219.7</c:v>
                </c:pt>
                <c:pt idx="2984">
                  <c:v>219.6</c:v>
                </c:pt>
                <c:pt idx="2985">
                  <c:v>219.4</c:v>
                </c:pt>
                <c:pt idx="2986">
                  <c:v>219.8</c:v>
                </c:pt>
                <c:pt idx="2987">
                  <c:v>219.8</c:v>
                </c:pt>
                <c:pt idx="2988">
                  <c:v>219.4</c:v>
                </c:pt>
                <c:pt idx="2989">
                  <c:v>219.2</c:v>
                </c:pt>
                <c:pt idx="2990">
                  <c:v>219.1</c:v>
                </c:pt>
                <c:pt idx="2991">
                  <c:v>218.8</c:v>
                </c:pt>
                <c:pt idx="2992">
                  <c:v>218.9</c:v>
                </c:pt>
                <c:pt idx="2993">
                  <c:v>218.8</c:v>
                </c:pt>
                <c:pt idx="2994">
                  <c:v>218.6</c:v>
                </c:pt>
                <c:pt idx="2995">
                  <c:v>218.5</c:v>
                </c:pt>
                <c:pt idx="2996">
                  <c:v>218.5</c:v>
                </c:pt>
                <c:pt idx="2997">
                  <c:v>218.6</c:v>
                </c:pt>
                <c:pt idx="2998">
                  <c:v>218.8</c:v>
                </c:pt>
                <c:pt idx="2999">
                  <c:v>218.8</c:v>
                </c:pt>
                <c:pt idx="3000">
                  <c:v>218.9</c:v>
                </c:pt>
                <c:pt idx="3001">
                  <c:v>219</c:v>
                </c:pt>
                <c:pt idx="3002">
                  <c:v>219</c:v>
                </c:pt>
                <c:pt idx="3003">
                  <c:v>219.9</c:v>
                </c:pt>
                <c:pt idx="3004">
                  <c:v>219.7</c:v>
                </c:pt>
                <c:pt idx="3005">
                  <c:v>220.3</c:v>
                </c:pt>
                <c:pt idx="3006">
                  <c:v>220.4</c:v>
                </c:pt>
                <c:pt idx="3007">
                  <c:v>220.2</c:v>
                </c:pt>
                <c:pt idx="3008">
                  <c:v>221.3</c:v>
                </c:pt>
                <c:pt idx="3009">
                  <c:v>222.7</c:v>
                </c:pt>
                <c:pt idx="3010">
                  <c:v>222</c:v>
                </c:pt>
                <c:pt idx="3011">
                  <c:v>222.1</c:v>
                </c:pt>
                <c:pt idx="3012">
                  <c:v>221.5</c:v>
                </c:pt>
                <c:pt idx="3013">
                  <c:v>221.3</c:v>
                </c:pt>
                <c:pt idx="3014">
                  <c:v>220.7</c:v>
                </c:pt>
                <c:pt idx="3015">
                  <c:v>220.2</c:v>
                </c:pt>
                <c:pt idx="3016">
                  <c:v>219.8</c:v>
                </c:pt>
                <c:pt idx="3017">
                  <c:v>219.5</c:v>
                </c:pt>
                <c:pt idx="3018">
                  <c:v>219.4</c:v>
                </c:pt>
                <c:pt idx="3019">
                  <c:v>219.3</c:v>
                </c:pt>
                <c:pt idx="3020">
                  <c:v>218.9</c:v>
                </c:pt>
                <c:pt idx="3021">
                  <c:v>218.9</c:v>
                </c:pt>
                <c:pt idx="3022">
                  <c:v>220</c:v>
                </c:pt>
                <c:pt idx="3023">
                  <c:v>220.3</c:v>
                </c:pt>
                <c:pt idx="3024">
                  <c:v>220.7</c:v>
                </c:pt>
                <c:pt idx="3025">
                  <c:v>220.4</c:v>
                </c:pt>
                <c:pt idx="3026">
                  <c:v>219.8</c:v>
                </c:pt>
                <c:pt idx="3027">
                  <c:v>219.6</c:v>
                </c:pt>
                <c:pt idx="3028">
                  <c:v>219.5</c:v>
                </c:pt>
                <c:pt idx="3029">
                  <c:v>219.3</c:v>
                </c:pt>
                <c:pt idx="3030">
                  <c:v>219.6</c:v>
                </c:pt>
                <c:pt idx="3031">
                  <c:v>219.7</c:v>
                </c:pt>
                <c:pt idx="3032">
                  <c:v>220.2</c:v>
                </c:pt>
                <c:pt idx="3033">
                  <c:v>220.6</c:v>
                </c:pt>
                <c:pt idx="3034">
                  <c:v>220.2</c:v>
                </c:pt>
                <c:pt idx="3035">
                  <c:v>220.6</c:v>
                </c:pt>
                <c:pt idx="3036">
                  <c:v>221.1</c:v>
                </c:pt>
                <c:pt idx="3037">
                  <c:v>221.4</c:v>
                </c:pt>
                <c:pt idx="3038">
                  <c:v>221.2</c:v>
                </c:pt>
                <c:pt idx="3039">
                  <c:v>220.6</c:v>
                </c:pt>
                <c:pt idx="3040">
                  <c:v>219.7</c:v>
                </c:pt>
                <c:pt idx="3041">
                  <c:v>219.2</c:v>
                </c:pt>
                <c:pt idx="3042">
                  <c:v>219.1</c:v>
                </c:pt>
                <c:pt idx="3043">
                  <c:v>219</c:v>
                </c:pt>
                <c:pt idx="3044">
                  <c:v>219.1</c:v>
                </c:pt>
                <c:pt idx="3045">
                  <c:v>218.9</c:v>
                </c:pt>
                <c:pt idx="3046">
                  <c:v>219.2</c:v>
                </c:pt>
                <c:pt idx="3047">
                  <c:v>219.5</c:v>
                </c:pt>
                <c:pt idx="3048">
                  <c:v>219.1</c:v>
                </c:pt>
                <c:pt idx="3049">
                  <c:v>219.5</c:v>
                </c:pt>
                <c:pt idx="3050">
                  <c:v>219.6</c:v>
                </c:pt>
                <c:pt idx="3051">
                  <c:v>219.3</c:v>
                </c:pt>
                <c:pt idx="3052">
                  <c:v>220.6</c:v>
                </c:pt>
                <c:pt idx="3053">
                  <c:v>220.6</c:v>
                </c:pt>
                <c:pt idx="3054">
                  <c:v>220.2</c:v>
                </c:pt>
                <c:pt idx="3055">
                  <c:v>219.8</c:v>
                </c:pt>
                <c:pt idx="3056">
                  <c:v>219.3</c:v>
                </c:pt>
                <c:pt idx="3057">
                  <c:v>219.9</c:v>
                </c:pt>
                <c:pt idx="3058">
                  <c:v>219.4</c:v>
                </c:pt>
                <c:pt idx="3059">
                  <c:v>219.2</c:v>
                </c:pt>
                <c:pt idx="3060">
                  <c:v>219.4</c:v>
                </c:pt>
                <c:pt idx="3061">
                  <c:v>219.7</c:v>
                </c:pt>
                <c:pt idx="3062">
                  <c:v>219.5</c:v>
                </c:pt>
                <c:pt idx="3063">
                  <c:v>220.7</c:v>
                </c:pt>
                <c:pt idx="3064">
                  <c:v>220.2</c:v>
                </c:pt>
                <c:pt idx="3065">
                  <c:v>220.2</c:v>
                </c:pt>
                <c:pt idx="3066">
                  <c:v>219.9</c:v>
                </c:pt>
                <c:pt idx="3067">
                  <c:v>219.9</c:v>
                </c:pt>
                <c:pt idx="3068">
                  <c:v>220.1</c:v>
                </c:pt>
                <c:pt idx="3069">
                  <c:v>219.4</c:v>
                </c:pt>
                <c:pt idx="3070">
                  <c:v>218.9</c:v>
                </c:pt>
                <c:pt idx="3071">
                  <c:v>218.9</c:v>
                </c:pt>
                <c:pt idx="3072">
                  <c:v>218.6</c:v>
                </c:pt>
                <c:pt idx="3073">
                  <c:v>218.5</c:v>
                </c:pt>
                <c:pt idx="3074">
                  <c:v>218.3</c:v>
                </c:pt>
                <c:pt idx="3075">
                  <c:v>218.3</c:v>
                </c:pt>
                <c:pt idx="3076">
                  <c:v>218.9</c:v>
                </c:pt>
                <c:pt idx="3077">
                  <c:v>219.3</c:v>
                </c:pt>
                <c:pt idx="3078">
                  <c:v>219.2</c:v>
                </c:pt>
                <c:pt idx="3079">
                  <c:v>220.6</c:v>
                </c:pt>
                <c:pt idx="3080">
                  <c:v>221.4</c:v>
                </c:pt>
                <c:pt idx="3081">
                  <c:v>221.4</c:v>
                </c:pt>
                <c:pt idx="3082">
                  <c:v>221.8</c:v>
                </c:pt>
                <c:pt idx="3083">
                  <c:v>221.5</c:v>
                </c:pt>
                <c:pt idx="3084">
                  <c:v>222.2</c:v>
                </c:pt>
                <c:pt idx="3085">
                  <c:v>222</c:v>
                </c:pt>
                <c:pt idx="3086">
                  <c:v>221.2</c:v>
                </c:pt>
                <c:pt idx="3087">
                  <c:v>220.8</c:v>
                </c:pt>
                <c:pt idx="3088">
                  <c:v>220.4</c:v>
                </c:pt>
                <c:pt idx="3089">
                  <c:v>219.4</c:v>
                </c:pt>
                <c:pt idx="3090">
                  <c:v>218.7</c:v>
                </c:pt>
                <c:pt idx="3091">
                  <c:v>218.5</c:v>
                </c:pt>
                <c:pt idx="3092">
                  <c:v>218.4</c:v>
                </c:pt>
                <c:pt idx="3093">
                  <c:v>218</c:v>
                </c:pt>
                <c:pt idx="3094">
                  <c:v>218.7</c:v>
                </c:pt>
                <c:pt idx="3095">
                  <c:v>218.8</c:v>
                </c:pt>
                <c:pt idx="3096">
                  <c:v>218.7</c:v>
                </c:pt>
                <c:pt idx="3097">
                  <c:v>218.6</c:v>
                </c:pt>
                <c:pt idx="3098">
                  <c:v>218.8</c:v>
                </c:pt>
                <c:pt idx="3099">
                  <c:v>219.4</c:v>
                </c:pt>
                <c:pt idx="3100">
                  <c:v>220.8</c:v>
                </c:pt>
                <c:pt idx="3101">
                  <c:v>219.9</c:v>
                </c:pt>
                <c:pt idx="3102">
                  <c:v>219.9</c:v>
                </c:pt>
                <c:pt idx="3103">
                  <c:v>220.2</c:v>
                </c:pt>
                <c:pt idx="3104">
                  <c:v>219.8</c:v>
                </c:pt>
                <c:pt idx="3105">
                  <c:v>219.2</c:v>
                </c:pt>
                <c:pt idx="3106">
                  <c:v>219.2</c:v>
                </c:pt>
                <c:pt idx="3107">
                  <c:v>218.9</c:v>
                </c:pt>
                <c:pt idx="3108">
                  <c:v>218.8</c:v>
                </c:pt>
                <c:pt idx="3109">
                  <c:v>218.6</c:v>
                </c:pt>
                <c:pt idx="3110">
                  <c:v>218.7</c:v>
                </c:pt>
                <c:pt idx="3111">
                  <c:v>218.6</c:v>
                </c:pt>
                <c:pt idx="3112">
                  <c:v>218.6</c:v>
                </c:pt>
                <c:pt idx="3113">
                  <c:v>218.6</c:v>
                </c:pt>
                <c:pt idx="3114">
                  <c:v>218.5</c:v>
                </c:pt>
                <c:pt idx="3115">
                  <c:v>218.6</c:v>
                </c:pt>
                <c:pt idx="3116">
                  <c:v>219</c:v>
                </c:pt>
                <c:pt idx="3117">
                  <c:v>219.5</c:v>
                </c:pt>
                <c:pt idx="3118">
                  <c:v>220.1</c:v>
                </c:pt>
                <c:pt idx="3119">
                  <c:v>220</c:v>
                </c:pt>
                <c:pt idx="3120">
                  <c:v>219.8</c:v>
                </c:pt>
                <c:pt idx="3121">
                  <c:v>220.2</c:v>
                </c:pt>
                <c:pt idx="3122">
                  <c:v>220.2</c:v>
                </c:pt>
                <c:pt idx="3123">
                  <c:v>219.9</c:v>
                </c:pt>
                <c:pt idx="3124">
                  <c:v>219.7</c:v>
                </c:pt>
                <c:pt idx="3125">
                  <c:v>219.7</c:v>
                </c:pt>
                <c:pt idx="3126">
                  <c:v>219.6</c:v>
                </c:pt>
                <c:pt idx="3127">
                  <c:v>219.2</c:v>
                </c:pt>
                <c:pt idx="3128">
                  <c:v>219.7</c:v>
                </c:pt>
                <c:pt idx="3129">
                  <c:v>220.2</c:v>
                </c:pt>
                <c:pt idx="3130">
                  <c:v>220.6</c:v>
                </c:pt>
                <c:pt idx="3131">
                  <c:v>221.2</c:v>
                </c:pt>
                <c:pt idx="3132">
                  <c:v>221.2</c:v>
                </c:pt>
                <c:pt idx="3133">
                  <c:v>221.4</c:v>
                </c:pt>
                <c:pt idx="3134">
                  <c:v>221.4</c:v>
                </c:pt>
                <c:pt idx="3135">
                  <c:v>221.7</c:v>
                </c:pt>
                <c:pt idx="3136">
                  <c:v>222.1</c:v>
                </c:pt>
                <c:pt idx="3137">
                  <c:v>221.5</c:v>
                </c:pt>
                <c:pt idx="3138">
                  <c:v>220.5</c:v>
                </c:pt>
                <c:pt idx="3139">
                  <c:v>221.3</c:v>
                </c:pt>
                <c:pt idx="3140">
                  <c:v>221.7</c:v>
                </c:pt>
                <c:pt idx="3141">
                  <c:v>221.1</c:v>
                </c:pt>
                <c:pt idx="3142">
                  <c:v>220.5</c:v>
                </c:pt>
                <c:pt idx="3143">
                  <c:v>220.2</c:v>
                </c:pt>
                <c:pt idx="3144">
                  <c:v>219.6</c:v>
                </c:pt>
                <c:pt idx="3145">
                  <c:v>219.2</c:v>
                </c:pt>
                <c:pt idx="3146">
                  <c:v>219.2</c:v>
                </c:pt>
                <c:pt idx="3147">
                  <c:v>219.3</c:v>
                </c:pt>
                <c:pt idx="3148">
                  <c:v>219.4</c:v>
                </c:pt>
                <c:pt idx="3149">
                  <c:v>219.4</c:v>
                </c:pt>
                <c:pt idx="3150">
                  <c:v>218.7</c:v>
                </c:pt>
                <c:pt idx="3151">
                  <c:v>218.5</c:v>
                </c:pt>
                <c:pt idx="3152">
                  <c:v>218.5</c:v>
                </c:pt>
                <c:pt idx="3153">
                  <c:v>218.5</c:v>
                </c:pt>
                <c:pt idx="3154">
                  <c:v>219.1</c:v>
                </c:pt>
                <c:pt idx="3155">
                  <c:v>219.5</c:v>
                </c:pt>
                <c:pt idx="3156">
                  <c:v>219.8</c:v>
                </c:pt>
                <c:pt idx="3157">
                  <c:v>219.5</c:v>
                </c:pt>
                <c:pt idx="3158">
                  <c:v>219</c:v>
                </c:pt>
                <c:pt idx="3159">
                  <c:v>218.8</c:v>
                </c:pt>
                <c:pt idx="3160">
                  <c:v>218.6</c:v>
                </c:pt>
                <c:pt idx="3161">
                  <c:v>219.3</c:v>
                </c:pt>
                <c:pt idx="3162">
                  <c:v>219.8</c:v>
                </c:pt>
                <c:pt idx="3163">
                  <c:v>220.1</c:v>
                </c:pt>
                <c:pt idx="3164">
                  <c:v>219.8</c:v>
                </c:pt>
                <c:pt idx="3165">
                  <c:v>219.5</c:v>
                </c:pt>
                <c:pt idx="3166">
                  <c:v>219.9</c:v>
                </c:pt>
                <c:pt idx="3167">
                  <c:v>221.6</c:v>
                </c:pt>
                <c:pt idx="3168">
                  <c:v>221.3</c:v>
                </c:pt>
                <c:pt idx="3169">
                  <c:v>220.9</c:v>
                </c:pt>
                <c:pt idx="3170">
                  <c:v>220.5</c:v>
                </c:pt>
                <c:pt idx="3171">
                  <c:v>221.1</c:v>
                </c:pt>
                <c:pt idx="3172">
                  <c:v>220.8</c:v>
                </c:pt>
                <c:pt idx="3173">
                  <c:v>220.1</c:v>
                </c:pt>
                <c:pt idx="3174">
                  <c:v>220.3</c:v>
                </c:pt>
                <c:pt idx="3175">
                  <c:v>220.9</c:v>
                </c:pt>
                <c:pt idx="3176">
                  <c:v>221</c:v>
                </c:pt>
                <c:pt idx="3177">
                  <c:v>220.2</c:v>
                </c:pt>
                <c:pt idx="3178">
                  <c:v>220.6</c:v>
                </c:pt>
                <c:pt idx="3179">
                  <c:v>220.5</c:v>
                </c:pt>
                <c:pt idx="3180">
                  <c:v>220.5</c:v>
                </c:pt>
                <c:pt idx="3181">
                  <c:v>221.1</c:v>
                </c:pt>
                <c:pt idx="3182">
                  <c:v>220.5</c:v>
                </c:pt>
                <c:pt idx="3183">
                  <c:v>219.5</c:v>
                </c:pt>
                <c:pt idx="3184">
                  <c:v>218.9</c:v>
                </c:pt>
                <c:pt idx="3185">
                  <c:v>218.6</c:v>
                </c:pt>
                <c:pt idx="3186">
                  <c:v>218.4</c:v>
                </c:pt>
                <c:pt idx="3187">
                  <c:v>218.2</c:v>
                </c:pt>
                <c:pt idx="3188">
                  <c:v>218.8</c:v>
                </c:pt>
                <c:pt idx="3189">
                  <c:v>218.5</c:v>
                </c:pt>
                <c:pt idx="3190">
                  <c:v>218.4</c:v>
                </c:pt>
                <c:pt idx="3191">
                  <c:v>219.4</c:v>
                </c:pt>
                <c:pt idx="3192">
                  <c:v>220.6</c:v>
                </c:pt>
                <c:pt idx="3193">
                  <c:v>220.1</c:v>
                </c:pt>
                <c:pt idx="3194">
                  <c:v>219.8</c:v>
                </c:pt>
                <c:pt idx="3195">
                  <c:v>220.1</c:v>
                </c:pt>
                <c:pt idx="3196">
                  <c:v>220.5</c:v>
                </c:pt>
                <c:pt idx="3197">
                  <c:v>220.3</c:v>
                </c:pt>
                <c:pt idx="3198">
                  <c:v>219.9</c:v>
                </c:pt>
                <c:pt idx="3199">
                  <c:v>105</c:v>
                </c:pt>
                <c:pt idx="3200">
                  <c:v>0</c:v>
                </c:pt>
                <c:pt idx="3201">
                  <c:v>0</c:v>
                </c:pt>
                <c:pt idx="3202">
                  <c:v>0</c:v>
                </c:pt>
                <c:pt idx="3203">
                  <c:v>0</c:v>
                </c:pt>
                <c:pt idx="3204">
                  <c:v>0</c:v>
                </c:pt>
                <c:pt idx="3205">
                  <c:v>0</c:v>
                </c:pt>
                <c:pt idx="3206">
                  <c:v>0</c:v>
                </c:pt>
                <c:pt idx="3207">
                  <c:v>0</c:v>
                </c:pt>
                <c:pt idx="3208">
                  <c:v>0</c:v>
                </c:pt>
                <c:pt idx="3209">
                  <c:v>25.8</c:v>
                </c:pt>
                <c:pt idx="3210">
                  <c:v>45.8</c:v>
                </c:pt>
                <c:pt idx="3211">
                  <c:v>40</c:v>
                </c:pt>
                <c:pt idx="3212">
                  <c:v>38.7</c:v>
                </c:pt>
                <c:pt idx="3213">
                  <c:v>38.6</c:v>
                </c:pt>
                <c:pt idx="3214">
                  <c:v>41.5</c:v>
                </c:pt>
                <c:pt idx="3215">
                  <c:v>45.5</c:v>
                </c:pt>
                <c:pt idx="3216">
                  <c:v>51.3</c:v>
                </c:pt>
                <c:pt idx="3217">
                  <c:v>54.8</c:v>
                </c:pt>
                <c:pt idx="3218">
                  <c:v>61.9</c:v>
                </c:pt>
                <c:pt idx="3219">
                  <c:v>69.7</c:v>
                </c:pt>
                <c:pt idx="3220">
                  <c:v>78.1</c:v>
                </c:pt>
                <c:pt idx="3221">
                  <c:v>84.9</c:v>
                </c:pt>
                <c:pt idx="3222">
                  <c:v>93.7</c:v>
                </c:pt>
                <c:pt idx="3223">
                  <c:v>98.3</c:v>
                </c:pt>
                <c:pt idx="3224">
                  <c:v>106</c:v>
                </c:pt>
                <c:pt idx="3225">
                  <c:v>112.9</c:v>
                </c:pt>
                <c:pt idx="3226">
                  <c:v>118.8</c:v>
                </c:pt>
                <c:pt idx="3227">
                  <c:v>125.2</c:v>
                </c:pt>
                <c:pt idx="3228">
                  <c:v>131</c:v>
                </c:pt>
                <c:pt idx="3229">
                  <c:v>133.4</c:v>
                </c:pt>
                <c:pt idx="3230">
                  <c:v>137.7</c:v>
                </c:pt>
                <c:pt idx="3231">
                  <c:v>140.9</c:v>
                </c:pt>
                <c:pt idx="3232">
                  <c:v>143.8</c:v>
                </c:pt>
                <c:pt idx="3233">
                  <c:v>146.3</c:v>
                </c:pt>
                <c:pt idx="3234">
                  <c:v>148.1</c:v>
                </c:pt>
                <c:pt idx="3235">
                  <c:v>148.8</c:v>
                </c:pt>
                <c:pt idx="3236">
                  <c:v>150.1</c:v>
                </c:pt>
                <c:pt idx="3237">
                  <c:v>150.7</c:v>
                </c:pt>
                <c:pt idx="3238">
                  <c:v>151.4</c:v>
                </c:pt>
                <c:pt idx="3239">
                  <c:v>152</c:v>
                </c:pt>
                <c:pt idx="3240">
                  <c:v>151.8</c:v>
                </c:pt>
                <c:pt idx="3241">
                  <c:v>151.6</c:v>
                </c:pt>
                <c:pt idx="3242">
                  <c:v>151.8</c:v>
                </c:pt>
                <c:pt idx="3243">
                  <c:v>150.9</c:v>
                </c:pt>
                <c:pt idx="3244">
                  <c:v>150</c:v>
                </c:pt>
                <c:pt idx="3245">
                  <c:v>149.2</c:v>
                </c:pt>
                <c:pt idx="3246">
                  <c:v>148.8</c:v>
                </c:pt>
                <c:pt idx="3247">
                  <c:v>147.8</c:v>
                </c:pt>
                <c:pt idx="3248">
                  <c:v>147.1</c:v>
                </c:pt>
                <c:pt idx="3249">
                  <c:v>146.3</c:v>
                </c:pt>
                <c:pt idx="3250">
                  <c:v>145.2</c:v>
                </c:pt>
                <c:pt idx="3251">
                  <c:v>144.4</c:v>
                </c:pt>
                <c:pt idx="3252">
                  <c:v>144.1</c:v>
                </c:pt>
                <c:pt idx="3253">
                  <c:v>143.1</c:v>
                </c:pt>
                <c:pt idx="3254">
                  <c:v>142.4</c:v>
                </c:pt>
                <c:pt idx="3255">
                  <c:v>141.7</c:v>
                </c:pt>
                <c:pt idx="3256">
                  <c:v>141.4</c:v>
                </c:pt>
                <c:pt idx="3257">
                  <c:v>141.3</c:v>
                </c:pt>
                <c:pt idx="3258">
                  <c:v>140.8</c:v>
                </c:pt>
                <c:pt idx="3259">
                  <c:v>140.5</c:v>
                </c:pt>
                <c:pt idx="3260">
                  <c:v>141</c:v>
                </c:pt>
                <c:pt idx="3261">
                  <c:v>141</c:v>
                </c:pt>
                <c:pt idx="3262">
                  <c:v>141</c:v>
                </c:pt>
                <c:pt idx="3263">
                  <c:v>140.8</c:v>
                </c:pt>
                <c:pt idx="3264">
                  <c:v>140.9</c:v>
                </c:pt>
                <c:pt idx="3265">
                  <c:v>140.5</c:v>
                </c:pt>
                <c:pt idx="3266">
                  <c:v>140.2</c:v>
                </c:pt>
                <c:pt idx="3267">
                  <c:v>139.8</c:v>
                </c:pt>
                <c:pt idx="3268">
                  <c:v>139.9</c:v>
                </c:pt>
                <c:pt idx="3269">
                  <c:v>140</c:v>
                </c:pt>
                <c:pt idx="3270">
                  <c:v>139.9</c:v>
                </c:pt>
                <c:pt idx="3271">
                  <c:v>140</c:v>
                </c:pt>
                <c:pt idx="3272">
                  <c:v>139.8</c:v>
                </c:pt>
                <c:pt idx="3273">
                  <c:v>139.7</c:v>
                </c:pt>
                <c:pt idx="3274">
                  <c:v>139.6</c:v>
                </c:pt>
                <c:pt idx="3275">
                  <c:v>139.5</c:v>
                </c:pt>
                <c:pt idx="3276">
                  <c:v>139.7</c:v>
                </c:pt>
                <c:pt idx="3277">
                  <c:v>140</c:v>
                </c:pt>
                <c:pt idx="3278">
                  <c:v>140.6</c:v>
                </c:pt>
                <c:pt idx="3279">
                  <c:v>140.4</c:v>
                </c:pt>
                <c:pt idx="3280">
                  <c:v>140.3</c:v>
                </c:pt>
                <c:pt idx="3281">
                  <c:v>140.1</c:v>
                </c:pt>
                <c:pt idx="3282">
                  <c:v>139.8</c:v>
                </c:pt>
                <c:pt idx="3283">
                  <c:v>139.7</c:v>
                </c:pt>
                <c:pt idx="3284">
                  <c:v>139.7</c:v>
                </c:pt>
                <c:pt idx="3285">
                  <c:v>139.8</c:v>
                </c:pt>
                <c:pt idx="3286">
                  <c:v>140.2</c:v>
                </c:pt>
                <c:pt idx="3287">
                  <c:v>140.9</c:v>
                </c:pt>
                <c:pt idx="3288">
                  <c:v>141</c:v>
                </c:pt>
                <c:pt idx="3289">
                  <c:v>141</c:v>
                </c:pt>
                <c:pt idx="3290">
                  <c:v>140.9</c:v>
                </c:pt>
                <c:pt idx="3291">
                  <c:v>141</c:v>
                </c:pt>
                <c:pt idx="3292">
                  <c:v>140.9</c:v>
                </c:pt>
                <c:pt idx="3293">
                  <c:v>141.1</c:v>
                </c:pt>
                <c:pt idx="3294">
                  <c:v>141.3</c:v>
                </c:pt>
                <c:pt idx="3295">
                  <c:v>141</c:v>
                </c:pt>
                <c:pt idx="3296">
                  <c:v>140.9</c:v>
                </c:pt>
                <c:pt idx="3297">
                  <c:v>140.5</c:v>
                </c:pt>
                <c:pt idx="3298">
                  <c:v>139.7</c:v>
                </c:pt>
                <c:pt idx="3299">
                  <c:v>139.5</c:v>
                </c:pt>
                <c:pt idx="3300">
                  <c:v>139.7</c:v>
                </c:pt>
                <c:pt idx="3301">
                  <c:v>139.7</c:v>
                </c:pt>
                <c:pt idx="3302">
                  <c:v>139.7</c:v>
                </c:pt>
                <c:pt idx="3303">
                  <c:v>139.8</c:v>
                </c:pt>
                <c:pt idx="3304">
                  <c:v>140</c:v>
                </c:pt>
                <c:pt idx="3305">
                  <c:v>141.2</c:v>
                </c:pt>
                <c:pt idx="3306">
                  <c:v>141.1</c:v>
                </c:pt>
                <c:pt idx="3307">
                  <c:v>140.9</c:v>
                </c:pt>
                <c:pt idx="3308">
                  <c:v>140.7</c:v>
                </c:pt>
                <c:pt idx="3309">
                  <c:v>140.1</c:v>
                </c:pt>
                <c:pt idx="3310">
                  <c:v>139.5</c:v>
                </c:pt>
                <c:pt idx="3311">
                  <c:v>139.4</c:v>
                </c:pt>
                <c:pt idx="3312">
                  <c:v>139</c:v>
                </c:pt>
                <c:pt idx="3313">
                  <c:v>139.1</c:v>
                </c:pt>
                <c:pt idx="3314">
                  <c:v>139</c:v>
                </c:pt>
                <c:pt idx="3315">
                  <c:v>138.8</c:v>
                </c:pt>
                <c:pt idx="3316">
                  <c:v>138.8</c:v>
                </c:pt>
                <c:pt idx="3317">
                  <c:v>138.8</c:v>
                </c:pt>
                <c:pt idx="3318">
                  <c:v>139.1</c:v>
                </c:pt>
                <c:pt idx="3319">
                  <c:v>139.3</c:v>
                </c:pt>
                <c:pt idx="3320">
                  <c:v>139.7</c:v>
                </c:pt>
                <c:pt idx="3321">
                  <c:v>140.3</c:v>
                </c:pt>
                <c:pt idx="3322">
                  <c:v>140.2</c:v>
                </c:pt>
                <c:pt idx="3323">
                  <c:v>140.3</c:v>
                </c:pt>
                <c:pt idx="3324">
                  <c:v>140.7</c:v>
                </c:pt>
                <c:pt idx="3325">
                  <c:v>141.1</c:v>
                </c:pt>
                <c:pt idx="3326">
                  <c:v>140.8</c:v>
                </c:pt>
                <c:pt idx="3327">
                  <c:v>140.6</c:v>
                </c:pt>
                <c:pt idx="3328">
                  <c:v>140.3</c:v>
                </c:pt>
                <c:pt idx="3329">
                  <c:v>140.3</c:v>
                </c:pt>
                <c:pt idx="3330">
                  <c:v>140.2</c:v>
                </c:pt>
                <c:pt idx="3331">
                  <c:v>140.3</c:v>
                </c:pt>
                <c:pt idx="3332">
                  <c:v>140.2</c:v>
                </c:pt>
                <c:pt idx="3333">
                  <c:v>139.8</c:v>
                </c:pt>
                <c:pt idx="3334">
                  <c:v>139.6</c:v>
                </c:pt>
                <c:pt idx="3335">
                  <c:v>139.6</c:v>
                </c:pt>
                <c:pt idx="3336">
                  <c:v>139.7</c:v>
                </c:pt>
                <c:pt idx="3337">
                  <c:v>139.8</c:v>
                </c:pt>
                <c:pt idx="3338">
                  <c:v>139.5</c:v>
                </c:pt>
                <c:pt idx="3339">
                  <c:v>139.3</c:v>
                </c:pt>
                <c:pt idx="3340">
                  <c:v>139.3</c:v>
                </c:pt>
                <c:pt idx="3341">
                  <c:v>139.5</c:v>
                </c:pt>
                <c:pt idx="3342">
                  <c:v>139.6</c:v>
                </c:pt>
                <c:pt idx="3343">
                  <c:v>139.7</c:v>
                </c:pt>
                <c:pt idx="3344">
                  <c:v>139.7</c:v>
                </c:pt>
                <c:pt idx="3345">
                  <c:v>139.9</c:v>
                </c:pt>
                <c:pt idx="3346">
                  <c:v>140.2</c:v>
                </c:pt>
                <c:pt idx="3347">
                  <c:v>140.3</c:v>
                </c:pt>
                <c:pt idx="3348">
                  <c:v>141</c:v>
                </c:pt>
                <c:pt idx="3349">
                  <c:v>141.1</c:v>
                </c:pt>
                <c:pt idx="3350">
                  <c:v>140.9</c:v>
                </c:pt>
                <c:pt idx="3351">
                  <c:v>140.4</c:v>
                </c:pt>
                <c:pt idx="3352">
                  <c:v>140.1</c:v>
                </c:pt>
                <c:pt idx="3353">
                  <c:v>139.7</c:v>
                </c:pt>
                <c:pt idx="3354">
                  <c:v>139.5</c:v>
                </c:pt>
                <c:pt idx="3355">
                  <c:v>139.2</c:v>
                </c:pt>
                <c:pt idx="3356">
                  <c:v>139.6</c:v>
                </c:pt>
                <c:pt idx="3357">
                  <c:v>139.7</c:v>
                </c:pt>
                <c:pt idx="3358">
                  <c:v>139.3</c:v>
                </c:pt>
                <c:pt idx="3359">
                  <c:v>139.4</c:v>
                </c:pt>
                <c:pt idx="3360">
                  <c:v>139.8</c:v>
                </c:pt>
                <c:pt idx="3361">
                  <c:v>140</c:v>
                </c:pt>
                <c:pt idx="3362">
                  <c:v>140.9</c:v>
                </c:pt>
                <c:pt idx="3363">
                  <c:v>141</c:v>
                </c:pt>
                <c:pt idx="3364">
                  <c:v>141.1</c:v>
                </c:pt>
                <c:pt idx="3365">
                  <c:v>141.4</c:v>
                </c:pt>
                <c:pt idx="3366">
                  <c:v>141</c:v>
                </c:pt>
                <c:pt idx="3367">
                  <c:v>140.9</c:v>
                </c:pt>
                <c:pt idx="3368">
                  <c:v>140.6</c:v>
                </c:pt>
                <c:pt idx="3369">
                  <c:v>140.4</c:v>
                </c:pt>
                <c:pt idx="3370">
                  <c:v>140.8</c:v>
                </c:pt>
                <c:pt idx="3371">
                  <c:v>141.6</c:v>
                </c:pt>
                <c:pt idx="3372">
                  <c:v>143</c:v>
                </c:pt>
                <c:pt idx="3373">
                  <c:v>143.8</c:v>
                </c:pt>
                <c:pt idx="3374">
                  <c:v>144.3</c:v>
                </c:pt>
                <c:pt idx="3375">
                  <c:v>145.5</c:v>
                </c:pt>
                <c:pt idx="3376">
                  <c:v>146.7</c:v>
                </c:pt>
                <c:pt idx="3377">
                  <c:v>149.3</c:v>
                </c:pt>
                <c:pt idx="3378">
                  <c:v>151.3</c:v>
                </c:pt>
                <c:pt idx="3379">
                  <c:v>151.5</c:v>
                </c:pt>
                <c:pt idx="3380">
                  <c:v>152.9</c:v>
                </c:pt>
                <c:pt idx="3381">
                  <c:v>154.9</c:v>
                </c:pt>
                <c:pt idx="3382">
                  <c:v>155.8</c:v>
                </c:pt>
                <c:pt idx="3383">
                  <c:v>156.3</c:v>
                </c:pt>
                <c:pt idx="3384">
                  <c:v>157.1</c:v>
                </c:pt>
                <c:pt idx="3385">
                  <c:v>157.6</c:v>
                </c:pt>
                <c:pt idx="3386">
                  <c:v>157.8</c:v>
                </c:pt>
                <c:pt idx="3387">
                  <c:v>158.4</c:v>
                </c:pt>
                <c:pt idx="3388">
                  <c:v>158.8</c:v>
                </c:pt>
                <c:pt idx="3389">
                  <c:v>159</c:v>
                </c:pt>
                <c:pt idx="3390">
                  <c:v>159.4</c:v>
                </c:pt>
                <c:pt idx="3391">
                  <c:v>159.7</c:v>
                </c:pt>
                <c:pt idx="3392">
                  <c:v>160</c:v>
                </c:pt>
                <c:pt idx="3393">
                  <c:v>160.6</c:v>
                </c:pt>
                <c:pt idx="3394">
                  <c:v>161.1</c:v>
                </c:pt>
                <c:pt idx="3395">
                  <c:v>161</c:v>
                </c:pt>
                <c:pt idx="3396">
                  <c:v>160.9</c:v>
                </c:pt>
                <c:pt idx="3397">
                  <c:v>161.1</c:v>
                </c:pt>
                <c:pt idx="3398">
                  <c:v>160.3</c:v>
                </c:pt>
                <c:pt idx="3399">
                  <c:v>160.3</c:v>
                </c:pt>
                <c:pt idx="3400">
                  <c:v>160.3</c:v>
                </c:pt>
                <c:pt idx="3401">
                  <c:v>159.8</c:v>
                </c:pt>
                <c:pt idx="3402">
                  <c:v>160</c:v>
                </c:pt>
                <c:pt idx="3403">
                  <c:v>159.6</c:v>
                </c:pt>
                <c:pt idx="3404">
                  <c:v>159.8</c:v>
                </c:pt>
                <c:pt idx="3405">
                  <c:v>159.8</c:v>
                </c:pt>
                <c:pt idx="3406">
                  <c:v>159.8</c:v>
                </c:pt>
                <c:pt idx="3407">
                  <c:v>160</c:v>
                </c:pt>
                <c:pt idx="3408">
                  <c:v>160.1</c:v>
                </c:pt>
                <c:pt idx="3409">
                  <c:v>160.4</c:v>
                </c:pt>
                <c:pt idx="3410">
                  <c:v>159.9</c:v>
                </c:pt>
                <c:pt idx="3411">
                  <c:v>159.7</c:v>
                </c:pt>
                <c:pt idx="3412">
                  <c:v>159.7</c:v>
                </c:pt>
                <c:pt idx="3413">
                  <c:v>159.7</c:v>
                </c:pt>
                <c:pt idx="3414">
                  <c:v>159.7</c:v>
                </c:pt>
                <c:pt idx="3415">
                  <c:v>160.1</c:v>
                </c:pt>
                <c:pt idx="3416">
                  <c:v>159.8</c:v>
                </c:pt>
                <c:pt idx="3417">
                  <c:v>159.7</c:v>
                </c:pt>
                <c:pt idx="3418">
                  <c:v>160.1</c:v>
                </c:pt>
                <c:pt idx="3419">
                  <c:v>160</c:v>
                </c:pt>
                <c:pt idx="3420">
                  <c:v>160.9</c:v>
                </c:pt>
                <c:pt idx="3421">
                  <c:v>161.1</c:v>
                </c:pt>
                <c:pt idx="3422">
                  <c:v>160.9</c:v>
                </c:pt>
                <c:pt idx="3423">
                  <c:v>160.4</c:v>
                </c:pt>
                <c:pt idx="3424">
                  <c:v>160.1</c:v>
                </c:pt>
                <c:pt idx="3425">
                  <c:v>159.7</c:v>
                </c:pt>
                <c:pt idx="3426">
                  <c:v>159.3</c:v>
                </c:pt>
                <c:pt idx="3427">
                  <c:v>159.6</c:v>
                </c:pt>
                <c:pt idx="3428">
                  <c:v>159.8</c:v>
                </c:pt>
                <c:pt idx="3429">
                  <c:v>160.2</c:v>
                </c:pt>
                <c:pt idx="3430">
                  <c:v>159.8</c:v>
                </c:pt>
                <c:pt idx="3431">
                  <c:v>159.9</c:v>
                </c:pt>
                <c:pt idx="3432">
                  <c:v>159.5</c:v>
                </c:pt>
                <c:pt idx="3433">
                  <c:v>159.3</c:v>
                </c:pt>
                <c:pt idx="3434">
                  <c:v>159.2</c:v>
                </c:pt>
                <c:pt idx="3435">
                  <c:v>159.1</c:v>
                </c:pt>
                <c:pt idx="3436">
                  <c:v>159</c:v>
                </c:pt>
                <c:pt idx="3437">
                  <c:v>159.2</c:v>
                </c:pt>
                <c:pt idx="3438">
                  <c:v>159.7</c:v>
                </c:pt>
                <c:pt idx="3439">
                  <c:v>160.3</c:v>
                </c:pt>
                <c:pt idx="3440">
                  <c:v>160.4</c:v>
                </c:pt>
                <c:pt idx="3441">
                  <c:v>159.7</c:v>
                </c:pt>
                <c:pt idx="3442">
                  <c:v>160.5</c:v>
                </c:pt>
                <c:pt idx="3443">
                  <c:v>160.4</c:v>
                </c:pt>
                <c:pt idx="3444">
                  <c:v>160.2</c:v>
                </c:pt>
                <c:pt idx="3445">
                  <c:v>160.3</c:v>
                </c:pt>
                <c:pt idx="3446">
                  <c:v>160.4</c:v>
                </c:pt>
                <c:pt idx="3447">
                  <c:v>160.4</c:v>
                </c:pt>
                <c:pt idx="3448">
                  <c:v>160.4</c:v>
                </c:pt>
                <c:pt idx="3449">
                  <c:v>159.8</c:v>
                </c:pt>
                <c:pt idx="3450">
                  <c:v>160.4</c:v>
                </c:pt>
                <c:pt idx="3451">
                  <c:v>160.5</c:v>
                </c:pt>
                <c:pt idx="3452">
                  <c:v>160.1</c:v>
                </c:pt>
                <c:pt idx="3453">
                  <c:v>160.2</c:v>
                </c:pt>
                <c:pt idx="3454">
                  <c:v>160.8</c:v>
                </c:pt>
                <c:pt idx="3455">
                  <c:v>160.4</c:v>
                </c:pt>
                <c:pt idx="3456">
                  <c:v>161.2</c:v>
                </c:pt>
                <c:pt idx="3457">
                  <c:v>160.9</c:v>
                </c:pt>
                <c:pt idx="3458">
                  <c:v>161.2</c:v>
                </c:pt>
                <c:pt idx="3459">
                  <c:v>160.7</c:v>
                </c:pt>
                <c:pt idx="3460">
                  <c:v>160.8</c:v>
                </c:pt>
                <c:pt idx="3461">
                  <c:v>160.3</c:v>
                </c:pt>
                <c:pt idx="3462">
                  <c:v>159.8</c:v>
                </c:pt>
                <c:pt idx="3463">
                  <c:v>159.7</c:v>
                </c:pt>
                <c:pt idx="3464">
                  <c:v>159.4</c:v>
                </c:pt>
                <c:pt idx="3465">
                  <c:v>158.9</c:v>
                </c:pt>
                <c:pt idx="3466">
                  <c:v>158.6</c:v>
                </c:pt>
                <c:pt idx="3467">
                  <c:v>158.3</c:v>
                </c:pt>
                <c:pt idx="3468">
                  <c:v>158.2</c:v>
                </c:pt>
                <c:pt idx="3469">
                  <c:v>158.2</c:v>
                </c:pt>
                <c:pt idx="3470">
                  <c:v>158.5</c:v>
                </c:pt>
                <c:pt idx="3471">
                  <c:v>158.5</c:v>
                </c:pt>
                <c:pt idx="3472">
                  <c:v>159.5</c:v>
                </c:pt>
                <c:pt idx="3473">
                  <c:v>159.4</c:v>
                </c:pt>
                <c:pt idx="3474">
                  <c:v>159.3</c:v>
                </c:pt>
                <c:pt idx="3475">
                  <c:v>160.1</c:v>
                </c:pt>
                <c:pt idx="3476">
                  <c:v>160.1</c:v>
                </c:pt>
                <c:pt idx="3477">
                  <c:v>160</c:v>
                </c:pt>
                <c:pt idx="3478">
                  <c:v>159.6</c:v>
                </c:pt>
                <c:pt idx="3479">
                  <c:v>159.4</c:v>
                </c:pt>
                <c:pt idx="3480">
                  <c:v>159.3</c:v>
                </c:pt>
                <c:pt idx="3481">
                  <c:v>158.7</c:v>
                </c:pt>
                <c:pt idx="3482">
                  <c:v>158.6</c:v>
                </c:pt>
                <c:pt idx="3483">
                  <c:v>158.5</c:v>
                </c:pt>
                <c:pt idx="3484">
                  <c:v>158.8</c:v>
                </c:pt>
                <c:pt idx="3485">
                  <c:v>158.8</c:v>
                </c:pt>
                <c:pt idx="3486">
                  <c:v>158.9</c:v>
                </c:pt>
                <c:pt idx="3487">
                  <c:v>159.5</c:v>
                </c:pt>
                <c:pt idx="3488">
                  <c:v>159.4</c:v>
                </c:pt>
                <c:pt idx="3489">
                  <c:v>159.2</c:v>
                </c:pt>
                <c:pt idx="3490">
                  <c:v>159.3</c:v>
                </c:pt>
                <c:pt idx="3491">
                  <c:v>159.2</c:v>
                </c:pt>
                <c:pt idx="3492">
                  <c:v>159.7</c:v>
                </c:pt>
                <c:pt idx="3493">
                  <c:v>159.9</c:v>
                </c:pt>
                <c:pt idx="3494">
                  <c:v>160.3</c:v>
                </c:pt>
                <c:pt idx="3495">
                  <c:v>160</c:v>
                </c:pt>
                <c:pt idx="3496">
                  <c:v>160.1</c:v>
                </c:pt>
                <c:pt idx="3497">
                  <c:v>160</c:v>
                </c:pt>
                <c:pt idx="3498">
                  <c:v>160.5</c:v>
                </c:pt>
                <c:pt idx="3499">
                  <c:v>160.6</c:v>
                </c:pt>
                <c:pt idx="3500">
                  <c:v>160.6</c:v>
                </c:pt>
                <c:pt idx="3501">
                  <c:v>160</c:v>
                </c:pt>
                <c:pt idx="3502">
                  <c:v>160.1</c:v>
                </c:pt>
                <c:pt idx="3503">
                  <c:v>159.9</c:v>
                </c:pt>
                <c:pt idx="3504">
                  <c:v>159.9</c:v>
                </c:pt>
                <c:pt idx="3505">
                  <c:v>160</c:v>
                </c:pt>
                <c:pt idx="3506">
                  <c:v>159.6</c:v>
                </c:pt>
                <c:pt idx="3507">
                  <c:v>159.5</c:v>
                </c:pt>
                <c:pt idx="3508">
                  <c:v>159.7</c:v>
                </c:pt>
                <c:pt idx="3509">
                  <c:v>159.9</c:v>
                </c:pt>
                <c:pt idx="3510">
                  <c:v>159.8</c:v>
                </c:pt>
                <c:pt idx="3511">
                  <c:v>160.2</c:v>
                </c:pt>
                <c:pt idx="3512">
                  <c:v>160</c:v>
                </c:pt>
                <c:pt idx="3513">
                  <c:v>159.8</c:v>
                </c:pt>
                <c:pt idx="3514">
                  <c:v>159.6</c:v>
                </c:pt>
                <c:pt idx="3515">
                  <c:v>159.4</c:v>
                </c:pt>
                <c:pt idx="3516">
                  <c:v>159.7</c:v>
                </c:pt>
                <c:pt idx="3517">
                  <c:v>159.7</c:v>
                </c:pt>
                <c:pt idx="3518">
                  <c:v>159.5</c:v>
                </c:pt>
                <c:pt idx="3519">
                  <c:v>159.3</c:v>
                </c:pt>
                <c:pt idx="3520">
                  <c:v>159.6</c:v>
                </c:pt>
                <c:pt idx="3521">
                  <c:v>159.1</c:v>
                </c:pt>
                <c:pt idx="3522">
                  <c:v>159</c:v>
                </c:pt>
                <c:pt idx="3523">
                  <c:v>158.9</c:v>
                </c:pt>
                <c:pt idx="3524">
                  <c:v>158.8</c:v>
                </c:pt>
                <c:pt idx="3525">
                  <c:v>158.8</c:v>
                </c:pt>
                <c:pt idx="3526">
                  <c:v>158.6</c:v>
                </c:pt>
                <c:pt idx="3527">
                  <c:v>158.6</c:v>
                </c:pt>
                <c:pt idx="3528">
                  <c:v>159.4</c:v>
                </c:pt>
                <c:pt idx="3529">
                  <c:v>158.8</c:v>
                </c:pt>
                <c:pt idx="3530">
                  <c:v>158.5</c:v>
                </c:pt>
                <c:pt idx="3531">
                  <c:v>158.7</c:v>
                </c:pt>
                <c:pt idx="3532">
                  <c:v>158.5</c:v>
                </c:pt>
                <c:pt idx="3533">
                  <c:v>158.3</c:v>
                </c:pt>
                <c:pt idx="3534">
                  <c:v>158.2</c:v>
                </c:pt>
                <c:pt idx="3535">
                  <c:v>158.2</c:v>
                </c:pt>
                <c:pt idx="3536">
                  <c:v>158.3</c:v>
                </c:pt>
                <c:pt idx="3537">
                  <c:v>159.2</c:v>
                </c:pt>
                <c:pt idx="3538">
                  <c:v>159.2</c:v>
                </c:pt>
                <c:pt idx="3539">
                  <c:v>160.2</c:v>
                </c:pt>
                <c:pt idx="3540">
                  <c:v>160.9</c:v>
                </c:pt>
                <c:pt idx="3541">
                  <c:v>160.4</c:v>
                </c:pt>
                <c:pt idx="3542">
                  <c:v>160.1</c:v>
                </c:pt>
                <c:pt idx="3543">
                  <c:v>159.7</c:v>
                </c:pt>
                <c:pt idx="3544">
                  <c:v>160</c:v>
                </c:pt>
                <c:pt idx="3545">
                  <c:v>161</c:v>
                </c:pt>
                <c:pt idx="3546">
                  <c:v>162</c:v>
                </c:pt>
                <c:pt idx="3547">
                  <c:v>162.6</c:v>
                </c:pt>
                <c:pt idx="3548">
                  <c:v>164.1</c:v>
                </c:pt>
                <c:pt idx="3549">
                  <c:v>166.3</c:v>
                </c:pt>
                <c:pt idx="3550">
                  <c:v>167.3</c:v>
                </c:pt>
                <c:pt idx="3551">
                  <c:v>168.7</c:v>
                </c:pt>
                <c:pt idx="3552">
                  <c:v>170.2</c:v>
                </c:pt>
                <c:pt idx="3553">
                  <c:v>171</c:v>
                </c:pt>
                <c:pt idx="3554">
                  <c:v>172.3</c:v>
                </c:pt>
                <c:pt idx="3555">
                  <c:v>174</c:v>
                </c:pt>
                <c:pt idx="3556">
                  <c:v>175.4</c:v>
                </c:pt>
                <c:pt idx="3557">
                  <c:v>176.9</c:v>
                </c:pt>
                <c:pt idx="3558">
                  <c:v>178.4</c:v>
                </c:pt>
                <c:pt idx="3559">
                  <c:v>179</c:v>
                </c:pt>
                <c:pt idx="3560">
                  <c:v>180.5</c:v>
                </c:pt>
                <c:pt idx="3561">
                  <c:v>181.4</c:v>
                </c:pt>
                <c:pt idx="3562">
                  <c:v>182.7</c:v>
                </c:pt>
                <c:pt idx="3563">
                  <c:v>183.3</c:v>
                </c:pt>
                <c:pt idx="3564">
                  <c:v>183.3</c:v>
                </c:pt>
                <c:pt idx="3565">
                  <c:v>183.1</c:v>
                </c:pt>
                <c:pt idx="3566">
                  <c:v>182.9</c:v>
                </c:pt>
                <c:pt idx="3567">
                  <c:v>183</c:v>
                </c:pt>
                <c:pt idx="3568">
                  <c:v>183</c:v>
                </c:pt>
                <c:pt idx="3569">
                  <c:v>183.5</c:v>
                </c:pt>
                <c:pt idx="3570">
                  <c:v>183.7</c:v>
                </c:pt>
                <c:pt idx="3571">
                  <c:v>183.3</c:v>
                </c:pt>
                <c:pt idx="3572">
                  <c:v>182.9</c:v>
                </c:pt>
                <c:pt idx="3573">
                  <c:v>183.3</c:v>
                </c:pt>
                <c:pt idx="3574">
                  <c:v>183.1</c:v>
                </c:pt>
                <c:pt idx="3575">
                  <c:v>182.7</c:v>
                </c:pt>
                <c:pt idx="3576">
                  <c:v>183</c:v>
                </c:pt>
                <c:pt idx="3577">
                  <c:v>182.7</c:v>
                </c:pt>
                <c:pt idx="3578">
                  <c:v>182.6</c:v>
                </c:pt>
                <c:pt idx="3579">
                  <c:v>182.5</c:v>
                </c:pt>
                <c:pt idx="3580">
                  <c:v>182.5</c:v>
                </c:pt>
                <c:pt idx="3581">
                  <c:v>182.6</c:v>
                </c:pt>
                <c:pt idx="3582">
                  <c:v>182.1</c:v>
                </c:pt>
                <c:pt idx="3583">
                  <c:v>181.9</c:v>
                </c:pt>
                <c:pt idx="3584">
                  <c:v>181.4</c:v>
                </c:pt>
                <c:pt idx="3585">
                  <c:v>181.9</c:v>
                </c:pt>
                <c:pt idx="3586">
                  <c:v>182.1</c:v>
                </c:pt>
                <c:pt idx="3587">
                  <c:v>181.6</c:v>
                </c:pt>
                <c:pt idx="3588">
                  <c:v>181.2</c:v>
                </c:pt>
                <c:pt idx="3589">
                  <c:v>180.9</c:v>
                </c:pt>
                <c:pt idx="3590">
                  <c:v>180.6</c:v>
                </c:pt>
                <c:pt idx="3591">
                  <c:v>180.3</c:v>
                </c:pt>
                <c:pt idx="3592">
                  <c:v>179.9</c:v>
                </c:pt>
                <c:pt idx="3593">
                  <c:v>179.7</c:v>
                </c:pt>
                <c:pt idx="3594">
                  <c:v>179.8</c:v>
                </c:pt>
                <c:pt idx="3595">
                  <c:v>179.7</c:v>
                </c:pt>
                <c:pt idx="3596">
                  <c:v>180.2</c:v>
                </c:pt>
                <c:pt idx="3597">
                  <c:v>180.1</c:v>
                </c:pt>
                <c:pt idx="3598">
                  <c:v>179.9</c:v>
                </c:pt>
                <c:pt idx="3599">
                  <c:v>179.5</c:v>
                </c:pt>
                <c:pt idx="3600">
                  <c:v>179.5</c:v>
                </c:pt>
                <c:pt idx="3601">
                  <c:v>179.5</c:v>
                </c:pt>
                <c:pt idx="3602">
                  <c:v>180.2</c:v>
                </c:pt>
                <c:pt idx="3603">
                  <c:v>180.3</c:v>
                </c:pt>
                <c:pt idx="3604">
                  <c:v>180.1</c:v>
                </c:pt>
                <c:pt idx="3605">
                  <c:v>179.8</c:v>
                </c:pt>
                <c:pt idx="3606">
                  <c:v>179.9</c:v>
                </c:pt>
                <c:pt idx="3607">
                  <c:v>181.1</c:v>
                </c:pt>
                <c:pt idx="3608">
                  <c:v>180.9</c:v>
                </c:pt>
                <c:pt idx="3609">
                  <c:v>180.9</c:v>
                </c:pt>
                <c:pt idx="3610">
                  <c:v>180.9</c:v>
                </c:pt>
                <c:pt idx="3611">
                  <c:v>181</c:v>
                </c:pt>
                <c:pt idx="3612">
                  <c:v>180.7</c:v>
                </c:pt>
                <c:pt idx="3613">
                  <c:v>180.9</c:v>
                </c:pt>
                <c:pt idx="3614">
                  <c:v>180.5</c:v>
                </c:pt>
                <c:pt idx="3615">
                  <c:v>180.3</c:v>
                </c:pt>
                <c:pt idx="3616">
                  <c:v>180.1</c:v>
                </c:pt>
                <c:pt idx="3617">
                  <c:v>179.8</c:v>
                </c:pt>
                <c:pt idx="3618">
                  <c:v>180.1</c:v>
                </c:pt>
                <c:pt idx="3619">
                  <c:v>180.1</c:v>
                </c:pt>
                <c:pt idx="3620">
                  <c:v>180.2</c:v>
                </c:pt>
                <c:pt idx="3621">
                  <c:v>180.1</c:v>
                </c:pt>
                <c:pt idx="3622">
                  <c:v>180.4</c:v>
                </c:pt>
                <c:pt idx="3623">
                  <c:v>180</c:v>
                </c:pt>
                <c:pt idx="3624">
                  <c:v>179.8</c:v>
                </c:pt>
                <c:pt idx="3625">
                  <c:v>179.6</c:v>
                </c:pt>
                <c:pt idx="3626">
                  <c:v>179.4</c:v>
                </c:pt>
                <c:pt idx="3627">
                  <c:v>179.2</c:v>
                </c:pt>
                <c:pt idx="3628">
                  <c:v>179.4</c:v>
                </c:pt>
                <c:pt idx="3629">
                  <c:v>180.6</c:v>
                </c:pt>
                <c:pt idx="3630">
                  <c:v>180.9</c:v>
                </c:pt>
                <c:pt idx="3631">
                  <c:v>181.1</c:v>
                </c:pt>
                <c:pt idx="3632">
                  <c:v>180.9</c:v>
                </c:pt>
                <c:pt idx="3633">
                  <c:v>180.9</c:v>
                </c:pt>
                <c:pt idx="3634">
                  <c:v>181.5</c:v>
                </c:pt>
                <c:pt idx="3635">
                  <c:v>181.4</c:v>
                </c:pt>
                <c:pt idx="3636">
                  <c:v>180.7</c:v>
                </c:pt>
                <c:pt idx="3637">
                  <c:v>180.5</c:v>
                </c:pt>
                <c:pt idx="3638">
                  <c:v>180.1</c:v>
                </c:pt>
                <c:pt idx="3639">
                  <c:v>180.4</c:v>
                </c:pt>
                <c:pt idx="3640">
                  <c:v>180.4</c:v>
                </c:pt>
                <c:pt idx="3641">
                  <c:v>180.7</c:v>
                </c:pt>
                <c:pt idx="3642">
                  <c:v>180.1</c:v>
                </c:pt>
                <c:pt idx="3643">
                  <c:v>179.9</c:v>
                </c:pt>
                <c:pt idx="3644">
                  <c:v>179.8</c:v>
                </c:pt>
                <c:pt idx="3645">
                  <c:v>179.5</c:v>
                </c:pt>
                <c:pt idx="3646">
                  <c:v>179.3</c:v>
                </c:pt>
                <c:pt idx="3647">
                  <c:v>179.3</c:v>
                </c:pt>
                <c:pt idx="3648">
                  <c:v>179.7</c:v>
                </c:pt>
                <c:pt idx="3649">
                  <c:v>179.9</c:v>
                </c:pt>
                <c:pt idx="3650">
                  <c:v>180.2</c:v>
                </c:pt>
                <c:pt idx="3651">
                  <c:v>181.1</c:v>
                </c:pt>
                <c:pt idx="3652">
                  <c:v>181.5</c:v>
                </c:pt>
                <c:pt idx="3653">
                  <c:v>181.9</c:v>
                </c:pt>
                <c:pt idx="3654">
                  <c:v>181.7</c:v>
                </c:pt>
                <c:pt idx="3655">
                  <c:v>181.3</c:v>
                </c:pt>
                <c:pt idx="3656">
                  <c:v>181.2</c:v>
                </c:pt>
                <c:pt idx="3657">
                  <c:v>180.9</c:v>
                </c:pt>
                <c:pt idx="3658">
                  <c:v>180.5</c:v>
                </c:pt>
                <c:pt idx="3659">
                  <c:v>180.1</c:v>
                </c:pt>
                <c:pt idx="3660">
                  <c:v>179.9</c:v>
                </c:pt>
                <c:pt idx="3661">
                  <c:v>179.7</c:v>
                </c:pt>
                <c:pt idx="3662">
                  <c:v>179.4</c:v>
                </c:pt>
                <c:pt idx="3663">
                  <c:v>179.3</c:v>
                </c:pt>
                <c:pt idx="3664">
                  <c:v>180.5</c:v>
                </c:pt>
                <c:pt idx="3665">
                  <c:v>180.6</c:v>
                </c:pt>
                <c:pt idx="3666">
                  <c:v>180.6</c:v>
                </c:pt>
                <c:pt idx="3667">
                  <c:v>181.1</c:v>
                </c:pt>
                <c:pt idx="3668">
                  <c:v>181.2</c:v>
                </c:pt>
                <c:pt idx="3669">
                  <c:v>182.2</c:v>
                </c:pt>
                <c:pt idx="3670">
                  <c:v>181.6</c:v>
                </c:pt>
                <c:pt idx="3671">
                  <c:v>181.5</c:v>
                </c:pt>
                <c:pt idx="3672">
                  <c:v>182</c:v>
                </c:pt>
                <c:pt idx="3673">
                  <c:v>181.5</c:v>
                </c:pt>
                <c:pt idx="3674">
                  <c:v>180.9</c:v>
                </c:pt>
                <c:pt idx="3675">
                  <c:v>180.6</c:v>
                </c:pt>
                <c:pt idx="3676">
                  <c:v>180.2</c:v>
                </c:pt>
                <c:pt idx="3677">
                  <c:v>180.3</c:v>
                </c:pt>
                <c:pt idx="3678">
                  <c:v>180.8</c:v>
                </c:pt>
                <c:pt idx="3679">
                  <c:v>181.3</c:v>
                </c:pt>
                <c:pt idx="3680">
                  <c:v>180.7</c:v>
                </c:pt>
                <c:pt idx="3681">
                  <c:v>180.3</c:v>
                </c:pt>
                <c:pt idx="3682">
                  <c:v>180</c:v>
                </c:pt>
                <c:pt idx="3683">
                  <c:v>180.1</c:v>
                </c:pt>
                <c:pt idx="3684">
                  <c:v>180.4</c:v>
                </c:pt>
                <c:pt idx="3685">
                  <c:v>180.2</c:v>
                </c:pt>
                <c:pt idx="3686">
                  <c:v>179.9</c:v>
                </c:pt>
                <c:pt idx="3687">
                  <c:v>179.7</c:v>
                </c:pt>
                <c:pt idx="3688">
                  <c:v>179.3</c:v>
                </c:pt>
                <c:pt idx="3689">
                  <c:v>179.3</c:v>
                </c:pt>
                <c:pt idx="3690">
                  <c:v>180.1</c:v>
                </c:pt>
                <c:pt idx="3691">
                  <c:v>180.2</c:v>
                </c:pt>
                <c:pt idx="3692">
                  <c:v>180.1</c:v>
                </c:pt>
                <c:pt idx="3693">
                  <c:v>180.9</c:v>
                </c:pt>
                <c:pt idx="3694">
                  <c:v>180.9</c:v>
                </c:pt>
                <c:pt idx="3695">
                  <c:v>180.7</c:v>
                </c:pt>
                <c:pt idx="3696">
                  <c:v>180.9</c:v>
                </c:pt>
                <c:pt idx="3697">
                  <c:v>180.8</c:v>
                </c:pt>
                <c:pt idx="3698">
                  <c:v>180.3</c:v>
                </c:pt>
                <c:pt idx="3699">
                  <c:v>179.9</c:v>
                </c:pt>
                <c:pt idx="3700">
                  <c:v>179.6</c:v>
                </c:pt>
                <c:pt idx="3701">
                  <c:v>179.4</c:v>
                </c:pt>
                <c:pt idx="3702">
                  <c:v>179.1</c:v>
                </c:pt>
                <c:pt idx="3703">
                  <c:v>178.9</c:v>
                </c:pt>
                <c:pt idx="3704">
                  <c:v>179.5</c:v>
                </c:pt>
                <c:pt idx="3705">
                  <c:v>180.2</c:v>
                </c:pt>
                <c:pt idx="3706">
                  <c:v>180.7</c:v>
                </c:pt>
                <c:pt idx="3707">
                  <c:v>181.5</c:v>
                </c:pt>
                <c:pt idx="3708">
                  <c:v>181.9</c:v>
                </c:pt>
                <c:pt idx="3709">
                  <c:v>182</c:v>
                </c:pt>
                <c:pt idx="3710">
                  <c:v>182.3</c:v>
                </c:pt>
                <c:pt idx="3711">
                  <c:v>181.8</c:v>
                </c:pt>
                <c:pt idx="3712">
                  <c:v>181.7</c:v>
                </c:pt>
                <c:pt idx="3713">
                  <c:v>181.7</c:v>
                </c:pt>
                <c:pt idx="3714">
                  <c:v>181.7</c:v>
                </c:pt>
                <c:pt idx="3715">
                  <c:v>181.8</c:v>
                </c:pt>
                <c:pt idx="3716">
                  <c:v>181.1</c:v>
                </c:pt>
                <c:pt idx="3717">
                  <c:v>180.6</c:v>
                </c:pt>
                <c:pt idx="3718">
                  <c:v>180.2</c:v>
                </c:pt>
                <c:pt idx="3719">
                  <c:v>179.9</c:v>
                </c:pt>
                <c:pt idx="3720">
                  <c:v>180.1</c:v>
                </c:pt>
                <c:pt idx="3721">
                  <c:v>180.1</c:v>
                </c:pt>
                <c:pt idx="3722">
                  <c:v>179.8</c:v>
                </c:pt>
                <c:pt idx="3723">
                  <c:v>180.1</c:v>
                </c:pt>
                <c:pt idx="3724">
                  <c:v>180.5</c:v>
                </c:pt>
                <c:pt idx="3725">
                  <c:v>180.3</c:v>
                </c:pt>
                <c:pt idx="3726">
                  <c:v>180.5</c:v>
                </c:pt>
                <c:pt idx="3727">
                  <c:v>180.3</c:v>
                </c:pt>
                <c:pt idx="3728">
                  <c:v>179.9</c:v>
                </c:pt>
                <c:pt idx="3729">
                  <c:v>179.6</c:v>
                </c:pt>
                <c:pt idx="3730">
                  <c:v>179.2</c:v>
                </c:pt>
                <c:pt idx="3731">
                  <c:v>179.1</c:v>
                </c:pt>
                <c:pt idx="3732">
                  <c:v>179.1</c:v>
                </c:pt>
                <c:pt idx="3733">
                  <c:v>179.3</c:v>
                </c:pt>
                <c:pt idx="3734">
                  <c:v>179.6</c:v>
                </c:pt>
                <c:pt idx="3735">
                  <c:v>179.9</c:v>
                </c:pt>
                <c:pt idx="3736">
                  <c:v>181.2</c:v>
                </c:pt>
                <c:pt idx="3737">
                  <c:v>181.4</c:v>
                </c:pt>
                <c:pt idx="3738">
                  <c:v>181.2</c:v>
                </c:pt>
                <c:pt idx="3739">
                  <c:v>181.8</c:v>
                </c:pt>
                <c:pt idx="3740">
                  <c:v>182.1</c:v>
                </c:pt>
                <c:pt idx="3741">
                  <c:v>182.5</c:v>
                </c:pt>
                <c:pt idx="3742">
                  <c:v>183.3</c:v>
                </c:pt>
                <c:pt idx="3743">
                  <c:v>183</c:v>
                </c:pt>
                <c:pt idx="3744">
                  <c:v>181.9</c:v>
                </c:pt>
                <c:pt idx="3745">
                  <c:v>181.9</c:v>
                </c:pt>
                <c:pt idx="3746">
                  <c:v>181.7</c:v>
                </c:pt>
                <c:pt idx="3747">
                  <c:v>181.9</c:v>
                </c:pt>
                <c:pt idx="3748">
                  <c:v>182</c:v>
                </c:pt>
                <c:pt idx="3749">
                  <c:v>181.9</c:v>
                </c:pt>
                <c:pt idx="3750">
                  <c:v>181.6</c:v>
                </c:pt>
                <c:pt idx="3751">
                  <c:v>180.8</c:v>
                </c:pt>
                <c:pt idx="3752">
                  <c:v>180.2</c:v>
                </c:pt>
                <c:pt idx="3753">
                  <c:v>179.9</c:v>
                </c:pt>
                <c:pt idx="3754">
                  <c:v>179.9</c:v>
                </c:pt>
                <c:pt idx="3755">
                  <c:v>179.6</c:v>
                </c:pt>
                <c:pt idx="3756">
                  <c:v>179.6</c:v>
                </c:pt>
                <c:pt idx="3757">
                  <c:v>180.3</c:v>
                </c:pt>
                <c:pt idx="3758">
                  <c:v>181.2</c:v>
                </c:pt>
                <c:pt idx="3759">
                  <c:v>180.8</c:v>
                </c:pt>
                <c:pt idx="3760">
                  <c:v>180.5</c:v>
                </c:pt>
                <c:pt idx="3761">
                  <c:v>180.4</c:v>
                </c:pt>
                <c:pt idx="3762">
                  <c:v>180.4</c:v>
                </c:pt>
                <c:pt idx="3763">
                  <c:v>180</c:v>
                </c:pt>
                <c:pt idx="3764">
                  <c:v>179.8</c:v>
                </c:pt>
                <c:pt idx="3765">
                  <c:v>179.5</c:v>
                </c:pt>
                <c:pt idx="3766">
                  <c:v>179.6</c:v>
                </c:pt>
                <c:pt idx="3767">
                  <c:v>179.3</c:v>
                </c:pt>
                <c:pt idx="3768">
                  <c:v>179.2</c:v>
                </c:pt>
                <c:pt idx="3769">
                  <c:v>179</c:v>
                </c:pt>
                <c:pt idx="3770">
                  <c:v>179</c:v>
                </c:pt>
                <c:pt idx="3771">
                  <c:v>179.2</c:v>
                </c:pt>
                <c:pt idx="3772">
                  <c:v>179.8</c:v>
                </c:pt>
                <c:pt idx="3773">
                  <c:v>179.7</c:v>
                </c:pt>
                <c:pt idx="3774">
                  <c:v>180.6</c:v>
                </c:pt>
                <c:pt idx="3775">
                  <c:v>181.7</c:v>
                </c:pt>
                <c:pt idx="3776">
                  <c:v>181.8</c:v>
                </c:pt>
                <c:pt idx="3777">
                  <c:v>182.2</c:v>
                </c:pt>
                <c:pt idx="3778">
                  <c:v>181.8</c:v>
                </c:pt>
                <c:pt idx="3779">
                  <c:v>181.3</c:v>
                </c:pt>
                <c:pt idx="3780">
                  <c:v>181.4</c:v>
                </c:pt>
                <c:pt idx="3781">
                  <c:v>180.8</c:v>
                </c:pt>
                <c:pt idx="3782">
                  <c:v>180.6</c:v>
                </c:pt>
                <c:pt idx="3783">
                  <c:v>180.2</c:v>
                </c:pt>
                <c:pt idx="3784">
                  <c:v>181.1</c:v>
                </c:pt>
                <c:pt idx="3785">
                  <c:v>181.5</c:v>
                </c:pt>
                <c:pt idx="3786">
                  <c:v>181.2</c:v>
                </c:pt>
                <c:pt idx="3787">
                  <c:v>181.1</c:v>
                </c:pt>
                <c:pt idx="3788">
                  <c:v>181.5</c:v>
                </c:pt>
                <c:pt idx="3789">
                  <c:v>181.2</c:v>
                </c:pt>
                <c:pt idx="3790">
                  <c:v>180.9</c:v>
                </c:pt>
                <c:pt idx="3791">
                  <c:v>181.5</c:v>
                </c:pt>
                <c:pt idx="3792">
                  <c:v>181.8</c:v>
                </c:pt>
                <c:pt idx="3793">
                  <c:v>181.8</c:v>
                </c:pt>
                <c:pt idx="3794">
                  <c:v>181.2</c:v>
                </c:pt>
                <c:pt idx="3795">
                  <c:v>180.9</c:v>
                </c:pt>
                <c:pt idx="3796">
                  <c:v>181</c:v>
                </c:pt>
                <c:pt idx="3797">
                  <c:v>180.8</c:v>
                </c:pt>
                <c:pt idx="3798">
                  <c:v>181.4</c:v>
                </c:pt>
                <c:pt idx="3799">
                  <c:v>181.3</c:v>
                </c:pt>
                <c:pt idx="3800">
                  <c:v>180.9</c:v>
                </c:pt>
                <c:pt idx="3801">
                  <c:v>181.1</c:v>
                </c:pt>
                <c:pt idx="3802">
                  <c:v>181</c:v>
                </c:pt>
                <c:pt idx="3803">
                  <c:v>180.6</c:v>
                </c:pt>
                <c:pt idx="3804">
                  <c:v>180.2</c:v>
                </c:pt>
                <c:pt idx="3805">
                  <c:v>180.4</c:v>
                </c:pt>
                <c:pt idx="3806">
                  <c:v>180.4</c:v>
                </c:pt>
                <c:pt idx="3807">
                  <c:v>181.6</c:v>
                </c:pt>
                <c:pt idx="3808">
                  <c:v>181.6</c:v>
                </c:pt>
                <c:pt idx="3809">
                  <c:v>181.7</c:v>
                </c:pt>
                <c:pt idx="3810">
                  <c:v>181.7</c:v>
                </c:pt>
                <c:pt idx="3811">
                  <c:v>181.4</c:v>
                </c:pt>
                <c:pt idx="3812">
                  <c:v>181.2</c:v>
                </c:pt>
                <c:pt idx="3813">
                  <c:v>181.2</c:v>
                </c:pt>
                <c:pt idx="3814">
                  <c:v>181.1</c:v>
                </c:pt>
                <c:pt idx="3815">
                  <c:v>181</c:v>
                </c:pt>
                <c:pt idx="3816">
                  <c:v>181.2</c:v>
                </c:pt>
                <c:pt idx="3817">
                  <c:v>180.6</c:v>
                </c:pt>
                <c:pt idx="3818">
                  <c:v>179.9</c:v>
                </c:pt>
                <c:pt idx="3819">
                  <c:v>179.2</c:v>
                </c:pt>
                <c:pt idx="3820">
                  <c:v>179.2</c:v>
                </c:pt>
                <c:pt idx="3821">
                  <c:v>179.1</c:v>
                </c:pt>
                <c:pt idx="3822">
                  <c:v>178.8</c:v>
                </c:pt>
                <c:pt idx="3823">
                  <c:v>179.2</c:v>
                </c:pt>
                <c:pt idx="3824">
                  <c:v>179.2</c:v>
                </c:pt>
                <c:pt idx="3825">
                  <c:v>179.2</c:v>
                </c:pt>
                <c:pt idx="3826">
                  <c:v>180.3</c:v>
                </c:pt>
                <c:pt idx="3827">
                  <c:v>180.1</c:v>
                </c:pt>
                <c:pt idx="3828">
                  <c:v>179.8</c:v>
                </c:pt>
                <c:pt idx="3829">
                  <c:v>181.2</c:v>
                </c:pt>
                <c:pt idx="3830">
                  <c:v>180.9</c:v>
                </c:pt>
                <c:pt idx="3831">
                  <c:v>180.7</c:v>
                </c:pt>
                <c:pt idx="3832">
                  <c:v>180.3</c:v>
                </c:pt>
                <c:pt idx="3833">
                  <c:v>180</c:v>
                </c:pt>
                <c:pt idx="3834">
                  <c:v>180.1</c:v>
                </c:pt>
                <c:pt idx="3835">
                  <c:v>180</c:v>
                </c:pt>
                <c:pt idx="3836">
                  <c:v>179.7</c:v>
                </c:pt>
                <c:pt idx="3837">
                  <c:v>179.9</c:v>
                </c:pt>
                <c:pt idx="3838">
                  <c:v>179.9</c:v>
                </c:pt>
                <c:pt idx="3839">
                  <c:v>179.7</c:v>
                </c:pt>
                <c:pt idx="3840">
                  <c:v>180</c:v>
                </c:pt>
                <c:pt idx="3841">
                  <c:v>179.8</c:v>
                </c:pt>
                <c:pt idx="3842">
                  <c:v>179.5</c:v>
                </c:pt>
                <c:pt idx="3843">
                  <c:v>179.7</c:v>
                </c:pt>
                <c:pt idx="3844">
                  <c:v>179.9</c:v>
                </c:pt>
                <c:pt idx="3845">
                  <c:v>180.2</c:v>
                </c:pt>
                <c:pt idx="3846">
                  <c:v>179.8</c:v>
                </c:pt>
                <c:pt idx="3847">
                  <c:v>180</c:v>
                </c:pt>
                <c:pt idx="3848">
                  <c:v>180.3</c:v>
                </c:pt>
                <c:pt idx="3849">
                  <c:v>180.4</c:v>
                </c:pt>
                <c:pt idx="3850">
                  <c:v>180.6</c:v>
                </c:pt>
                <c:pt idx="3851">
                  <c:v>180.9</c:v>
                </c:pt>
                <c:pt idx="3852">
                  <c:v>180.7</c:v>
                </c:pt>
                <c:pt idx="3853">
                  <c:v>180.6</c:v>
                </c:pt>
                <c:pt idx="3854">
                  <c:v>180.6</c:v>
                </c:pt>
                <c:pt idx="3855">
                  <c:v>180.4</c:v>
                </c:pt>
                <c:pt idx="3856">
                  <c:v>180.2</c:v>
                </c:pt>
                <c:pt idx="3857">
                  <c:v>180.7</c:v>
                </c:pt>
                <c:pt idx="3858">
                  <c:v>180.8</c:v>
                </c:pt>
                <c:pt idx="3859">
                  <c:v>181</c:v>
                </c:pt>
                <c:pt idx="3860">
                  <c:v>180.8</c:v>
                </c:pt>
                <c:pt idx="3861">
                  <c:v>180.7</c:v>
                </c:pt>
                <c:pt idx="3862">
                  <c:v>180.8</c:v>
                </c:pt>
                <c:pt idx="3863">
                  <c:v>181</c:v>
                </c:pt>
                <c:pt idx="3864">
                  <c:v>181.2</c:v>
                </c:pt>
                <c:pt idx="3865">
                  <c:v>181.7</c:v>
                </c:pt>
                <c:pt idx="3866">
                  <c:v>181.6</c:v>
                </c:pt>
                <c:pt idx="3867">
                  <c:v>181</c:v>
                </c:pt>
                <c:pt idx="3868">
                  <c:v>180.4</c:v>
                </c:pt>
                <c:pt idx="3869">
                  <c:v>180.4</c:v>
                </c:pt>
                <c:pt idx="3870">
                  <c:v>180.4</c:v>
                </c:pt>
                <c:pt idx="3871">
                  <c:v>181.2</c:v>
                </c:pt>
                <c:pt idx="3872">
                  <c:v>181</c:v>
                </c:pt>
                <c:pt idx="3873">
                  <c:v>180.7</c:v>
                </c:pt>
                <c:pt idx="3874">
                  <c:v>180.4</c:v>
                </c:pt>
                <c:pt idx="3875">
                  <c:v>180.1</c:v>
                </c:pt>
                <c:pt idx="3876">
                  <c:v>180.3</c:v>
                </c:pt>
                <c:pt idx="3877">
                  <c:v>181.2</c:v>
                </c:pt>
                <c:pt idx="3878">
                  <c:v>181.5</c:v>
                </c:pt>
                <c:pt idx="3879">
                  <c:v>182.5</c:v>
                </c:pt>
                <c:pt idx="3880">
                  <c:v>182</c:v>
                </c:pt>
                <c:pt idx="3881">
                  <c:v>181.5</c:v>
                </c:pt>
                <c:pt idx="3882">
                  <c:v>180.9</c:v>
                </c:pt>
                <c:pt idx="3883">
                  <c:v>181.1</c:v>
                </c:pt>
                <c:pt idx="3884">
                  <c:v>181.6</c:v>
                </c:pt>
                <c:pt idx="3885">
                  <c:v>181.5</c:v>
                </c:pt>
                <c:pt idx="3886">
                  <c:v>181.1</c:v>
                </c:pt>
                <c:pt idx="3887">
                  <c:v>180.7</c:v>
                </c:pt>
                <c:pt idx="3888">
                  <c:v>180.2</c:v>
                </c:pt>
                <c:pt idx="3889">
                  <c:v>180</c:v>
                </c:pt>
                <c:pt idx="3890">
                  <c:v>179.7</c:v>
                </c:pt>
                <c:pt idx="3891">
                  <c:v>179.5</c:v>
                </c:pt>
                <c:pt idx="3892">
                  <c:v>179.6</c:v>
                </c:pt>
                <c:pt idx="3893">
                  <c:v>180.3</c:v>
                </c:pt>
                <c:pt idx="3894">
                  <c:v>180.6</c:v>
                </c:pt>
                <c:pt idx="3895">
                  <c:v>180.7</c:v>
                </c:pt>
                <c:pt idx="3896">
                  <c:v>180.4</c:v>
                </c:pt>
                <c:pt idx="3897">
                  <c:v>180.1</c:v>
                </c:pt>
                <c:pt idx="3898">
                  <c:v>180</c:v>
                </c:pt>
                <c:pt idx="3899">
                  <c:v>180</c:v>
                </c:pt>
                <c:pt idx="3900">
                  <c:v>180.3</c:v>
                </c:pt>
                <c:pt idx="3901">
                  <c:v>180.2</c:v>
                </c:pt>
                <c:pt idx="3902">
                  <c:v>179.9</c:v>
                </c:pt>
                <c:pt idx="3903">
                  <c:v>179.7</c:v>
                </c:pt>
                <c:pt idx="3904">
                  <c:v>179.9</c:v>
                </c:pt>
                <c:pt idx="3905">
                  <c:v>180</c:v>
                </c:pt>
                <c:pt idx="3906">
                  <c:v>179.9</c:v>
                </c:pt>
                <c:pt idx="3907">
                  <c:v>179.7</c:v>
                </c:pt>
                <c:pt idx="3908">
                  <c:v>180.1</c:v>
                </c:pt>
                <c:pt idx="3909">
                  <c:v>180.5</c:v>
                </c:pt>
                <c:pt idx="3910">
                  <c:v>180</c:v>
                </c:pt>
                <c:pt idx="3911">
                  <c:v>180.7</c:v>
                </c:pt>
                <c:pt idx="3912">
                  <c:v>181.2</c:v>
                </c:pt>
                <c:pt idx="3913">
                  <c:v>180.8</c:v>
                </c:pt>
                <c:pt idx="3914">
                  <c:v>180.4</c:v>
                </c:pt>
                <c:pt idx="3915">
                  <c:v>180.2</c:v>
                </c:pt>
                <c:pt idx="3916">
                  <c:v>180.3</c:v>
                </c:pt>
                <c:pt idx="3917">
                  <c:v>180.1</c:v>
                </c:pt>
                <c:pt idx="3918">
                  <c:v>180</c:v>
                </c:pt>
                <c:pt idx="3919">
                  <c:v>180.1</c:v>
                </c:pt>
                <c:pt idx="3920">
                  <c:v>181.1</c:v>
                </c:pt>
                <c:pt idx="3921">
                  <c:v>181.2</c:v>
                </c:pt>
                <c:pt idx="3922">
                  <c:v>181.8</c:v>
                </c:pt>
                <c:pt idx="3923">
                  <c:v>182.3</c:v>
                </c:pt>
                <c:pt idx="3924">
                  <c:v>182.1</c:v>
                </c:pt>
                <c:pt idx="3925">
                  <c:v>182</c:v>
                </c:pt>
                <c:pt idx="3926">
                  <c:v>181.2</c:v>
                </c:pt>
                <c:pt idx="3927">
                  <c:v>181.3</c:v>
                </c:pt>
                <c:pt idx="3928">
                  <c:v>181.1</c:v>
                </c:pt>
                <c:pt idx="3929">
                  <c:v>181.3</c:v>
                </c:pt>
                <c:pt idx="3930">
                  <c:v>181.2</c:v>
                </c:pt>
                <c:pt idx="3931">
                  <c:v>181.2</c:v>
                </c:pt>
                <c:pt idx="3932">
                  <c:v>180.9</c:v>
                </c:pt>
                <c:pt idx="3933">
                  <c:v>180.7</c:v>
                </c:pt>
                <c:pt idx="3934">
                  <c:v>180.7</c:v>
                </c:pt>
                <c:pt idx="3935">
                  <c:v>181</c:v>
                </c:pt>
                <c:pt idx="3936">
                  <c:v>181.3</c:v>
                </c:pt>
                <c:pt idx="3937">
                  <c:v>181.5</c:v>
                </c:pt>
                <c:pt idx="3938">
                  <c:v>181.5</c:v>
                </c:pt>
                <c:pt idx="3939">
                  <c:v>181.3</c:v>
                </c:pt>
                <c:pt idx="3940">
                  <c:v>181</c:v>
                </c:pt>
                <c:pt idx="3941">
                  <c:v>180.8</c:v>
                </c:pt>
                <c:pt idx="3942">
                  <c:v>181.5</c:v>
                </c:pt>
                <c:pt idx="3943">
                  <c:v>180.7</c:v>
                </c:pt>
                <c:pt idx="3944">
                  <c:v>180.7</c:v>
                </c:pt>
                <c:pt idx="3945">
                  <c:v>180.4</c:v>
                </c:pt>
                <c:pt idx="3946">
                  <c:v>180.2</c:v>
                </c:pt>
                <c:pt idx="3947">
                  <c:v>179.9</c:v>
                </c:pt>
                <c:pt idx="3948">
                  <c:v>179.6</c:v>
                </c:pt>
                <c:pt idx="3949">
                  <c:v>179.2</c:v>
                </c:pt>
                <c:pt idx="3950">
                  <c:v>179.2</c:v>
                </c:pt>
                <c:pt idx="3951">
                  <c:v>179.3</c:v>
                </c:pt>
                <c:pt idx="3952">
                  <c:v>179.6</c:v>
                </c:pt>
                <c:pt idx="3953">
                  <c:v>179.4</c:v>
                </c:pt>
                <c:pt idx="3954">
                  <c:v>179.4</c:v>
                </c:pt>
                <c:pt idx="3955">
                  <c:v>180.5</c:v>
                </c:pt>
                <c:pt idx="3956">
                  <c:v>181</c:v>
                </c:pt>
                <c:pt idx="3957">
                  <c:v>181.4</c:v>
                </c:pt>
                <c:pt idx="3958">
                  <c:v>181.5</c:v>
                </c:pt>
                <c:pt idx="3959">
                  <c:v>180.8</c:v>
                </c:pt>
                <c:pt idx="3960">
                  <c:v>181</c:v>
                </c:pt>
                <c:pt idx="3961">
                  <c:v>180.5</c:v>
                </c:pt>
                <c:pt idx="3962">
                  <c:v>181.1</c:v>
                </c:pt>
                <c:pt idx="3963">
                  <c:v>181.2</c:v>
                </c:pt>
                <c:pt idx="3964">
                  <c:v>180.9</c:v>
                </c:pt>
                <c:pt idx="3965">
                  <c:v>180.3</c:v>
                </c:pt>
                <c:pt idx="3966">
                  <c:v>179.9</c:v>
                </c:pt>
                <c:pt idx="3967">
                  <c:v>179.8</c:v>
                </c:pt>
                <c:pt idx="3968">
                  <c:v>180</c:v>
                </c:pt>
                <c:pt idx="3969">
                  <c:v>180</c:v>
                </c:pt>
                <c:pt idx="3970">
                  <c:v>179.7</c:v>
                </c:pt>
                <c:pt idx="3971">
                  <c:v>179.4</c:v>
                </c:pt>
                <c:pt idx="3972">
                  <c:v>179.5</c:v>
                </c:pt>
                <c:pt idx="3973">
                  <c:v>179.9</c:v>
                </c:pt>
                <c:pt idx="3974">
                  <c:v>180</c:v>
                </c:pt>
                <c:pt idx="3975">
                  <c:v>180.5</c:v>
                </c:pt>
                <c:pt idx="3976">
                  <c:v>180.9</c:v>
                </c:pt>
                <c:pt idx="3977">
                  <c:v>182</c:v>
                </c:pt>
                <c:pt idx="3978">
                  <c:v>182</c:v>
                </c:pt>
                <c:pt idx="3979">
                  <c:v>181.7</c:v>
                </c:pt>
                <c:pt idx="3980">
                  <c:v>181.4</c:v>
                </c:pt>
                <c:pt idx="3981">
                  <c:v>180.5</c:v>
                </c:pt>
                <c:pt idx="3982">
                  <c:v>180.7</c:v>
                </c:pt>
                <c:pt idx="3983">
                  <c:v>180.5</c:v>
                </c:pt>
                <c:pt idx="3984">
                  <c:v>180.7</c:v>
                </c:pt>
                <c:pt idx="3985">
                  <c:v>181.1</c:v>
                </c:pt>
                <c:pt idx="3986">
                  <c:v>180.9</c:v>
                </c:pt>
                <c:pt idx="3987">
                  <c:v>181.5</c:v>
                </c:pt>
                <c:pt idx="3988">
                  <c:v>181.2</c:v>
                </c:pt>
                <c:pt idx="3989">
                  <c:v>181</c:v>
                </c:pt>
                <c:pt idx="3990">
                  <c:v>181.3</c:v>
                </c:pt>
                <c:pt idx="3991">
                  <c:v>181.4</c:v>
                </c:pt>
                <c:pt idx="3992">
                  <c:v>180.8</c:v>
                </c:pt>
                <c:pt idx="3993">
                  <c:v>181.6</c:v>
                </c:pt>
                <c:pt idx="3994">
                  <c:v>181.9</c:v>
                </c:pt>
                <c:pt idx="3995">
                  <c:v>181.7</c:v>
                </c:pt>
                <c:pt idx="3996">
                  <c:v>181.7</c:v>
                </c:pt>
                <c:pt idx="3997">
                  <c:v>181.2</c:v>
                </c:pt>
                <c:pt idx="3998">
                  <c:v>181.7</c:v>
                </c:pt>
                <c:pt idx="3999">
                  <c:v>181.4</c:v>
                </c:pt>
                <c:pt idx="4000">
                  <c:v>180.9</c:v>
                </c:pt>
                <c:pt idx="4001">
                  <c:v>180.8</c:v>
                </c:pt>
                <c:pt idx="4002">
                  <c:v>180.6</c:v>
                </c:pt>
                <c:pt idx="4003">
                  <c:v>180.9</c:v>
                </c:pt>
                <c:pt idx="4004">
                  <c:v>180.8</c:v>
                </c:pt>
                <c:pt idx="4005">
                  <c:v>180.9</c:v>
                </c:pt>
                <c:pt idx="4006">
                  <c:v>181.2</c:v>
                </c:pt>
                <c:pt idx="4007">
                  <c:v>181.4</c:v>
                </c:pt>
                <c:pt idx="4008">
                  <c:v>180.9</c:v>
                </c:pt>
                <c:pt idx="4009">
                  <c:v>181.2</c:v>
                </c:pt>
                <c:pt idx="4010">
                  <c:v>180.8</c:v>
                </c:pt>
                <c:pt idx="4011">
                  <c:v>180.9</c:v>
                </c:pt>
                <c:pt idx="4012">
                  <c:v>180.9</c:v>
                </c:pt>
                <c:pt idx="4013">
                  <c:v>180.6</c:v>
                </c:pt>
                <c:pt idx="4014">
                  <c:v>180</c:v>
                </c:pt>
                <c:pt idx="4015">
                  <c:v>179.9</c:v>
                </c:pt>
                <c:pt idx="4016">
                  <c:v>179.5</c:v>
                </c:pt>
                <c:pt idx="4017">
                  <c:v>179.2</c:v>
                </c:pt>
                <c:pt idx="4018">
                  <c:v>179.5</c:v>
                </c:pt>
                <c:pt idx="4019">
                  <c:v>179.9</c:v>
                </c:pt>
                <c:pt idx="4020">
                  <c:v>180</c:v>
                </c:pt>
                <c:pt idx="4021">
                  <c:v>179.8</c:v>
                </c:pt>
                <c:pt idx="4022">
                  <c:v>180.2</c:v>
                </c:pt>
                <c:pt idx="4023">
                  <c:v>180.7</c:v>
                </c:pt>
                <c:pt idx="4024">
                  <c:v>180.9</c:v>
                </c:pt>
                <c:pt idx="4025">
                  <c:v>181.2</c:v>
                </c:pt>
                <c:pt idx="4026">
                  <c:v>181.3</c:v>
                </c:pt>
                <c:pt idx="4027">
                  <c:v>180.8</c:v>
                </c:pt>
                <c:pt idx="4028">
                  <c:v>181.2</c:v>
                </c:pt>
                <c:pt idx="4029">
                  <c:v>181.3</c:v>
                </c:pt>
                <c:pt idx="4030">
                  <c:v>180.9</c:v>
                </c:pt>
                <c:pt idx="4031">
                  <c:v>180.9</c:v>
                </c:pt>
                <c:pt idx="4032">
                  <c:v>181</c:v>
                </c:pt>
                <c:pt idx="4033">
                  <c:v>181.4</c:v>
                </c:pt>
                <c:pt idx="4034">
                  <c:v>181.3</c:v>
                </c:pt>
                <c:pt idx="4035">
                  <c:v>181</c:v>
                </c:pt>
                <c:pt idx="4036">
                  <c:v>180.5</c:v>
                </c:pt>
                <c:pt idx="4037">
                  <c:v>180.1</c:v>
                </c:pt>
                <c:pt idx="4038">
                  <c:v>180.4</c:v>
                </c:pt>
                <c:pt idx="4039">
                  <c:v>180</c:v>
                </c:pt>
                <c:pt idx="4040">
                  <c:v>179.7</c:v>
                </c:pt>
                <c:pt idx="4041">
                  <c:v>180.2</c:v>
                </c:pt>
                <c:pt idx="4042">
                  <c:v>180.2</c:v>
                </c:pt>
                <c:pt idx="4043">
                  <c:v>179.7</c:v>
                </c:pt>
                <c:pt idx="4044">
                  <c:v>179.6</c:v>
                </c:pt>
                <c:pt idx="4045">
                  <c:v>179.4</c:v>
                </c:pt>
                <c:pt idx="4046">
                  <c:v>179.2</c:v>
                </c:pt>
                <c:pt idx="4047">
                  <c:v>179.9</c:v>
                </c:pt>
                <c:pt idx="4048">
                  <c:v>179.7</c:v>
                </c:pt>
                <c:pt idx="4049">
                  <c:v>179.5</c:v>
                </c:pt>
                <c:pt idx="4050">
                  <c:v>180.2</c:v>
                </c:pt>
                <c:pt idx="4051">
                  <c:v>180.7</c:v>
                </c:pt>
                <c:pt idx="4052">
                  <c:v>180.6</c:v>
                </c:pt>
                <c:pt idx="4053">
                  <c:v>180.5</c:v>
                </c:pt>
                <c:pt idx="4054">
                  <c:v>180.6</c:v>
                </c:pt>
                <c:pt idx="4055">
                  <c:v>180.5</c:v>
                </c:pt>
                <c:pt idx="4056">
                  <c:v>180.9</c:v>
                </c:pt>
                <c:pt idx="4057">
                  <c:v>181</c:v>
                </c:pt>
                <c:pt idx="4058">
                  <c:v>180.9</c:v>
                </c:pt>
                <c:pt idx="4059">
                  <c:v>180.3</c:v>
                </c:pt>
                <c:pt idx="4060">
                  <c:v>180</c:v>
                </c:pt>
                <c:pt idx="4061">
                  <c:v>179.9</c:v>
                </c:pt>
                <c:pt idx="4062">
                  <c:v>179.7</c:v>
                </c:pt>
                <c:pt idx="4063">
                  <c:v>180</c:v>
                </c:pt>
                <c:pt idx="4064">
                  <c:v>179.9</c:v>
                </c:pt>
                <c:pt idx="4065">
                  <c:v>179.7</c:v>
                </c:pt>
                <c:pt idx="4066">
                  <c:v>179.4</c:v>
                </c:pt>
                <c:pt idx="4067">
                  <c:v>179.5</c:v>
                </c:pt>
                <c:pt idx="4068">
                  <c:v>179.3</c:v>
                </c:pt>
                <c:pt idx="4069">
                  <c:v>180</c:v>
                </c:pt>
                <c:pt idx="4070">
                  <c:v>180.3</c:v>
                </c:pt>
                <c:pt idx="4071">
                  <c:v>179.9</c:v>
                </c:pt>
                <c:pt idx="4072">
                  <c:v>179.6</c:v>
                </c:pt>
                <c:pt idx="4073">
                  <c:v>179.7</c:v>
                </c:pt>
                <c:pt idx="4074">
                  <c:v>180.1</c:v>
                </c:pt>
                <c:pt idx="4075">
                  <c:v>180.2</c:v>
                </c:pt>
                <c:pt idx="4076">
                  <c:v>180.4</c:v>
                </c:pt>
                <c:pt idx="4077">
                  <c:v>182.1</c:v>
                </c:pt>
                <c:pt idx="4078">
                  <c:v>182.2</c:v>
                </c:pt>
                <c:pt idx="4079">
                  <c:v>182</c:v>
                </c:pt>
                <c:pt idx="4080">
                  <c:v>181.2</c:v>
                </c:pt>
                <c:pt idx="4081">
                  <c:v>180.9</c:v>
                </c:pt>
                <c:pt idx="4082">
                  <c:v>180.5</c:v>
                </c:pt>
                <c:pt idx="4083">
                  <c:v>180.3</c:v>
                </c:pt>
                <c:pt idx="4084">
                  <c:v>180</c:v>
                </c:pt>
                <c:pt idx="4085">
                  <c:v>179.9</c:v>
                </c:pt>
                <c:pt idx="4086">
                  <c:v>180</c:v>
                </c:pt>
                <c:pt idx="4087">
                  <c:v>179.9</c:v>
                </c:pt>
                <c:pt idx="4088">
                  <c:v>179.6</c:v>
                </c:pt>
                <c:pt idx="4089">
                  <c:v>179.6</c:v>
                </c:pt>
                <c:pt idx="4090">
                  <c:v>179.6</c:v>
                </c:pt>
                <c:pt idx="4091">
                  <c:v>179.7</c:v>
                </c:pt>
                <c:pt idx="4092">
                  <c:v>180.3</c:v>
                </c:pt>
                <c:pt idx="4093">
                  <c:v>180.9</c:v>
                </c:pt>
                <c:pt idx="4094">
                  <c:v>181.5</c:v>
                </c:pt>
                <c:pt idx="4095">
                  <c:v>181.5</c:v>
                </c:pt>
                <c:pt idx="4096">
                  <c:v>182.2</c:v>
                </c:pt>
                <c:pt idx="4097">
                  <c:v>181.9</c:v>
                </c:pt>
                <c:pt idx="4098">
                  <c:v>182</c:v>
                </c:pt>
                <c:pt idx="4099">
                  <c:v>182</c:v>
                </c:pt>
                <c:pt idx="4100">
                  <c:v>182.4</c:v>
                </c:pt>
                <c:pt idx="4101">
                  <c:v>182.3</c:v>
                </c:pt>
                <c:pt idx="4102">
                  <c:v>182</c:v>
                </c:pt>
                <c:pt idx="4103">
                  <c:v>181.4</c:v>
                </c:pt>
                <c:pt idx="4104">
                  <c:v>181.3</c:v>
                </c:pt>
                <c:pt idx="4105">
                  <c:v>181.5</c:v>
                </c:pt>
                <c:pt idx="4106">
                  <c:v>181.6</c:v>
                </c:pt>
                <c:pt idx="4107">
                  <c:v>182.5</c:v>
                </c:pt>
                <c:pt idx="4108">
                  <c:v>181.6</c:v>
                </c:pt>
                <c:pt idx="4109">
                  <c:v>181.4</c:v>
                </c:pt>
                <c:pt idx="4110">
                  <c:v>182</c:v>
                </c:pt>
                <c:pt idx="4111">
                  <c:v>181.7</c:v>
                </c:pt>
                <c:pt idx="4112">
                  <c:v>181.6</c:v>
                </c:pt>
                <c:pt idx="4113">
                  <c:v>181.5</c:v>
                </c:pt>
                <c:pt idx="4114">
                  <c:v>181.8</c:v>
                </c:pt>
                <c:pt idx="4115">
                  <c:v>181.3</c:v>
                </c:pt>
                <c:pt idx="4116">
                  <c:v>181</c:v>
                </c:pt>
                <c:pt idx="4117">
                  <c:v>181.2</c:v>
                </c:pt>
                <c:pt idx="4118">
                  <c:v>181.4</c:v>
                </c:pt>
                <c:pt idx="4119">
                  <c:v>181.5</c:v>
                </c:pt>
                <c:pt idx="4120">
                  <c:v>181.9</c:v>
                </c:pt>
                <c:pt idx="4121">
                  <c:v>181.2</c:v>
                </c:pt>
                <c:pt idx="4122">
                  <c:v>181</c:v>
                </c:pt>
                <c:pt idx="4123">
                  <c:v>181.2</c:v>
                </c:pt>
                <c:pt idx="4124">
                  <c:v>180.7</c:v>
                </c:pt>
                <c:pt idx="4125">
                  <c:v>180.4</c:v>
                </c:pt>
                <c:pt idx="4126">
                  <c:v>179.9</c:v>
                </c:pt>
                <c:pt idx="4127">
                  <c:v>179.2</c:v>
                </c:pt>
                <c:pt idx="4128">
                  <c:v>179.3</c:v>
                </c:pt>
                <c:pt idx="4129">
                  <c:v>179.8</c:v>
                </c:pt>
                <c:pt idx="4130">
                  <c:v>180</c:v>
                </c:pt>
                <c:pt idx="4131">
                  <c:v>180</c:v>
                </c:pt>
                <c:pt idx="4132">
                  <c:v>180.2</c:v>
                </c:pt>
                <c:pt idx="4133">
                  <c:v>180.4</c:v>
                </c:pt>
                <c:pt idx="4134">
                  <c:v>180.8</c:v>
                </c:pt>
                <c:pt idx="4135">
                  <c:v>180.8</c:v>
                </c:pt>
                <c:pt idx="4136">
                  <c:v>180.2</c:v>
                </c:pt>
                <c:pt idx="4137">
                  <c:v>180</c:v>
                </c:pt>
                <c:pt idx="4138">
                  <c:v>179.9</c:v>
                </c:pt>
                <c:pt idx="4139">
                  <c:v>179.9</c:v>
                </c:pt>
                <c:pt idx="4140">
                  <c:v>180</c:v>
                </c:pt>
                <c:pt idx="4141">
                  <c:v>180.2</c:v>
                </c:pt>
                <c:pt idx="4142">
                  <c:v>179.9</c:v>
                </c:pt>
                <c:pt idx="4143">
                  <c:v>179.7</c:v>
                </c:pt>
                <c:pt idx="4144">
                  <c:v>180.3</c:v>
                </c:pt>
                <c:pt idx="4145">
                  <c:v>180.6</c:v>
                </c:pt>
                <c:pt idx="4146">
                  <c:v>180.7</c:v>
                </c:pt>
                <c:pt idx="4147">
                  <c:v>181</c:v>
                </c:pt>
                <c:pt idx="4148">
                  <c:v>181.3</c:v>
                </c:pt>
                <c:pt idx="4149">
                  <c:v>180.8</c:v>
                </c:pt>
                <c:pt idx="4150">
                  <c:v>180.5</c:v>
                </c:pt>
                <c:pt idx="4151">
                  <c:v>180.4</c:v>
                </c:pt>
                <c:pt idx="4152">
                  <c:v>179.9</c:v>
                </c:pt>
                <c:pt idx="4153">
                  <c:v>179.7</c:v>
                </c:pt>
                <c:pt idx="4154">
                  <c:v>180.1</c:v>
                </c:pt>
                <c:pt idx="4155">
                  <c:v>180.4</c:v>
                </c:pt>
                <c:pt idx="4156">
                  <c:v>180.5</c:v>
                </c:pt>
                <c:pt idx="4157">
                  <c:v>180.5</c:v>
                </c:pt>
                <c:pt idx="4158">
                  <c:v>180.9</c:v>
                </c:pt>
                <c:pt idx="4159">
                  <c:v>180.6</c:v>
                </c:pt>
                <c:pt idx="4160">
                  <c:v>180.7</c:v>
                </c:pt>
                <c:pt idx="4161">
                  <c:v>180.7</c:v>
                </c:pt>
                <c:pt idx="4162">
                  <c:v>181.2</c:v>
                </c:pt>
                <c:pt idx="4163">
                  <c:v>181.8</c:v>
                </c:pt>
                <c:pt idx="4164">
                  <c:v>181.8</c:v>
                </c:pt>
                <c:pt idx="4165">
                  <c:v>181.8</c:v>
                </c:pt>
                <c:pt idx="4166">
                  <c:v>181.6</c:v>
                </c:pt>
                <c:pt idx="4167">
                  <c:v>181.4</c:v>
                </c:pt>
                <c:pt idx="4168">
                  <c:v>181.7</c:v>
                </c:pt>
                <c:pt idx="4169">
                  <c:v>181.3</c:v>
                </c:pt>
                <c:pt idx="4170">
                  <c:v>180.8</c:v>
                </c:pt>
                <c:pt idx="4171">
                  <c:v>180.5</c:v>
                </c:pt>
                <c:pt idx="4172">
                  <c:v>180.5</c:v>
                </c:pt>
                <c:pt idx="4173">
                  <c:v>181.1</c:v>
                </c:pt>
                <c:pt idx="4174">
                  <c:v>182</c:v>
                </c:pt>
                <c:pt idx="4175">
                  <c:v>182.6</c:v>
                </c:pt>
                <c:pt idx="4176">
                  <c:v>182.8</c:v>
                </c:pt>
                <c:pt idx="4177">
                  <c:v>182.6</c:v>
                </c:pt>
                <c:pt idx="4178">
                  <c:v>182.4</c:v>
                </c:pt>
                <c:pt idx="4179">
                  <c:v>88.3</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0</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1">
                  <c:v>0</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0</c:v>
                </c:pt>
                <c:pt idx="4270">
                  <c:v>0</c:v>
                </c:pt>
                <c:pt idx="4271">
                  <c:v>0</c:v>
                </c:pt>
                <c:pt idx="4272">
                  <c:v>0</c:v>
                </c:pt>
                <c:pt idx="4273">
                  <c:v>0</c:v>
                </c:pt>
                <c:pt idx="4274">
                  <c:v>0</c:v>
                </c:pt>
                <c:pt idx="4275">
                  <c:v>0</c:v>
                </c:pt>
                <c:pt idx="4276">
                  <c:v>0</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c:v>
                </c:pt>
                <c:pt idx="4389">
                  <c:v>0</c:v>
                </c:pt>
                <c:pt idx="4390">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0</c:v>
                </c:pt>
                <c:pt idx="4465">
                  <c:v>0</c:v>
                </c:pt>
                <c:pt idx="4466">
                  <c:v>0</c:v>
                </c:pt>
                <c:pt idx="4467">
                  <c:v>0</c:v>
                </c:pt>
                <c:pt idx="4468">
                  <c:v>0</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0</c:v>
                </c:pt>
                <c:pt idx="4483">
                  <c:v>0</c:v>
                </c:pt>
                <c:pt idx="4484">
                  <c:v>0</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2">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5">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pt idx="4837">
                  <c:v>0</c:v>
                </c:pt>
                <c:pt idx="4838">
                  <c:v>0</c:v>
                </c:pt>
                <c:pt idx="4839">
                  <c:v>0</c:v>
                </c:pt>
                <c:pt idx="4840">
                  <c:v>0</c:v>
                </c:pt>
                <c:pt idx="4841">
                  <c:v>0</c:v>
                </c:pt>
                <c:pt idx="4842">
                  <c:v>0</c:v>
                </c:pt>
                <c:pt idx="4843">
                  <c:v>0</c:v>
                </c:pt>
                <c:pt idx="4844">
                  <c:v>0</c:v>
                </c:pt>
                <c:pt idx="4845">
                  <c:v>0</c:v>
                </c:pt>
                <c:pt idx="4846">
                  <c:v>0</c:v>
                </c:pt>
                <c:pt idx="4847">
                  <c:v>0</c:v>
                </c:pt>
                <c:pt idx="4848">
                  <c:v>0</c:v>
                </c:pt>
                <c:pt idx="4849">
                  <c:v>0</c:v>
                </c:pt>
                <c:pt idx="4850">
                  <c:v>0</c:v>
                </c:pt>
                <c:pt idx="4851">
                  <c:v>0</c:v>
                </c:pt>
                <c:pt idx="4852">
                  <c:v>0</c:v>
                </c:pt>
                <c:pt idx="4853">
                  <c:v>0</c:v>
                </c:pt>
                <c:pt idx="4854">
                  <c:v>0</c:v>
                </c:pt>
                <c:pt idx="4855">
                  <c:v>0</c:v>
                </c:pt>
                <c:pt idx="4856">
                  <c:v>0</c:v>
                </c:pt>
                <c:pt idx="4857">
                  <c:v>0</c:v>
                </c:pt>
                <c:pt idx="4858">
                  <c:v>0</c:v>
                </c:pt>
                <c:pt idx="4859">
                  <c:v>0</c:v>
                </c:pt>
                <c:pt idx="4860">
                  <c:v>0</c:v>
                </c:pt>
                <c:pt idx="4861">
                  <c:v>0</c:v>
                </c:pt>
                <c:pt idx="4862">
                  <c:v>0</c:v>
                </c:pt>
                <c:pt idx="4863">
                  <c:v>0</c:v>
                </c:pt>
                <c:pt idx="4864">
                  <c:v>0</c:v>
                </c:pt>
                <c:pt idx="4865">
                  <c:v>0</c:v>
                </c:pt>
                <c:pt idx="4866">
                  <c:v>0</c:v>
                </c:pt>
                <c:pt idx="4867">
                  <c:v>0</c:v>
                </c:pt>
                <c:pt idx="4868">
                  <c:v>0</c:v>
                </c:pt>
                <c:pt idx="4869">
                  <c:v>0</c:v>
                </c:pt>
                <c:pt idx="4870">
                  <c:v>0</c:v>
                </c:pt>
                <c:pt idx="4871">
                  <c:v>0</c:v>
                </c:pt>
                <c:pt idx="4872">
                  <c:v>0</c:v>
                </c:pt>
                <c:pt idx="4873">
                  <c:v>0</c:v>
                </c:pt>
                <c:pt idx="4874">
                  <c:v>0</c:v>
                </c:pt>
                <c:pt idx="4875">
                  <c:v>0</c:v>
                </c:pt>
                <c:pt idx="4876">
                  <c:v>0</c:v>
                </c:pt>
                <c:pt idx="4877">
                  <c:v>0</c:v>
                </c:pt>
                <c:pt idx="4878">
                  <c:v>0</c:v>
                </c:pt>
                <c:pt idx="4879">
                  <c:v>0</c:v>
                </c:pt>
                <c:pt idx="4880">
                  <c:v>0</c:v>
                </c:pt>
                <c:pt idx="4881">
                  <c:v>0</c:v>
                </c:pt>
                <c:pt idx="4882">
                  <c:v>0</c:v>
                </c:pt>
                <c:pt idx="4883">
                  <c:v>0</c:v>
                </c:pt>
                <c:pt idx="4884">
                  <c:v>0</c:v>
                </c:pt>
                <c:pt idx="4885">
                  <c:v>0</c:v>
                </c:pt>
                <c:pt idx="4886">
                  <c:v>0</c:v>
                </c:pt>
                <c:pt idx="4887">
                  <c:v>0</c:v>
                </c:pt>
                <c:pt idx="4888">
                  <c:v>0</c:v>
                </c:pt>
                <c:pt idx="4889">
                  <c:v>0</c:v>
                </c:pt>
                <c:pt idx="4890">
                  <c:v>0</c:v>
                </c:pt>
                <c:pt idx="4891">
                  <c:v>0</c:v>
                </c:pt>
                <c:pt idx="4892">
                  <c:v>0</c:v>
                </c:pt>
                <c:pt idx="4893">
                  <c:v>0</c:v>
                </c:pt>
                <c:pt idx="4894">
                  <c:v>0</c:v>
                </c:pt>
                <c:pt idx="4895">
                  <c:v>0</c:v>
                </c:pt>
                <c:pt idx="4896">
                  <c:v>0</c:v>
                </c:pt>
                <c:pt idx="4897">
                  <c:v>0</c:v>
                </c:pt>
                <c:pt idx="4898">
                  <c:v>0</c:v>
                </c:pt>
                <c:pt idx="4899">
                  <c:v>0</c:v>
                </c:pt>
                <c:pt idx="4900">
                  <c:v>0</c:v>
                </c:pt>
                <c:pt idx="4901">
                  <c:v>0</c:v>
                </c:pt>
                <c:pt idx="4902">
                  <c:v>0</c:v>
                </c:pt>
                <c:pt idx="4903">
                  <c:v>0</c:v>
                </c:pt>
                <c:pt idx="4904">
                  <c:v>0</c:v>
                </c:pt>
                <c:pt idx="4905">
                  <c:v>0</c:v>
                </c:pt>
                <c:pt idx="4906">
                  <c:v>0</c:v>
                </c:pt>
                <c:pt idx="4907">
                  <c:v>0</c:v>
                </c:pt>
                <c:pt idx="4908">
                  <c:v>0</c:v>
                </c:pt>
                <c:pt idx="4909">
                  <c:v>0</c:v>
                </c:pt>
                <c:pt idx="4910">
                  <c:v>0</c:v>
                </c:pt>
                <c:pt idx="4911">
                  <c:v>0</c:v>
                </c:pt>
                <c:pt idx="4912">
                  <c:v>0</c:v>
                </c:pt>
                <c:pt idx="4913">
                  <c:v>0</c:v>
                </c:pt>
                <c:pt idx="4914">
                  <c:v>0</c:v>
                </c:pt>
                <c:pt idx="4915">
                  <c:v>0</c:v>
                </c:pt>
                <c:pt idx="4916">
                  <c:v>0</c:v>
                </c:pt>
                <c:pt idx="4917">
                  <c:v>0</c:v>
                </c:pt>
                <c:pt idx="4918">
                  <c:v>0</c:v>
                </c:pt>
                <c:pt idx="4919">
                  <c:v>0</c:v>
                </c:pt>
                <c:pt idx="4920">
                  <c:v>0</c:v>
                </c:pt>
                <c:pt idx="4921">
                  <c:v>0</c:v>
                </c:pt>
                <c:pt idx="4922">
                  <c:v>0</c:v>
                </c:pt>
                <c:pt idx="4923">
                  <c:v>0</c:v>
                </c:pt>
                <c:pt idx="4924">
                  <c:v>0</c:v>
                </c:pt>
                <c:pt idx="4925">
                  <c:v>0</c:v>
                </c:pt>
                <c:pt idx="4926">
                  <c:v>0</c:v>
                </c:pt>
                <c:pt idx="4927">
                  <c:v>0</c:v>
                </c:pt>
                <c:pt idx="4928">
                  <c:v>0</c:v>
                </c:pt>
                <c:pt idx="4929">
                  <c:v>0</c:v>
                </c:pt>
                <c:pt idx="4930">
                  <c:v>0</c:v>
                </c:pt>
                <c:pt idx="4931">
                  <c:v>0</c:v>
                </c:pt>
                <c:pt idx="4932">
                  <c:v>0</c:v>
                </c:pt>
                <c:pt idx="4933">
                  <c:v>0</c:v>
                </c:pt>
                <c:pt idx="4934">
                  <c:v>0</c:v>
                </c:pt>
                <c:pt idx="4935">
                  <c:v>0</c:v>
                </c:pt>
                <c:pt idx="4936">
                  <c:v>0</c:v>
                </c:pt>
                <c:pt idx="4937">
                  <c:v>0</c:v>
                </c:pt>
                <c:pt idx="4938">
                  <c:v>0</c:v>
                </c:pt>
                <c:pt idx="4939">
                  <c:v>0</c:v>
                </c:pt>
                <c:pt idx="4940">
                  <c:v>0</c:v>
                </c:pt>
                <c:pt idx="4941">
                  <c:v>0</c:v>
                </c:pt>
                <c:pt idx="4942">
                  <c:v>0</c:v>
                </c:pt>
                <c:pt idx="4943">
                  <c:v>0</c:v>
                </c:pt>
                <c:pt idx="4944">
                  <c:v>0</c:v>
                </c:pt>
                <c:pt idx="4945">
                  <c:v>0</c:v>
                </c:pt>
                <c:pt idx="4946">
                  <c:v>0</c:v>
                </c:pt>
                <c:pt idx="4947">
                  <c:v>0</c:v>
                </c:pt>
                <c:pt idx="4948">
                  <c:v>0</c:v>
                </c:pt>
                <c:pt idx="4949">
                  <c:v>0</c:v>
                </c:pt>
                <c:pt idx="4950">
                  <c:v>0</c:v>
                </c:pt>
                <c:pt idx="4951">
                  <c:v>0</c:v>
                </c:pt>
                <c:pt idx="4952">
                  <c:v>0</c:v>
                </c:pt>
                <c:pt idx="4953">
                  <c:v>0</c:v>
                </c:pt>
                <c:pt idx="4954">
                  <c:v>0</c:v>
                </c:pt>
                <c:pt idx="4955">
                  <c:v>0</c:v>
                </c:pt>
                <c:pt idx="4956">
                  <c:v>0</c:v>
                </c:pt>
                <c:pt idx="4957">
                  <c:v>0</c:v>
                </c:pt>
                <c:pt idx="4958">
                  <c:v>0</c:v>
                </c:pt>
                <c:pt idx="4959">
                  <c:v>0</c:v>
                </c:pt>
                <c:pt idx="4960">
                  <c:v>0</c:v>
                </c:pt>
                <c:pt idx="4961">
                  <c:v>0</c:v>
                </c:pt>
                <c:pt idx="4962">
                  <c:v>0</c:v>
                </c:pt>
                <c:pt idx="4963">
                  <c:v>0</c:v>
                </c:pt>
                <c:pt idx="4964">
                  <c:v>0</c:v>
                </c:pt>
                <c:pt idx="4965">
                  <c:v>0</c:v>
                </c:pt>
                <c:pt idx="4966">
                  <c:v>0</c:v>
                </c:pt>
                <c:pt idx="4967">
                  <c:v>0</c:v>
                </c:pt>
                <c:pt idx="4968">
                  <c:v>0</c:v>
                </c:pt>
                <c:pt idx="4969">
                  <c:v>0</c:v>
                </c:pt>
                <c:pt idx="4970">
                  <c:v>0</c:v>
                </c:pt>
                <c:pt idx="4971">
                  <c:v>0</c:v>
                </c:pt>
                <c:pt idx="4972">
                  <c:v>0</c:v>
                </c:pt>
                <c:pt idx="4973">
                  <c:v>0</c:v>
                </c:pt>
                <c:pt idx="4974">
                  <c:v>0</c:v>
                </c:pt>
                <c:pt idx="4975">
                  <c:v>0</c:v>
                </c:pt>
                <c:pt idx="4976">
                  <c:v>0</c:v>
                </c:pt>
                <c:pt idx="4977">
                  <c:v>0.3</c:v>
                </c:pt>
                <c:pt idx="4978">
                  <c:v>2.4</c:v>
                </c:pt>
                <c:pt idx="4979">
                  <c:v>5.9</c:v>
                </c:pt>
                <c:pt idx="4980">
                  <c:v>14</c:v>
                </c:pt>
                <c:pt idx="4981">
                  <c:v>20.7</c:v>
                </c:pt>
                <c:pt idx="4982">
                  <c:v>24.6</c:v>
                </c:pt>
                <c:pt idx="4983">
                  <c:v>31.3</c:v>
                </c:pt>
                <c:pt idx="4984">
                  <c:v>38.1</c:v>
                </c:pt>
                <c:pt idx="4985">
                  <c:v>46.1</c:v>
                </c:pt>
                <c:pt idx="4986">
                  <c:v>54.3</c:v>
                </c:pt>
                <c:pt idx="4987">
                  <c:v>62.2</c:v>
                </c:pt>
                <c:pt idx="4988">
                  <c:v>69.9</c:v>
                </c:pt>
                <c:pt idx="4989">
                  <c:v>74.4</c:v>
                </c:pt>
                <c:pt idx="4990">
                  <c:v>80.6</c:v>
                </c:pt>
                <c:pt idx="4991">
                  <c:v>88.6</c:v>
                </c:pt>
                <c:pt idx="4992">
                  <c:v>96.1</c:v>
                </c:pt>
                <c:pt idx="4993">
                  <c:v>102.6</c:v>
                </c:pt>
                <c:pt idx="4994">
                  <c:v>106.8</c:v>
                </c:pt>
                <c:pt idx="4995">
                  <c:v>110.2</c:v>
                </c:pt>
                <c:pt idx="4996">
                  <c:v>115.4</c:v>
                </c:pt>
                <c:pt idx="4997">
                  <c:v>119.8</c:v>
                </c:pt>
                <c:pt idx="4998">
                  <c:v>124.4</c:v>
                </c:pt>
                <c:pt idx="4999">
                  <c:v>128.7</c:v>
                </c:pt>
                <c:pt idx="5000">
                  <c:v>131.9</c:v>
                </c:pt>
                <c:pt idx="5001">
                  <c:v>133.6</c:v>
                </c:pt>
                <c:pt idx="5002">
                  <c:v>136.7</c:v>
                </c:pt>
                <c:pt idx="5003">
                  <c:v>140.1</c:v>
                </c:pt>
                <c:pt idx="5004">
                  <c:v>142.6</c:v>
                </c:pt>
                <c:pt idx="5005">
                  <c:v>144.7</c:v>
                </c:pt>
                <c:pt idx="5006">
                  <c:v>147.4</c:v>
                </c:pt>
                <c:pt idx="5007">
                  <c:v>148.3</c:v>
                </c:pt>
                <c:pt idx="5008">
                  <c:v>149.5</c:v>
                </c:pt>
                <c:pt idx="5009">
                  <c:v>151.1</c:v>
                </c:pt>
                <c:pt idx="5010">
                  <c:v>152.4</c:v>
                </c:pt>
                <c:pt idx="5011">
                  <c:v>153.5</c:v>
                </c:pt>
                <c:pt idx="5012">
                  <c:v>153.7</c:v>
                </c:pt>
                <c:pt idx="5013">
                  <c:v>154.7</c:v>
                </c:pt>
                <c:pt idx="5014">
                  <c:v>155.4</c:v>
                </c:pt>
                <c:pt idx="5015">
                  <c:v>155.5</c:v>
                </c:pt>
                <c:pt idx="5016">
                  <c:v>155.4</c:v>
                </c:pt>
                <c:pt idx="5017">
                  <c:v>155.3</c:v>
                </c:pt>
                <c:pt idx="5018">
                  <c:v>155.2</c:v>
                </c:pt>
                <c:pt idx="5019">
                  <c:v>155.3</c:v>
                </c:pt>
                <c:pt idx="5020">
                  <c:v>156.2</c:v>
                </c:pt>
                <c:pt idx="5021">
                  <c:v>157.2</c:v>
                </c:pt>
                <c:pt idx="5022">
                  <c:v>157.1</c:v>
                </c:pt>
                <c:pt idx="5023">
                  <c:v>157.1</c:v>
                </c:pt>
                <c:pt idx="5024">
                  <c:v>157.4</c:v>
                </c:pt>
                <c:pt idx="5025">
                  <c:v>157.2</c:v>
                </c:pt>
                <c:pt idx="5026">
                  <c:v>157</c:v>
                </c:pt>
                <c:pt idx="5027">
                  <c:v>156.4</c:v>
                </c:pt>
                <c:pt idx="5028">
                  <c:v>156.9</c:v>
                </c:pt>
                <c:pt idx="5029">
                  <c:v>157.2</c:v>
                </c:pt>
                <c:pt idx="5030">
                  <c:v>157</c:v>
                </c:pt>
                <c:pt idx="5031">
                  <c:v>157</c:v>
                </c:pt>
                <c:pt idx="5032">
                  <c:v>157.4</c:v>
                </c:pt>
                <c:pt idx="5033">
                  <c:v>157.9</c:v>
                </c:pt>
                <c:pt idx="5034">
                  <c:v>158.1</c:v>
                </c:pt>
                <c:pt idx="5035">
                  <c:v>157.8</c:v>
                </c:pt>
                <c:pt idx="5036">
                  <c:v>157.7</c:v>
                </c:pt>
                <c:pt idx="5037">
                  <c:v>157.7</c:v>
                </c:pt>
                <c:pt idx="5038">
                  <c:v>157.6</c:v>
                </c:pt>
                <c:pt idx="5039">
                  <c:v>157.7</c:v>
                </c:pt>
                <c:pt idx="5040">
                  <c:v>157.6</c:v>
                </c:pt>
                <c:pt idx="5041">
                  <c:v>158.4</c:v>
                </c:pt>
                <c:pt idx="5042">
                  <c:v>158.5</c:v>
                </c:pt>
                <c:pt idx="5043">
                  <c:v>158.2</c:v>
                </c:pt>
                <c:pt idx="5044">
                  <c:v>158.2</c:v>
                </c:pt>
                <c:pt idx="5045">
                  <c:v>158.1</c:v>
                </c:pt>
                <c:pt idx="5046">
                  <c:v>158.2</c:v>
                </c:pt>
                <c:pt idx="5047">
                  <c:v>158.7</c:v>
                </c:pt>
                <c:pt idx="5048">
                  <c:v>158.6</c:v>
                </c:pt>
                <c:pt idx="5049">
                  <c:v>158.6</c:v>
                </c:pt>
                <c:pt idx="5050">
                  <c:v>159.6</c:v>
                </c:pt>
                <c:pt idx="5051">
                  <c:v>159.9</c:v>
                </c:pt>
                <c:pt idx="5052">
                  <c:v>160.1</c:v>
                </c:pt>
                <c:pt idx="5053">
                  <c:v>160.3</c:v>
                </c:pt>
                <c:pt idx="5054">
                  <c:v>160.8</c:v>
                </c:pt>
                <c:pt idx="5055">
                  <c:v>160.8</c:v>
                </c:pt>
                <c:pt idx="5056">
                  <c:v>160.4</c:v>
                </c:pt>
                <c:pt idx="5057">
                  <c:v>161.1</c:v>
                </c:pt>
                <c:pt idx="5058">
                  <c:v>161.3</c:v>
                </c:pt>
                <c:pt idx="5059">
                  <c:v>161.2</c:v>
                </c:pt>
                <c:pt idx="5060">
                  <c:v>160.7</c:v>
                </c:pt>
                <c:pt idx="5061">
                  <c:v>160.3</c:v>
                </c:pt>
                <c:pt idx="5062">
                  <c:v>159.9</c:v>
                </c:pt>
                <c:pt idx="5063">
                  <c:v>159.9</c:v>
                </c:pt>
                <c:pt idx="5064">
                  <c:v>159.6</c:v>
                </c:pt>
                <c:pt idx="5065">
                  <c:v>159</c:v>
                </c:pt>
                <c:pt idx="5066">
                  <c:v>158.5</c:v>
                </c:pt>
                <c:pt idx="5067">
                  <c:v>158.3</c:v>
                </c:pt>
                <c:pt idx="5068">
                  <c:v>158.2</c:v>
                </c:pt>
                <c:pt idx="5069">
                  <c:v>159.1</c:v>
                </c:pt>
                <c:pt idx="5070">
                  <c:v>159.3</c:v>
                </c:pt>
                <c:pt idx="5071">
                  <c:v>160</c:v>
                </c:pt>
                <c:pt idx="5072">
                  <c:v>160.2</c:v>
                </c:pt>
                <c:pt idx="5073">
                  <c:v>160.3</c:v>
                </c:pt>
                <c:pt idx="5074">
                  <c:v>159.8</c:v>
                </c:pt>
                <c:pt idx="5075">
                  <c:v>159.5</c:v>
                </c:pt>
                <c:pt idx="5076">
                  <c:v>159.4</c:v>
                </c:pt>
                <c:pt idx="5077">
                  <c:v>159.7</c:v>
                </c:pt>
                <c:pt idx="5078">
                  <c:v>160.2</c:v>
                </c:pt>
                <c:pt idx="5079">
                  <c:v>160.4</c:v>
                </c:pt>
                <c:pt idx="5080">
                  <c:v>160.1</c:v>
                </c:pt>
                <c:pt idx="5081">
                  <c:v>159.7</c:v>
                </c:pt>
                <c:pt idx="5082">
                  <c:v>159.1</c:v>
                </c:pt>
                <c:pt idx="5083">
                  <c:v>158.7</c:v>
                </c:pt>
                <c:pt idx="5084">
                  <c:v>159</c:v>
                </c:pt>
                <c:pt idx="5085">
                  <c:v>159.5</c:v>
                </c:pt>
                <c:pt idx="5086">
                  <c:v>159.8</c:v>
                </c:pt>
                <c:pt idx="5087">
                  <c:v>160</c:v>
                </c:pt>
                <c:pt idx="5088">
                  <c:v>159.8</c:v>
                </c:pt>
                <c:pt idx="5089">
                  <c:v>159.8</c:v>
                </c:pt>
                <c:pt idx="5090">
                  <c:v>159.9</c:v>
                </c:pt>
                <c:pt idx="5091">
                  <c:v>159.9</c:v>
                </c:pt>
                <c:pt idx="5092">
                  <c:v>160.2</c:v>
                </c:pt>
                <c:pt idx="5093">
                  <c:v>160</c:v>
                </c:pt>
                <c:pt idx="5094">
                  <c:v>159.9</c:v>
                </c:pt>
                <c:pt idx="5095">
                  <c:v>160.1</c:v>
                </c:pt>
                <c:pt idx="5096">
                  <c:v>160</c:v>
                </c:pt>
                <c:pt idx="5097">
                  <c:v>159.8</c:v>
                </c:pt>
                <c:pt idx="5098">
                  <c:v>159.1</c:v>
                </c:pt>
                <c:pt idx="5099">
                  <c:v>158.6</c:v>
                </c:pt>
                <c:pt idx="5100">
                  <c:v>158.3</c:v>
                </c:pt>
                <c:pt idx="5101">
                  <c:v>158.2</c:v>
                </c:pt>
                <c:pt idx="5102">
                  <c:v>158.4</c:v>
                </c:pt>
                <c:pt idx="5103">
                  <c:v>158.3</c:v>
                </c:pt>
                <c:pt idx="5104">
                  <c:v>158.1</c:v>
                </c:pt>
                <c:pt idx="5105">
                  <c:v>158.4</c:v>
                </c:pt>
                <c:pt idx="5106">
                  <c:v>159</c:v>
                </c:pt>
                <c:pt idx="5107">
                  <c:v>159.7</c:v>
                </c:pt>
                <c:pt idx="5108">
                  <c:v>160.1</c:v>
                </c:pt>
                <c:pt idx="5109">
                  <c:v>160</c:v>
                </c:pt>
                <c:pt idx="5110">
                  <c:v>159.5</c:v>
                </c:pt>
                <c:pt idx="5111">
                  <c:v>159.4</c:v>
                </c:pt>
                <c:pt idx="5112">
                  <c:v>159.9</c:v>
                </c:pt>
                <c:pt idx="5113">
                  <c:v>160.5</c:v>
                </c:pt>
                <c:pt idx="5114">
                  <c:v>160.5</c:v>
                </c:pt>
                <c:pt idx="5115">
                  <c:v>160.6</c:v>
                </c:pt>
                <c:pt idx="5116">
                  <c:v>161.2</c:v>
                </c:pt>
                <c:pt idx="5117">
                  <c:v>161.6</c:v>
                </c:pt>
                <c:pt idx="5118">
                  <c:v>161.9</c:v>
                </c:pt>
                <c:pt idx="5119">
                  <c:v>162.5</c:v>
                </c:pt>
                <c:pt idx="5120">
                  <c:v>163.5</c:v>
                </c:pt>
                <c:pt idx="5121">
                  <c:v>164.3</c:v>
                </c:pt>
                <c:pt idx="5122">
                  <c:v>165.7</c:v>
                </c:pt>
                <c:pt idx="5123">
                  <c:v>166.9</c:v>
                </c:pt>
                <c:pt idx="5124">
                  <c:v>168.5</c:v>
                </c:pt>
                <c:pt idx="5125">
                  <c:v>168.9</c:v>
                </c:pt>
                <c:pt idx="5126">
                  <c:v>171</c:v>
                </c:pt>
                <c:pt idx="5127">
                  <c:v>171.9</c:v>
                </c:pt>
                <c:pt idx="5128">
                  <c:v>172.1</c:v>
                </c:pt>
                <c:pt idx="5129">
                  <c:v>172.5</c:v>
                </c:pt>
                <c:pt idx="5130">
                  <c:v>173.5</c:v>
                </c:pt>
                <c:pt idx="5131">
                  <c:v>173.6</c:v>
                </c:pt>
                <c:pt idx="5132">
                  <c:v>174</c:v>
                </c:pt>
                <c:pt idx="5133">
                  <c:v>175</c:v>
                </c:pt>
                <c:pt idx="5134">
                  <c:v>176.3</c:v>
                </c:pt>
                <c:pt idx="5135">
                  <c:v>177.5</c:v>
                </c:pt>
                <c:pt idx="5136">
                  <c:v>177.6</c:v>
                </c:pt>
                <c:pt idx="5137">
                  <c:v>178.2</c:v>
                </c:pt>
                <c:pt idx="5138">
                  <c:v>179.2</c:v>
                </c:pt>
                <c:pt idx="5139">
                  <c:v>179.5</c:v>
                </c:pt>
                <c:pt idx="5140">
                  <c:v>179.3</c:v>
                </c:pt>
                <c:pt idx="5141">
                  <c:v>179.5</c:v>
                </c:pt>
                <c:pt idx="5142">
                  <c:v>179.3</c:v>
                </c:pt>
                <c:pt idx="5143">
                  <c:v>179.3</c:v>
                </c:pt>
                <c:pt idx="5144">
                  <c:v>180.2</c:v>
                </c:pt>
                <c:pt idx="5145">
                  <c:v>180.4</c:v>
                </c:pt>
                <c:pt idx="5146">
                  <c:v>180</c:v>
                </c:pt>
                <c:pt idx="5147">
                  <c:v>179.7</c:v>
                </c:pt>
                <c:pt idx="5148">
                  <c:v>179.9</c:v>
                </c:pt>
                <c:pt idx="5149">
                  <c:v>179.4</c:v>
                </c:pt>
                <c:pt idx="5150">
                  <c:v>179.3</c:v>
                </c:pt>
                <c:pt idx="5151">
                  <c:v>179.5</c:v>
                </c:pt>
                <c:pt idx="5152">
                  <c:v>179.7</c:v>
                </c:pt>
                <c:pt idx="5153">
                  <c:v>179.6</c:v>
                </c:pt>
                <c:pt idx="5154">
                  <c:v>179.5</c:v>
                </c:pt>
                <c:pt idx="5155">
                  <c:v>179.4</c:v>
                </c:pt>
                <c:pt idx="5156">
                  <c:v>179.4</c:v>
                </c:pt>
                <c:pt idx="5157">
                  <c:v>179.6</c:v>
                </c:pt>
                <c:pt idx="5158">
                  <c:v>179.4</c:v>
                </c:pt>
                <c:pt idx="5159">
                  <c:v>180.3</c:v>
                </c:pt>
                <c:pt idx="5160">
                  <c:v>180.6</c:v>
                </c:pt>
                <c:pt idx="5161">
                  <c:v>180.5</c:v>
                </c:pt>
                <c:pt idx="5162">
                  <c:v>181.2</c:v>
                </c:pt>
                <c:pt idx="5163">
                  <c:v>181.8</c:v>
                </c:pt>
                <c:pt idx="5164">
                  <c:v>181.5</c:v>
                </c:pt>
                <c:pt idx="5165">
                  <c:v>181.3</c:v>
                </c:pt>
                <c:pt idx="5166">
                  <c:v>181.4</c:v>
                </c:pt>
                <c:pt idx="5167">
                  <c:v>180.8</c:v>
                </c:pt>
                <c:pt idx="5168">
                  <c:v>180.7</c:v>
                </c:pt>
                <c:pt idx="5169">
                  <c:v>181.6</c:v>
                </c:pt>
                <c:pt idx="5170">
                  <c:v>182.1</c:v>
                </c:pt>
                <c:pt idx="5171">
                  <c:v>182.3</c:v>
                </c:pt>
                <c:pt idx="5172">
                  <c:v>182.1</c:v>
                </c:pt>
                <c:pt idx="5173">
                  <c:v>181.8</c:v>
                </c:pt>
                <c:pt idx="5174">
                  <c:v>181.6</c:v>
                </c:pt>
                <c:pt idx="5175">
                  <c:v>181.5</c:v>
                </c:pt>
                <c:pt idx="5176">
                  <c:v>181.7</c:v>
                </c:pt>
                <c:pt idx="5177">
                  <c:v>181.8</c:v>
                </c:pt>
                <c:pt idx="5178">
                  <c:v>181.6</c:v>
                </c:pt>
                <c:pt idx="5179">
                  <c:v>181.5</c:v>
                </c:pt>
                <c:pt idx="5180">
                  <c:v>180.9</c:v>
                </c:pt>
                <c:pt idx="5181">
                  <c:v>180.2</c:v>
                </c:pt>
                <c:pt idx="5182">
                  <c:v>180</c:v>
                </c:pt>
                <c:pt idx="5183">
                  <c:v>180.9</c:v>
                </c:pt>
                <c:pt idx="5184">
                  <c:v>180.9</c:v>
                </c:pt>
                <c:pt idx="5185">
                  <c:v>180.8</c:v>
                </c:pt>
                <c:pt idx="5186">
                  <c:v>180.9</c:v>
                </c:pt>
                <c:pt idx="5187">
                  <c:v>181.3</c:v>
                </c:pt>
                <c:pt idx="5188">
                  <c:v>180.6</c:v>
                </c:pt>
                <c:pt idx="5189">
                  <c:v>180.2</c:v>
                </c:pt>
                <c:pt idx="5190">
                  <c:v>180.3</c:v>
                </c:pt>
                <c:pt idx="5191">
                  <c:v>180.2</c:v>
                </c:pt>
                <c:pt idx="5192">
                  <c:v>180.1</c:v>
                </c:pt>
                <c:pt idx="5193">
                  <c:v>180.4</c:v>
                </c:pt>
                <c:pt idx="5194">
                  <c:v>180.5</c:v>
                </c:pt>
                <c:pt idx="5195">
                  <c:v>179.9</c:v>
                </c:pt>
                <c:pt idx="5196">
                  <c:v>180</c:v>
                </c:pt>
                <c:pt idx="5197">
                  <c:v>180</c:v>
                </c:pt>
                <c:pt idx="5198">
                  <c:v>179.6</c:v>
                </c:pt>
                <c:pt idx="5199">
                  <c:v>179.3</c:v>
                </c:pt>
                <c:pt idx="5200">
                  <c:v>179</c:v>
                </c:pt>
                <c:pt idx="5201">
                  <c:v>179</c:v>
                </c:pt>
                <c:pt idx="5202">
                  <c:v>179.1</c:v>
                </c:pt>
                <c:pt idx="5203">
                  <c:v>179</c:v>
                </c:pt>
                <c:pt idx="5204">
                  <c:v>179.1</c:v>
                </c:pt>
                <c:pt idx="5205">
                  <c:v>179.7</c:v>
                </c:pt>
                <c:pt idx="5206">
                  <c:v>180.2</c:v>
                </c:pt>
                <c:pt idx="5207">
                  <c:v>180.9</c:v>
                </c:pt>
                <c:pt idx="5208">
                  <c:v>181.3</c:v>
                </c:pt>
                <c:pt idx="5209">
                  <c:v>181.3</c:v>
                </c:pt>
                <c:pt idx="5210">
                  <c:v>181.3</c:v>
                </c:pt>
                <c:pt idx="5211">
                  <c:v>181.5</c:v>
                </c:pt>
                <c:pt idx="5212">
                  <c:v>182</c:v>
                </c:pt>
                <c:pt idx="5213">
                  <c:v>181.5</c:v>
                </c:pt>
                <c:pt idx="5214">
                  <c:v>181.6</c:v>
                </c:pt>
                <c:pt idx="5215">
                  <c:v>181.6</c:v>
                </c:pt>
                <c:pt idx="5216">
                  <c:v>181.8</c:v>
                </c:pt>
                <c:pt idx="5217">
                  <c:v>181.5</c:v>
                </c:pt>
                <c:pt idx="5218">
                  <c:v>180.8</c:v>
                </c:pt>
                <c:pt idx="5219">
                  <c:v>180.7</c:v>
                </c:pt>
                <c:pt idx="5220">
                  <c:v>180.8</c:v>
                </c:pt>
                <c:pt idx="5221">
                  <c:v>181.2</c:v>
                </c:pt>
                <c:pt idx="5222">
                  <c:v>181.6</c:v>
                </c:pt>
                <c:pt idx="5223">
                  <c:v>181.7</c:v>
                </c:pt>
                <c:pt idx="5224">
                  <c:v>181.1</c:v>
                </c:pt>
                <c:pt idx="5225">
                  <c:v>181.4</c:v>
                </c:pt>
                <c:pt idx="5226">
                  <c:v>180.5</c:v>
                </c:pt>
                <c:pt idx="5227">
                  <c:v>180.3</c:v>
                </c:pt>
                <c:pt idx="5228">
                  <c:v>180.8</c:v>
                </c:pt>
                <c:pt idx="5229">
                  <c:v>180.2</c:v>
                </c:pt>
                <c:pt idx="5230">
                  <c:v>179.7</c:v>
                </c:pt>
                <c:pt idx="5231">
                  <c:v>179.2</c:v>
                </c:pt>
                <c:pt idx="5232">
                  <c:v>179.3</c:v>
                </c:pt>
                <c:pt idx="5233">
                  <c:v>179.4</c:v>
                </c:pt>
                <c:pt idx="5234">
                  <c:v>179.1</c:v>
                </c:pt>
                <c:pt idx="5235">
                  <c:v>178.9</c:v>
                </c:pt>
                <c:pt idx="5236">
                  <c:v>178.8</c:v>
                </c:pt>
                <c:pt idx="5237">
                  <c:v>178.8</c:v>
                </c:pt>
                <c:pt idx="5238">
                  <c:v>178.8</c:v>
                </c:pt>
                <c:pt idx="5239">
                  <c:v>179</c:v>
                </c:pt>
                <c:pt idx="5240">
                  <c:v>179.8</c:v>
                </c:pt>
                <c:pt idx="5241">
                  <c:v>180.6</c:v>
                </c:pt>
                <c:pt idx="5242">
                  <c:v>181</c:v>
                </c:pt>
                <c:pt idx="5243">
                  <c:v>180.9</c:v>
                </c:pt>
                <c:pt idx="5244">
                  <c:v>181.1</c:v>
                </c:pt>
                <c:pt idx="5245">
                  <c:v>181.3</c:v>
                </c:pt>
                <c:pt idx="5246">
                  <c:v>181.9</c:v>
                </c:pt>
                <c:pt idx="5247">
                  <c:v>182.2</c:v>
                </c:pt>
                <c:pt idx="5248">
                  <c:v>181.6</c:v>
                </c:pt>
                <c:pt idx="5249">
                  <c:v>181.5</c:v>
                </c:pt>
                <c:pt idx="5250">
                  <c:v>181.5</c:v>
                </c:pt>
                <c:pt idx="5251">
                  <c:v>181.9</c:v>
                </c:pt>
                <c:pt idx="5252">
                  <c:v>181.5</c:v>
                </c:pt>
                <c:pt idx="5253">
                  <c:v>180.8</c:v>
                </c:pt>
                <c:pt idx="5254">
                  <c:v>180.4</c:v>
                </c:pt>
                <c:pt idx="5255">
                  <c:v>180.5</c:v>
                </c:pt>
                <c:pt idx="5256">
                  <c:v>180.8</c:v>
                </c:pt>
                <c:pt idx="5257">
                  <c:v>181.1</c:v>
                </c:pt>
                <c:pt idx="5258">
                  <c:v>180.6</c:v>
                </c:pt>
                <c:pt idx="5259">
                  <c:v>180.3</c:v>
                </c:pt>
                <c:pt idx="5260">
                  <c:v>180.6</c:v>
                </c:pt>
                <c:pt idx="5261">
                  <c:v>180.6</c:v>
                </c:pt>
                <c:pt idx="5262">
                  <c:v>181.2</c:v>
                </c:pt>
                <c:pt idx="5263">
                  <c:v>181.4</c:v>
                </c:pt>
                <c:pt idx="5264">
                  <c:v>181.4</c:v>
                </c:pt>
                <c:pt idx="5265">
                  <c:v>181.3</c:v>
                </c:pt>
                <c:pt idx="5266">
                  <c:v>181.1</c:v>
                </c:pt>
                <c:pt idx="5267">
                  <c:v>181</c:v>
                </c:pt>
                <c:pt idx="5268">
                  <c:v>180.8</c:v>
                </c:pt>
                <c:pt idx="5269">
                  <c:v>180.5</c:v>
                </c:pt>
                <c:pt idx="5270">
                  <c:v>180.2</c:v>
                </c:pt>
                <c:pt idx="5271">
                  <c:v>180.6</c:v>
                </c:pt>
                <c:pt idx="5272">
                  <c:v>180.4</c:v>
                </c:pt>
                <c:pt idx="5273">
                  <c:v>180.1</c:v>
                </c:pt>
                <c:pt idx="5274">
                  <c:v>179.6</c:v>
                </c:pt>
                <c:pt idx="5275">
                  <c:v>179.6</c:v>
                </c:pt>
                <c:pt idx="5276">
                  <c:v>180.4</c:v>
                </c:pt>
                <c:pt idx="5277">
                  <c:v>180.5</c:v>
                </c:pt>
                <c:pt idx="5278">
                  <c:v>180.2</c:v>
                </c:pt>
                <c:pt idx="5279">
                  <c:v>181.5</c:v>
                </c:pt>
                <c:pt idx="5280">
                  <c:v>181.7</c:v>
                </c:pt>
                <c:pt idx="5281">
                  <c:v>181.2</c:v>
                </c:pt>
                <c:pt idx="5282">
                  <c:v>180.6</c:v>
                </c:pt>
                <c:pt idx="5283">
                  <c:v>179.8</c:v>
                </c:pt>
                <c:pt idx="5284">
                  <c:v>179.8</c:v>
                </c:pt>
                <c:pt idx="5285">
                  <c:v>180.4</c:v>
                </c:pt>
                <c:pt idx="5286">
                  <c:v>180.3</c:v>
                </c:pt>
                <c:pt idx="5287">
                  <c:v>180.2</c:v>
                </c:pt>
                <c:pt idx="5288">
                  <c:v>179.7</c:v>
                </c:pt>
                <c:pt idx="5289">
                  <c:v>179.8</c:v>
                </c:pt>
                <c:pt idx="5290">
                  <c:v>180.1</c:v>
                </c:pt>
                <c:pt idx="5291">
                  <c:v>181.3</c:v>
                </c:pt>
                <c:pt idx="5292">
                  <c:v>181.5</c:v>
                </c:pt>
                <c:pt idx="5293">
                  <c:v>181.7</c:v>
                </c:pt>
                <c:pt idx="5294">
                  <c:v>182.2</c:v>
                </c:pt>
                <c:pt idx="5295">
                  <c:v>181.5</c:v>
                </c:pt>
                <c:pt idx="5296">
                  <c:v>180.7</c:v>
                </c:pt>
                <c:pt idx="5297">
                  <c:v>180.3</c:v>
                </c:pt>
                <c:pt idx="5298">
                  <c:v>180.5</c:v>
                </c:pt>
                <c:pt idx="5299">
                  <c:v>180.9</c:v>
                </c:pt>
                <c:pt idx="5300">
                  <c:v>180.6</c:v>
                </c:pt>
                <c:pt idx="5301">
                  <c:v>181</c:v>
                </c:pt>
                <c:pt idx="5302">
                  <c:v>180.6</c:v>
                </c:pt>
                <c:pt idx="5303">
                  <c:v>180.3</c:v>
                </c:pt>
                <c:pt idx="5304">
                  <c:v>180.3</c:v>
                </c:pt>
                <c:pt idx="5305">
                  <c:v>180.2</c:v>
                </c:pt>
                <c:pt idx="5306">
                  <c:v>179.9</c:v>
                </c:pt>
                <c:pt idx="5307">
                  <c:v>179.6</c:v>
                </c:pt>
                <c:pt idx="5308">
                  <c:v>179.9</c:v>
                </c:pt>
                <c:pt idx="5309">
                  <c:v>179.5</c:v>
                </c:pt>
                <c:pt idx="5310">
                  <c:v>179.3</c:v>
                </c:pt>
                <c:pt idx="5311">
                  <c:v>179.2</c:v>
                </c:pt>
                <c:pt idx="5312">
                  <c:v>179.2</c:v>
                </c:pt>
                <c:pt idx="5313">
                  <c:v>179.6</c:v>
                </c:pt>
                <c:pt idx="5314">
                  <c:v>179.8</c:v>
                </c:pt>
                <c:pt idx="5315">
                  <c:v>180.1</c:v>
                </c:pt>
                <c:pt idx="5316">
                  <c:v>180.4</c:v>
                </c:pt>
                <c:pt idx="5317">
                  <c:v>180.7</c:v>
                </c:pt>
                <c:pt idx="5318">
                  <c:v>180.4</c:v>
                </c:pt>
                <c:pt idx="5319">
                  <c:v>180.8</c:v>
                </c:pt>
                <c:pt idx="5320">
                  <c:v>180.9</c:v>
                </c:pt>
                <c:pt idx="5321">
                  <c:v>181</c:v>
                </c:pt>
                <c:pt idx="5322">
                  <c:v>181.3</c:v>
                </c:pt>
                <c:pt idx="5323">
                  <c:v>181.7</c:v>
                </c:pt>
                <c:pt idx="5324">
                  <c:v>181.3</c:v>
                </c:pt>
                <c:pt idx="5325">
                  <c:v>181.9</c:v>
                </c:pt>
                <c:pt idx="5326">
                  <c:v>182.3</c:v>
                </c:pt>
                <c:pt idx="5327">
                  <c:v>182.1</c:v>
                </c:pt>
                <c:pt idx="5328">
                  <c:v>181.2</c:v>
                </c:pt>
                <c:pt idx="5329">
                  <c:v>181</c:v>
                </c:pt>
                <c:pt idx="5330">
                  <c:v>181.3</c:v>
                </c:pt>
                <c:pt idx="5331">
                  <c:v>182</c:v>
                </c:pt>
                <c:pt idx="5332">
                  <c:v>182.8</c:v>
                </c:pt>
                <c:pt idx="5333">
                  <c:v>182.5</c:v>
                </c:pt>
                <c:pt idx="5334">
                  <c:v>182.2</c:v>
                </c:pt>
                <c:pt idx="5335">
                  <c:v>182.3</c:v>
                </c:pt>
                <c:pt idx="5336">
                  <c:v>182.2</c:v>
                </c:pt>
                <c:pt idx="5337">
                  <c:v>181.9</c:v>
                </c:pt>
                <c:pt idx="5338">
                  <c:v>181.5</c:v>
                </c:pt>
                <c:pt idx="5339">
                  <c:v>180.7</c:v>
                </c:pt>
                <c:pt idx="5340">
                  <c:v>181</c:v>
                </c:pt>
                <c:pt idx="5341">
                  <c:v>181.1</c:v>
                </c:pt>
                <c:pt idx="5342">
                  <c:v>180.9</c:v>
                </c:pt>
                <c:pt idx="5343">
                  <c:v>180.7</c:v>
                </c:pt>
                <c:pt idx="5344">
                  <c:v>180.3</c:v>
                </c:pt>
                <c:pt idx="5345">
                  <c:v>179.8</c:v>
                </c:pt>
                <c:pt idx="5346">
                  <c:v>179.9</c:v>
                </c:pt>
                <c:pt idx="5347">
                  <c:v>179.7</c:v>
                </c:pt>
                <c:pt idx="5348">
                  <c:v>179.6</c:v>
                </c:pt>
                <c:pt idx="5349">
                  <c:v>180</c:v>
                </c:pt>
                <c:pt idx="5350">
                  <c:v>180.1</c:v>
                </c:pt>
                <c:pt idx="5351">
                  <c:v>180.2</c:v>
                </c:pt>
                <c:pt idx="5352">
                  <c:v>179.8</c:v>
                </c:pt>
                <c:pt idx="5353">
                  <c:v>179.7</c:v>
                </c:pt>
                <c:pt idx="5354">
                  <c:v>180.2</c:v>
                </c:pt>
                <c:pt idx="5355">
                  <c:v>180.8</c:v>
                </c:pt>
                <c:pt idx="5356">
                  <c:v>180.3</c:v>
                </c:pt>
                <c:pt idx="5357">
                  <c:v>179.7</c:v>
                </c:pt>
                <c:pt idx="5358">
                  <c:v>179.5</c:v>
                </c:pt>
                <c:pt idx="5359">
                  <c:v>179.8</c:v>
                </c:pt>
                <c:pt idx="5360">
                  <c:v>179.8</c:v>
                </c:pt>
                <c:pt idx="5361">
                  <c:v>180.1</c:v>
                </c:pt>
                <c:pt idx="5362">
                  <c:v>180.3</c:v>
                </c:pt>
                <c:pt idx="5363">
                  <c:v>181</c:v>
                </c:pt>
                <c:pt idx="5364">
                  <c:v>180.8</c:v>
                </c:pt>
                <c:pt idx="5365">
                  <c:v>180.5</c:v>
                </c:pt>
                <c:pt idx="5366">
                  <c:v>180.9</c:v>
                </c:pt>
                <c:pt idx="5367">
                  <c:v>181.2</c:v>
                </c:pt>
                <c:pt idx="5368">
                  <c:v>181.2</c:v>
                </c:pt>
                <c:pt idx="5369">
                  <c:v>180.9</c:v>
                </c:pt>
                <c:pt idx="5370">
                  <c:v>180.9</c:v>
                </c:pt>
                <c:pt idx="5371">
                  <c:v>180.9</c:v>
                </c:pt>
                <c:pt idx="5372">
                  <c:v>180.6</c:v>
                </c:pt>
                <c:pt idx="5373">
                  <c:v>180.7</c:v>
                </c:pt>
                <c:pt idx="5374">
                  <c:v>180.9</c:v>
                </c:pt>
                <c:pt idx="5375">
                  <c:v>181.5</c:v>
                </c:pt>
                <c:pt idx="5376">
                  <c:v>182.9</c:v>
                </c:pt>
                <c:pt idx="5377">
                  <c:v>183.4</c:v>
                </c:pt>
                <c:pt idx="5378">
                  <c:v>184.4</c:v>
                </c:pt>
                <c:pt idx="5379">
                  <c:v>185.3</c:v>
                </c:pt>
                <c:pt idx="5380">
                  <c:v>185.9</c:v>
                </c:pt>
                <c:pt idx="5381">
                  <c:v>186.9</c:v>
                </c:pt>
                <c:pt idx="5382">
                  <c:v>187.7</c:v>
                </c:pt>
                <c:pt idx="5383">
                  <c:v>188.5</c:v>
                </c:pt>
                <c:pt idx="5384">
                  <c:v>190.5</c:v>
                </c:pt>
                <c:pt idx="5385">
                  <c:v>191.2</c:v>
                </c:pt>
                <c:pt idx="5386">
                  <c:v>192.5</c:v>
                </c:pt>
                <c:pt idx="5387">
                  <c:v>193.2</c:v>
                </c:pt>
                <c:pt idx="5388">
                  <c:v>194.3</c:v>
                </c:pt>
                <c:pt idx="5389">
                  <c:v>194.8</c:v>
                </c:pt>
                <c:pt idx="5390">
                  <c:v>195.5</c:v>
                </c:pt>
                <c:pt idx="5391">
                  <c:v>196</c:v>
                </c:pt>
                <c:pt idx="5392">
                  <c:v>196.9</c:v>
                </c:pt>
                <c:pt idx="5393">
                  <c:v>197</c:v>
                </c:pt>
                <c:pt idx="5394">
                  <c:v>197.1</c:v>
                </c:pt>
                <c:pt idx="5395">
                  <c:v>197.3</c:v>
                </c:pt>
                <c:pt idx="5396">
                  <c:v>197.4</c:v>
                </c:pt>
                <c:pt idx="5397">
                  <c:v>197.8</c:v>
                </c:pt>
                <c:pt idx="5398">
                  <c:v>199.5</c:v>
                </c:pt>
                <c:pt idx="5399">
                  <c:v>199.9</c:v>
                </c:pt>
                <c:pt idx="5400">
                  <c:v>199.9</c:v>
                </c:pt>
                <c:pt idx="5401">
                  <c:v>199.9</c:v>
                </c:pt>
                <c:pt idx="5402">
                  <c:v>200.9</c:v>
                </c:pt>
                <c:pt idx="5403">
                  <c:v>201.3</c:v>
                </c:pt>
                <c:pt idx="5404">
                  <c:v>201.8</c:v>
                </c:pt>
                <c:pt idx="5405">
                  <c:v>201.4</c:v>
                </c:pt>
                <c:pt idx="5406">
                  <c:v>200.9</c:v>
                </c:pt>
                <c:pt idx="5407">
                  <c:v>200.7</c:v>
                </c:pt>
                <c:pt idx="5408">
                  <c:v>200.9</c:v>
                </c:pt>
                <c:pt idx="5409">
                  <c:v>201.2</c:v>
                </c:pt>
                <c:pt idx="5410">
                  <c:v>201.1</c:v>
                </c:pt>
                <c:pt idx="5411">
                  <c:v>201.3</c:v>
                </c:pt>
                <c:pt idx="5412">
                  <c:v>201.9</c:v>
                </c:pt>
                <c:pt idx="5413">
                  <c:v>201.8</c:v>
                </c:pt>
                <c:pt idx="5414">
                  <c:v>201.6</c:v>
                </c:pt>
                <c:pt idx="5415">
                  <c:v>201</c:v>
                </c:pt>
                <c:pt idx="5416">
                  <c:v>200.4</c:v>
                </c:pt>
                <c:pt idx="5417">
                  <c:v>200.6</c:v>
                </c:pt>
                <c:pt idx="5418">
                  <c:v>201</c:v>
                </c:pt>
                <c:pt idx="5419">
                  <c:v>200.9</c:v>
                </c:pt>
                <c:pt idx="5420">
                  <c:v>200.8</c:v>
                </c:pt>
                <c:pt idx="5421">
                  <c:v>202.2</c:v>
                </c:pt>
                <c:pt idx="5422">
                  <c:v>201.8</c:v>
                </c:pt>
                <c:pt idx="5423">
                  <c:v>201.1</c:v>
                </c:pt>
                <c:pt idx="5424">
                  <c:v>201.2</c:v>
                </c:pt>
                <c:pt idx="5425">
                  <c:v>200.7</c:v>
                </c:pt>
                <c:pt idx="5426">
                  <c:v>200.2</c:v>
                </c:pt>
                <c:pt idx="5427">
                  <c:v>200.9</c:v>
                </c:pt>
                <c:pt idx="5428">
                  <c:v>200.6</c:v>
                </c:pt>
                <c:pt idx="5429">
                  <c:v>200.8</c:v>
                </c:pt>
                <c:pt idx="5430">
                  <c:v>200.1</c:v>
                </c:pt>
                <c:pt idx="5431">
                  <c:v>200.1</c:v>
                </c:pt>
                <c:pt idx="5432">
                  <c:v>200</c:v>
                </c:pt>
                <c:pt idx="5433">
                  <c:v>200.2</c:v>
                </c:pt>
                <c:pt idx="5434">
                  <c:v>200.6</c:v>
                </c:pt>
                <c:pt idx="5435">
                  <c:v>200.7</c:v>
                </c:pt>
                <c:pt idx="5436">
                  <c:v>200</c:v>
                </c:pt>
                <c:pt idx="5437">
                  <c:v>199.8</c:v>
                </c:pt>
                <c:pt idx="5438">
                  <c:v>200.5</c:v>
                </c:pt>
                <c:pt idx="5439">
                  <c:v>200.2</c:v>
                </c:pt>
                <c:pt idx="5440">
                  <c:v>200.9</c:v>
                </c:pt>
                <c:pt idx="5441">
                  <c:v>200.6</c:v>
                </c:pt>
                <c:pt idx="5442">
                  <c:v>200.7</c:v>
                </c:pt>
                <c:pt idx="5443">
                  <c:v>200.8</c:v>
                </c:pt>
                <c:pt idx="5444">
                  <c:v>200.7</c:v>
                </c:pt>
                <c:pt idx="5445">
                  <c:v>200.3</c:v>
                </c:pt>
                <c:pt idx="5446">
                  <c:v>200.5</c:v>
                </c:pt>
                <c:pt idx="5447">
                  <c:v>200.1</c:v>
                </c:pt>
                <c:pt idx="5448">
                  <c:v>199.9</c:v>
                </c:pt>
                <c:pt idx="5449">
                  <c:v>199.5</c:v>
                </c:pt>
                <c:pt idx="5450">
                  <c:v>199.7</c:v>
                </c:pt>
                <c:pt idx="5451">
                  <c:v>200.2</c:v>
                </c:pt>
                <c:pt idx="5452">
                  <c:v>199.8</c:v>
                </c:pt>
                <c:pt idx="5453">
                  <c:v>199.2</c:v>
                </c:pt>
                <c:pt idx="5454">
                  <c:v>198.7</c:v>
                </c:pt>
                <c:pt idx="5455">
                  <c:v>198.5</c:v>
                </c:pt>
                <c:pt idx="5456">
                  <c:v>198.7</c:v>
                </c:pt>
                <c:pt idx="5457">
                  <c:v>198.9</c:v>
                </c:pt>
                <c:pt idx="5458">
                  <c:v>198.7</c:v>
                </c:pt>
                <c:pt idx="5459">
                  <c:v>198.5</c:v>
                </c:pt>
                <c:pt idx="5460">
                  <c:v>198.5</c:v>
                </c:pt>
                <c:pt idx="5461">
                  <c:v>198.7</c:v>
                </c:pt>
                <c:pt idx="5462">
                  <c:v>199.1</c:v>
                </c:pt>
                <c:pt idx="5463">
                  <c:v>199.5</c:v>
                </c:pt>
                <c:pt idx="5464">
                  <c:v>199.8</c:v>
                </c:pt>
                <c:pt idx="5465">
                  <c:v>200.2</c:v>
                </c:pt>
                <c:pt idx="5466">
                  <c:v>201.2</c:v>
                </c:pt>
                <c:pt idx="5467">
                  <c:v>201.2</c:v>
                </c:pt>
                <c:pt idx="5468">
                  <c:v>201.3</c:v>
                </c:pt>
                <c:pt idx="5469">
                  <c:v>201.3</c:v>
                </c:pt>
                <c:pt idx="5470">
                  <c:v>200.9</c:v>
                </c:pt>
                <c:pt idx="5471">
                  <c:v>200.9</c:v>
                </c:pt>
                <c:pt idx="5472">
                  <c:v>200.9</c:v>
                </c:pt>
                <c:pt idx="5473">
                  <c:v>201.2</c:v>
                </c:pt>
                <c:pt idx="5474">
                  <c:v>200.7</c:v>
                </c:pt>
                <c:pt idx="5475">
                  <c:v>200.4</c:v>
                </c:pt>
                <c:pt idx="5476">
                  <c:v>199.9</c:v>
                </c:pt>
                <c:pt idx="5477">
                  <c:v>199.2</c:v>
                </c:pt>
                <c:pt idx="5478">
                  <c:v>198.9</c:v>
                </c:pt>
                <c:pt idx="5479">
                  <c:v>198.7</c:v>
                </c:pt>
                <c:pt idx="5480">
                  <c:v>198.6</c:v>
                </c:pt>
                <c:pt idx="5481">
                  <c:v>199.1</c:v>
                </c:pt>
                <c:pt idx="5482">
                  <c:v>199.7</c:v>
                </c:pt>
                <c:pt idx="5483">
                  <c:v>201.1</c:v>
                </c:pt>
                <c:pt idx="5484">
                  <c:v>201.4</c:v>
                </c:pt>
                <c:pt idx="5485">
                  <c:v>201.7</c:v>
                </c:pt>
                <c:pt idx="5486">
                  <c:v>201.6</c:v>
                </c:pt>
                <c:pt idx="5487">
                  <c:v>201.2</c:v>
                </c:pt>
                <c:pt idx="5488">
                  <c:v>201.7</c:v>
                </c:pt>
                <c:pt idx="5489">
                  <c:v>201.8</c:v>
                </c:pt>
                <c:pt idx="5490">
                  <c:v>201</c:v>
                </c:pt>
                <c:pt idx="5491">
                  <c:v>200.8</c:v>
                </c:pt>
                <c:pt idx="5492">
                  <c:v>200.2</c:v>
                </c:pt>
                <c:pt idx="5493">
                  <c:v>199.7</c:v>
                </c:pt>
                <c:pt idx="5494">
                  <c:v>199.5</c:v>
                </c:pt>
                <c:pt idx="5495">
                  <c:v>199.6</c:v>
                </c:pt>
                <c:pt idx="5496">
                  <c:v>200.1</c:v>
                </c:pt>
                <c:pt idx="5497">
                  <c:v>199.9</c:v>
                </c:pt>
                <c:pt idx="5498">
                  <c:v>199.4</c:v>
                </c:pt>
                <c:pt idx="5499">
                  <c:v>199.6</c:v>
                </c:pt>
                <c:pt idx="5500">
                  <c:v>199.8</c:v>
                </c:pt>
                <c:pt idx="5501">
                  <c:v>199.9</c:v>
                </c:pt>
                <c:pt idx="5502">
                  <c:v>200.3</c:v>
                </c:pt>
                <c:pt idx="5503">
                  <c:v>200.1</c:v>
                </c:pt>
                <c:pt idx="5504">
                  <c:v>199.8</c:v>
                </c:pt>
                <c:pt idx="5505">
                  <c:v>200.7</c:v>
                </c:pt>
                <c:pt idx="5506">
                  <c:v>201.7</c:v>
                </c:pt>
                <c:pt idx="5507">
                  <c:v>201.7</c:v>
                </c:pt>
                <c:pt idx="5508">
                  <c:v>201.6</c:v>
                </c:pt>
                <c:pt idx="5509">
                  <c:v>201.6</c:v>
                </c:pt>
                <c:pt idx="5510">
                  <c:v>201.3</c:v>
                </c:pt>
                <c:pt idx="5511">
                  <c:v>200.6</c:v>
                </c:pt>
                <c:pt idx="5512">
                  <c:v>201.4</c:v>
                </c:pt>
                <c:pt idx="5513">
                  <c:v>201.7</c:v>
                </c:pt>
                <c:pt idx="5514">
                  <c:v>201.1</c:v>
                </c:pt>
                <c:pt idx="5515">
                  <c:v>201.6</c:v>
                </c:pt>
                <c:pt idx="5516">
                  <c:v>201.1</c:v>
                </c:pt>
                <c:pt idx="5517">
                  <c:v>200.3</c:v>
                </c:pt>
                <c:pt idx="5518">
                  <c:v>200.2</c:v>
                </c:pt>
                <c:pt idx="5519">
                  <c:v>200.2</c:v>
                </c:pt>
                <c:pt idx="5520">
                  <c:v>200.2</c:v>
                </c:pt>
                <c:pt idx="5521">
                  <c:v>200.3</c:v>
                </c:pt>
                <c:pt idx="5522">
                  <c:v>200.2</c:v>
                </c:pt>
                <c:pt idx="5523">
                  <c:v>199.8</c:v>
                </c:pt>
                <c:pt idx="5524">
                  <c:v>200.2</c:v>
                </c:pt>
                <c:pt idx="5525">
                  <c:v>199.5</c:v>
                </c:pt>
                <c:pt idx="5526">
                  <c:v>199</c:v>
                </c:pt>
                <c:pt idx="5527">
                  <c:v>199.4</c:v>
                </c:pt>
                <c:pt idx="5528">
                  <c:v>199.8</c:v>
                </c:pt>
                <c:pt idx="5529">
                  <c:v>199.9</c:v>
                </c:pt>
                <c:pt idx="5530">
                  <c:v>199.4</c:v>
                </c:pt>
                <c:pt idx="5531">
                  <c:v>199.5</c:v>
                </c:pt>
                <c:pt idx="5532">
                  <c:v>199.9</c:v>
                </c:pt>
                <c:pt idx="5533">
                  <c:v>200.6</c:v>
                </c:pt>
                <c:pt idx="5534">
                  <c:v>200.9</c:v>
                </c:pt>
                <c:pt idx="5535">
                  <c:v>201.3</c:v>
                </c:pt>
                <c:pt idx="5536">
                  <c:v>200.5</c:v>
                </c:pt>
                <c:pt idx="5537">
                  <c:v>200.5</c:v>
                </c:pt>
                <c:pt idx="5538">
                  <c:v>200.3</c:v>
                </c:pt>
                <c:pt idx="5539">
                  <c:v>199.5</c:v>
                </c:pt>
                <c:pt idx="5540">
                  <c:v>200.1</c:v>
                </c:pt>
                <c:pt idx="5541">
                  <c:v>200.1</c:v>
                </c:pt>
                <c:pt idx="5542">
                  <c:v>199.9</c:v>
                </c:pt>
                <c:pt idx="5543">
                  <c:v>200</c:v>
                </c:pt>
                <c:pt idx="5544">
                  <c:v>199.8</c:v>
                </c:pt>
                <c:pt idx="5545">
                  <c:v>200.5</c:v>
                </c:pt>
                <c:pt idx="5546">
                  <c:v>200.6</c:v>
                </c:pt>
                <c:pt idx="5547">
                  <c:v>200.7</c:v>
                </c:pt>
                <c:pt idx="5548">
                  <c:v>200.2</c:v>
                </c:pt>
                <c:pt idx="5549">
                  <c:v>199.6</c:v>
                </c:pt>
                <c:pt idx="5550">
                  <c:v>199.6</c:v>
                </c:pt>
                <c:pt idx="5551">
                  <c:v>199.5</c:v>
                </c:pt>
                <c:pt idx="5552">
                  <c:v>199.7</c:v>
                </c:pt>
                <c:pt idx="5553">
                  <c:v>199.5</c:v>
                </c:pt>
                <c:pt idx="5554">
                  <c:v>199.7</c:v>
                </c:pt>
                <c:pt idx="5555">
                  <c:v>199.4</c:v>
                </c:pt>
                <c:pt idx="5556">
                  <c:v>200</c:v>
                </c:pt>
                <c:pt idx="5557">
                  <c:v>200.7</c:v>
                </c:pt>
                <c:pt idx="5558">
                  <c:v>201.3</c:v>
                </c:pt>
                <c:pt idx="5559">
                  <c:v>202.8</c:v>
                </c:pt>
                <c:pt idx="5560">
                  <c:v>203.6</c:v>
                </c:pt>
                <c:pt idx="5561">
                  <c:v>203.9</c:v>
                </c:pt>
                <c:pt idx="5562">
                  <c:v>204.4</c:v>
                </c:pt>
                <c:pt idx="5563">
                  <c:v>205.9</c:v>
                </c:pt>
                <c:pt idx="5564">
                  <c:v>207.4</c:v>
                </c:pt>
                <c:pt idx="5565">
                  <c:v>208.6</c:v>
                </c:pt>
                <c:pt idx="5566">
                  <c:v>208.9</c:v>
                </c:pt>
                <c:pt idx="5567">
                  <c:v>209.6</c:v>
                </c:pt>
                <c:pt idx="5568">
                  <c:v>210.5</c:v>
                </c:pt>
                <c:pt idx="5569">
                  <c:v>212.1</c:v>
                </c:pt>
                <c:pt idx="5570">
                  <c:v>212.5</c:v>
                </c:pt>
                <c:pt idx="5571">
                  <c:v>212.8</c:v>
                </c:pt>
                <c:pt idx="5572">
                  <c:v>213.6</c:v>
                </c:pt>
                <c:pt idx="5573">
                  <c:v>213.8</c:v>
                </c:pt>
                <c:pt idx="5574">
                  <c:v>213.9</c:v>
                </c:pt>
                <c:pt idx="5575">
                  <c:v>214.1</c:v>
                </c:pt>
                <c:pt idx="5576">
                  <c:v>214.4</c:v>
                </c:pt>
                <c:pt idx="5577">
                  <c:v>215.2</c:v>
                </c:pt>
                <c:pt idx="5578">
                  <c:v>216.7</c:v>
                </c:pt>
                <c:pt idx="5579">
                  <c:v>216.9</c:v>
                </c:pt>
                <c:pt idx="5580">
                  <c:v>216.9</c:v>
                </c:pt>
                <c:pt idx="5581">
                  <c:v>216.9</c:v>
                </c:pt>
                <c:pt idx="5582">
                  <c:v>216.9</c:v>
                </c:pt>
                <c:pt idx="5583">
                  <c:v>217</c:v>
                </c:pt>
                <c:pt idx="5584">
                  <c:v>217.5</c:v>
                </c:pt>
                <c:pt idx="5585">
                  <c:v>218.1</c:v>
                </c:pt>
                <c:pt idx="5586">
                  <c:v>219</c:v>
                </c:pt>
                <c:pt idx="5587">
                  <c:v>219</c:v>
                </c:pt>
                <c:pt idx="5588">
                  <c:v>218.9</c:v>
                </c:pt>
                <c:pt idx="5589">
                  <c:v>218.8</c:v>
                </c:pt>
                <c:pt idx="5590">
                  <c:v>218.7</c:v>
                </c:pt>
                <c:pt idx="5591">
                  <c:v>218.8</c:v>
                </c:pt>
                <c:pt idx="5592">
                  <c:v>220</c:v>
                </c:pt>
                <c:pt idx="5593">
                  <c:v>220.1</c:v>
                </c:pt>
                <c:pt idx="5594">
                  <c:v>221.2</c:v>
                </c:pt>
                <c:pt idx="5595">
                  <c:v>221.1</c:v>
                </c:pt>
                <c:pt idx="5596">
                  <c:v>221</c:v>
                </c:pt>
                <c:pt idx="5597">
                  <c:v>221.2</c:v>
                </c:pt>
                <c:pt idx="5598">
                  <c:v>221.2</c:v>
                </c:pt>
                <c:pt idx="5599">
                  <c:v>222</c:v>
                </c:pt>
                <c:pt idx="5600">
                  <c:v>222.2</c:v>
                </c:pt>
                <c:pt idx="5601">
                  <c:v>221.3</c:v>
                </c:pt>
                <c:pt idx="5602">
                  <c:v>220.9</c:v>
                </c:pt>
                <c:pt idx="5603">
                  <c:v>220.8</c:v>
                </c:pt>
                <c:pt idx="5604">
                  <c:v>220.4</c:v>
                </c:pt>
                <c:pt idx="5605">
                  <c:v>221</c:v>
                </c:pt>
                <c:pt idx="5606">
                  <c:v>222.7</c:v>
                </c:pt>
                <c:pt idx="5607">
                  <c:v>222.3</c:v>
                </c:pt>
                <c:pt idx="5608">
                  <c:v>221.5</c:v>
                </c:pt>
                <c:pt idx="5609">
                  <c:v>221.3</c:v>
                </c:pt>
                <c:pt idx="5610">
                  <c:v>221.1</c:v>
                </c:pt>
                <c:pt idx="5611">
                  <c:v>220.7</c:v>
                </c:pt>
                <c:pt idx="5612">
                  <c:v>220.3</c:v>
                </c:pt>
                <c:pt idx="5613">
                  <c:v>222</c:v>
                </c:pt>
                <c:pt idx="5614">
                  <c:v>221.2</c:v>
                </c:pt>
                <c:pt idx="5615">
                  <c:v>220.8</c:v>
                </c:pt>
                <c:pt idx="5616">
                  <c:v>220</c:v>
                </c:pt>
                <c:pt idx="5617">
                  <c:v>219.3</c:v>
                </c:pt>
                <c:pt idx="5618">
                  <c:v>219</c:v>
                </c:pt>
                <c:pt idx="5619">
                  <c:v>219.1</c:v>
                </c:pt>
                <c:pt idx="5620">
                  <c:v>218.6</c:v>
                </c:pt>
                <c:pt idx="5621">
                  <c:v>218.4</c:v>
                </c:pt>
                <c:pt idx="5622">
                  <c:v>220.1</c:v>
                </c:pt>
                <c:pt idx="5623">
                  <c:v>220.8</c:v>
                </c:pt>
                <c:pt idx="5624">
                  <c:v>221</c:v>
                </c:pt>
                <c:pt idx="5625">
                  <c:v>221</c:v>
                </c:pt>
                <c:pt idx="5626">
                  <c:v>220.5</c:v>
                </c:pt>
                <c:pt idx="5627">
                  <c:v>220.2</c:v>
                </c:pt>
                <c:pt idx="5628">
                  <c:v>220.2</c:v>
                </c:pt>
                <c:pt idx="5629">
                  <c:v>220</c:v>
                </c:pt>
                <c:pt idx="5630">
                  <c:v>219.8</c:v>
                </c:pt>
                <c:pt idx="5631">
                  <c:v>220</c:v>
                </c:pt>
                <c:pt idx="5632">
                  <c:v>219.8</c:v>
                </c:pt>
                <c:pt idx="5633">
                  <c:v>219.7</c:v>
                </c:pt>
                <c:pt idx="5634">
                  <c:v>219.5</c:v>
                </c:pt>
                <c:pt idx="5635">
                  <c:v>219.1</c:v>
                </c:pt>
                <c:pt idx="5636">
                  <c:v>219.1</c:v>
                </c:pt>
                <c:pt idx="5637">
                  <c:v>219</c:v>
                </c:pt>
                <c:pt idx="5638">
                  <c:v>218.6</c:v>
                </c:pt>
                <c:pt idx="5639">
                  <c:v>218.6</c:v>
                </c:pt>
                <c:pt idx="5640">
                  <c:v>219.7</c:v>
                </c:pt>
                <c:pt idx="5641">
                  <c:v>219.7</c:v>
                </c:pt>
                <c:pt idx="5642">
                  <c:v>219.2</c:v>
                </c:pt>
                <c:pt idx="5643">
                  <c:v>219.7</c:v>
                </c:pt>
                <c:pt idx="5644">
                  <c:v>219.4</c:v>
                </c:pt>
                <c:pt idx="5645">
                  <c:v>219.4</c:v>
                </c:pt>
                <c:pt idx="5646">
                  <c:v>220.3</c:v>
                </c:pt>
                <c:pt idx="5647">
                  <c:v>219.9</c:v>
                </c:pt>
                <c:pt idx="5648">
                  <c:v>219.7</c:v>
                </c:pt>
                <c:pt idx="5649">
                  <c:v>219.2</c:v>
                </c:pt>
                <c:pt idx="5650">
                  <c:v>219.5</c:v>
                </c:pt>
                <c:pt idx="5651">
                  <c:v>219.6</c:v>
                </c:pt>
                <c:pt idx="5652">
                  <c:v>220</c:v>
                </c:pt>
                <c:pt idx="5653">
                  <c:v>220</c:v>
                </c:pt>
                <c:pt idx="5654">
                  <c:v>220.6</c:v>
                </c:pt>
                <c:pt idx="5655">
                  <c:v>221.1</c:v>
                </c:pt>
                <c:pt idx="5656">
                  <c:v>220.5</c:v>
                </c:pt>
                <c:pt idx="5657">
                  <c:v>220.6</c:v>
                </c:pt>
                <c:pt idx="5658">
                  <c:v>220.5</c:v>
                </c:pt>
                <c:pt idx="5659">
                  <c:v>220.2</c:v>
                </c:pt>
                <c:pt idx="5660">
                  <c:v>220.4</c:v>
                </c:pt>
                <c:pt idx="5661">
                  <c:v>219.7</c:v>
                </c:pt>
                <c:pt idx="5662">
                  <c:v>219.8</c:v>
                </c:pt>
                <c:pt idx="5663">
                  <c:v>220</c:v>
                </c:pt>
                <c:pt idx="5664">
                  <c:v>220.7</c:v>
                </c:pt>
                <c:pt idx="5665">
                  <c:v>220.3</c:v>
                </c:pt>
                <c:pt idx="5666">
                  <c:v>220.2</c:v>
                </c:pt>
                <c:pt idx="5667">
                  <c:v>221.1</c:v>
                </c:pt>
                <c:pt idx="5668">
                  <c:v>221.4</c:v>
                </c:pt>
                <c:pt idx="5669">
                  <c:v>222.4</c:v>
                </c:pt>
                <c:pt idx="5670">
                  <c:v>222.6</c:v>
                </c:pt>
                <c:pt idx="5671">
                  <c:v>222.1</c:v>
                </c:pt>
                <c:pt idx="5672">
                  <c:v>220.9</c:v>
                </c:pt>
                <c:pt idx="5673">
                  <c:v>220.6</c:v>
                </c:pt>
                <c:pt idx="5674">
                  <c:v>220.3</c:v>
                </c:pt>
                <c:pt idx="5675">
                  <c:v>220.3</c:v>
                </c:pt>
                <c:pt idx="5676">
                  <c:v>220.8</c:v>
                </c:pt>
                <c:pt idx="5677">
                  <c:v>221.1</c:v>
                </c:pt>
                <c:pt idx="5678">
                  <c:v>220.4</c:v>
                </c:pt>
                <c:pt idx="5679">
                  <c:v>219.8</c:v>
                </c:pt>
                <c:pt idx="5680">
                  <c:v>219.6</c:v>
                </c:pt>
                <c:pt idx="5681">
                  <c:v>219.7</c:v>
                </c:pt>
                <c:pt idx="5682">
                  <c:v>219.2</c:v>
                </c:pt>
                <c:pt idx="5683">
                  <c:v>219.2</c:v>
                </c:pt>
                <c:pt idx="5684">
                  <c:v>219.1</c:v>
                </c:pt>
                <c:pt idx="5685">
                  <c:v>219.3</c:v>
                </c:pt>
                <c:pt idx="5686">
                  <c:v>219.1</c:v>
                </c:pt>
                <c:pt idx="5687">
                  <c:v>219</c:v>
                </c:pt>
                <c:pt idx="5688">
                  <c:v>218.9</c:v>
                </c:pt>
                <c:pt idx="5689">
                  <c:v>219</c:v>
                </c:pt>
                <c:pt idx="5690">
                  <c:v>219.1</c:v>
                </c:pt>
                <c:pt idx="5691">
                  <c:v>219.3</c:v>
                </c:pt>
                <c:pt idx="5692">
                  <c:v>219.3</c:v>
                </c:pt>
                <c:pt idx="5693">
                  <c:v>219.8</c:v>
                </c:pt>
                <c:pt idx="5694">
                  <c:v>220.4</c:v>
                </c:pt>
                <c:pt idx="5695">
                  <c:v>219.7</c:v>
                </c:pt>
                <c:pt idx="5696">
                  <c:v>219.3</c:v>
                </c:pt>
                <c:pt idx="5697">
                  <c:v>219.4</c:v>
                </c:pt>
                <c:pt idx="5698">
                  <c:v>219.1</c:v>
                </c:pt>
                <c:pt idx="5699">
                  <c:v>218.6</c:v>
                </c:pt>
                <c:pt idx="5700">
                  <c:v>219</c:v>
                </c:pt>
                <c:pt idx="5701">
                  <c:v>218.5</c:v>
                </c:pt>
                <c:pt idx="5702">
                  <c:v>218.1</c:v>
                </c:pt>
                <c:pt idx="5703">
                  <c:v>217.7</c:v>
                </c:pt>
                <c:pt idx="5704">
                  <c:v>217.6</c:v>
                </c:pt>
                <c:pt idx="5705">
                  <c:v>217.8</c:v>
                </c:pt>
                <c:pt idx="5706">
                  <c:v>218.3</c:v>
                </c:pt>
                <c:pt idx="5707">
                  <c:v>218.2</c:v>
                </c:pt>
                <c:pt idx="5708">
                  <c:v>218</c:v>
                </c:pt>
                <c:pt idx="5709">
                  <c:v>217.9</c:v>
                </c:pt>
                <c:pt idx="5710">
                  <c:v>217.9</c:v>
                </c:pt>
                <c:pt idx="5711">
                  <c:v>217.9</c:v>
                </c:pt>
                <c:pt idx="5712">
                  <c:v>217.7</c:v>
                </c:pt>
                <c:pt idx="5713">
                  <c:v>217.7</c:v>
                </c:pt>
                <c:pt idx="5714">
                  <c:v>217.9</c:v>
                </c:pt>
                <c:pt idx="5715">
                  <c:v>218.6</c:v>
                </c:pt>
                <c:pt idx="5716">
                  <c:v>218.6</c:v>
                </c:pt>
                <c:pt idx="5717">
                  <c:v>218.5</c:v>
                </c:pt>
                <c:pt idx="5718">
                  <c:v>218.5</c:v>
                </c:pt>
                <c:pt idx="5719">
                  <c:v>218.5</c:v>
                </c:pt>
                <c:pt idx="5720">
                  <c:v>219</c:v>
                </c:pt>
                <c:pt idx="5721">
                  <c:v>219.3</c:v>
                </c:pt>
                <c:pt idx="5722">
                  <c:v>219.3</c:v>
                </c:pt>
                <c:pt idx="5723">
                  <c:v>219</c:v>
                </c:pt>
                <c:pt idx="5724">
                  <c:v>219</c:v>
                </c:pt>
                <c:pt idx="5725">
                  <c:v>218.8</c:v>
                </c:pt>
                <c:pt idx="5726">
                  <c:v>219.6</c:v>
                </c:pt>
                <c:pt idx="5727">
                  <c:v>220.2</c:v>
                </c:pt>
                <c:pt idx="5728">
                  <c:v>220.3</c:v>
                </c:pt>
                <c:pt idx="5729">
                  <c:v>220.3</c:v>
                </c:pt>
                <c:pt idx="5730">
                  <c:v>220.8</c:v>
                </c:pt>
                <c:pt idx="5731">
                  <c:v>220.6</c:v>
                </c:pt>
                <c:pt idx="5732">
                  <c:v>220.2</c:v>
                </c:pt>
                <c:pt idx="5733">
                  <c:v>220.1</c:v>
                </c:pt>
                <c:pt idx="5734">
                  <c:v>220.8</c:v>
                </c:pt>
                <c:pt idx="5735">
                  <c:v>220.2</c:v>
                </c:pt>
                <c:pt idx="5736">
                  <c:v>219.8</c:v>
                </c:pt>
                <c:pt idx="5737">
                  <c:v>219.7</c:v>
                </c:pt>
                <c:pt idx="5738">
                  <c:v>219.9</c:v>
                </c:pt>
                <c:pt idx="5739">
                  <c:v>219.8</c:v>
                </c:pt>
                <c:pt idx="5740">
                  <c:v>219.7</c:v>
                </c:pt>
                <c:pt idx="5741">
                  <c:v>219.9</c:v>
                </c:pt>
                <c:pt idx="5742">
                  <c:v>220.1</c:v>
                </c:pt>
                <c:pt idx="5743">
                  <c:v>221.1</c:v>
                </c:pt>
                <c:pt idx="5744">
                  <c:v>221</c:v>
                </c:pt>
                <c:pt idx="5745">
                  <c:v>221.1</c:v>
                </c:pt>
                <c:pt idx="5746">
                  <c:v>221.3</c:v>
                </c:pt>
                <c:pt idx="5747">
                  <c:v>221.2</c:v>
                </c:pt>
                <c:pt idx="5748">
                  <c:v>221.9</c:v>
                </c:pt>
                <c:pt idx="5749">
                  <c:v>220.9</c:v>
                </c:pt>
                <c:pt idx="5750">
                  <c:v>220.3</c:v>
                </c:pt>
                <c:pt idx="5751">
                  <c:v>220.2</c:v>
                </c:pt>
                <c:pt idx="5752">
                  <c:v>220.2</c:v>
                </c:pt>
                <c:pt idx="5753">
                  <c:v>220.7</c:v>
                </c:pt>
                <c:pt idx="5754">
                  <c:v>220.9</c:v>
                </c:pt>
                <c:pt idx="5755">
                  <c:v>221.5</c:v>
                </c:pt>
                <c:pt idx="5756">
                  <c:v>222</c:v>
                </c:pt>
                <c:pt idx="5757">
                  <c:v>221.9</c:v>
                </c:pt>
                <c:pt idx="5758">
                  <c:v>221.7</c:v>
                </c:pt>
                <c:pt idx="5759">
                  <c:v>220.8</c:v>
                </c:pt>
                <c:pt idx="5760">
                  <c:v>220</c:v>
                </c:pt>
                <c:pt idx="5761">
                  <c:v>220.7</c:v>
                </c:pt>
                <c:pt idx="5762">
                  <c:v>221.1</c:v>
                </c:pt>
                <c:pt idx="5763">
                  <c:v>221.1</c:v>
                </c:pt>
                <c:pt idx="5764">
                  <c:v>220.8</c:v>
                </c:pt>
                <c:pt idx="5765">
                  <c:v>221.1</c:v>
                </c:pt>
                <c:pt idx="5766">
                  <c:v>220.5</c:v>
                </c:pt>
                <c:pt idx="5767">
                  <c:v>221.6</c:v>
                </c:pt>
                <c:pt idx="5768">
                  <c:v>221</c:v>
                </c:pt>
                <c:pt idx="5769">
                  <c:v>220.6</c:v>
                </c:pt>
                <c:pt idx="5770">
                  <c:v>220.8</c:v>
                </c:pt>
                <c:pt idx="5771">
                  <c:v>220.6</c:v>
                </c:pt>
                <c:pt idx="5772">
                  <c:v>219.8</c:v>
                </c:pt>
                <c:pt idx="5773">
                  <c:v>219</c:v>
                </c:pt>
                <c:pt idx="5774">
                  <c:v>218.5</c:v>
                </c:pt>
                <c:pt idx="5775">
                  <c:v>218.6</c:v>
                </c:pt>
                <c:pt idx="5776">
                  <c:v>218.9</c:v>
                </c:pt>
                <c:pt idx="5777">
                  <c:v>218.3</c:v>
                </c:pt>
                <c:pt idx="5778">
                  <c:v>218.6</c:v>
                </c:pt>
                <c:pt idx="5779">
                  <c:v>219.2</c:v>
                </c:pt>
                <c:pt idx="5780">
                  <c:v>220</c:v>
                </c:pt>
                <c:pt idx="5781">
                  <c:v>220.4</c:v>
                </c:pt>
                <c:pt idx="5782">
                  <c:v>220.3</c:v>
                </c:pt>
                <c:pt idx="5783">
                  <c:v>219.7</c:v>
                </c:pt>
                <c:pt idx="5784">
                  <c:v>220.1</c:v>
                </c:pt>
                <c:pt idx="5785">
                  <c:v>220.1</c:v>
                </c:pt>
                <c:pt idx="5786">
                  <c:v>220.3</c:v>
                </c:pt>
                <c:pt idx="5787">
                  <c:v>220</c:v>
                </c:pt>
                <c:pt idx="5788">
                  <c:v>219.6</c:v>
                </c:pt>
                <c:pt idx="5789">
                  <c:v>220.4</c:v>
                </c:pt>
                <c:pt idx="5790">
                  <c:v>220.8</c:v>
                </c:pt>
                <c:pt idx="5791">
                  <c:v>219.9</c:v>
                </c:pt>
                <c:pt idx="5792">
                  <c:v>219.4</c:v>
                </c:pt>
                <c:pt idx="5793">
                  <c:v>219.6</c:v>
                </c:pt>
                <c:pt idx="5794">
                  <c:v>219.2</c:v>
                </c:pt>
                <c:pt idx="5795">
                  <c:v>219.3</c:v>
                </c:pt>
                <c:pt idx="5796">
                  <c:v>219.6</c:v>
                </c:pt>
                <c:pt idx="5797">
                  <c:v>220.4</c:v>
                </c:pt>
                <c:pt idx="5798">
                  <c:v>220.1</c:v>
                </c:pt>
                <c:pt idx="5799">
                  <c:v>220.1</c:v>
                </c:pt>
                <c:pt idx="5800">
                  <c:v>220.8</c:v>
                </c:pt>
                <c:pt idx="5801">
                  <c:v>220.8</c:v>
                </c:pt>
                <c:pt idx="5802">
                  <c:v>220.1</c:v>
                </c:pt>
                <c:pt idx="5803">
                  <c:v>219.8</c:v>
                </c:pt>
                <c:pt idx="5804">
                  <c:v>219.4</c:v>
                </c:pt>
                <c:pt idx="5805">
                  <c:v>219.8</c:v>
                </c:pt>
                <c:pt idx="5806">
                  <c:v>219.6</c:v>
                </c:pt>
                <c:pt idx="5807">
                  <c:v>218.9</c:v>
                </c:pt>
                <c:pt idx="5808">
                  <c:v>218.1</c:v>
                </c:pt>
                <c:pt idx="5809">
                  <c:v>217.9</c:v>
                </c:pt>
                <c:pt idx="5810">
                  <c:v>218</c:v>
                </c:pt>
                <c:pt idx="5811">
                  <c:v>218.3</c:v>
                </c:pt>
                <c:pt idx="5812">
                  <c:v>218.4</c:v>
                </c:pt>
                <c:pt idx="5813">
                  <c:v>218.9</c:v>
                </c:pt>
                <c:pt idx="5814">
                  <c:v>219.6</c:v>
                </c:pt>
                <c:pt idx="5815">
                  <c:v>219.5</c:v>
                </c:pt>
                <c:pt idx="5816">
                  <c:v>221.1</c:v>
                </c:pt>
                <c:pt idx="5817">
                  <c:v>221.2</c:v>
                </c:pt>
                <c:pt idx="5818">
                  <c:v>221.5</c:v>
                </c:pt>
                <c:pt idx="5819">
                  <c:v>222.9</c:v>
                </c:pt>
                <c:pt idx="5820">
                  <c:v>222.6</c:v>
                </c:pt>
                <c:pt idx="5821">
                  <c:v>222.8</c:v>
                </c:pt>
                <c:pt idx="5822">
                  <c:v>223.3</c:v>
                </c:pt>
                <c:pt idx="5823">
                  <c:v>223.8</c:v>
                </c:pt>
                <c:pt idx="5824">
                  <c:v>225.1</c:v>
                </c:pt>
                <c:pt idx="5825">
                  <c:v>226.7</c:v>
                </c:pt>
                <c:pt idx="5826">
                  <c:v>226.9</c:v>
                </c:pt>
                <c:pt idx="5827">
                  <c:v>227.8</c:v>
                </c:pt>
                <c:pt idx="5828">
                  <c:v>229.2</c:v>
                </c:pt>
                <c:pt idx="5829">
                  <c:v>230.6</c:v>
                </c:pt>
                <c:pt idx="5830">
                  <c:v>231.2</c:v>
                </c:pt>
                <c:pt idx="5831">
                  <c:v>231.9</c:v>
                </c:pt>
                <c:pt idx="5832">
                  <c:v>232.5</c:v>
                </c:pt>
                <c:pt idx="5833">
                  <c:v>233.1</c:v>
                </c:pt>
                <c:pt idx="5834">
                  <c:v>233.9</c:v>
                </c:pt>
                <c:pt idx="5835">
                  <c:v>234.4</c:v>
                </c:pt>
                <c:pt idx="5836">
                  <c:v>234.4</c:v>
                </c:pt>
                <c:pt idx="5837">
                  <c:v>235</c:v>
                </c:pt>
                <c:pt idx="5838">
                  <c:v>235.1</c:v>
                </c:pt>
                <c:pt idx="5839">
                  <c:v>236.7</c:v>
                </c:pt>
                <c:pt idx="5840">
                  <c:v>237.3</c:v>
                </c:pt>
                <c:pt idx="5841">
                  <c:v>237.6</c:v>
                </c:pt>
                <c:pt idx="5842">
                  <c:v>238</c:v>
                </c:pt>
                <c:pt idx="5843">
                  <c:v>237.7</c:v>
                </c:pt>
                <c:pt idx="5844">
                  <c:v>237.4</c:v>
                </c:pt>
                <c:pt idx="5845">
                  <c:v>237.8</c:v>
                </c:pt>
                <c:pt idx="5846">
                  <c:v>238.2</c:v>
                </c:pt>
                <c:pt idx="5847">
                  <c:v>239.3</c:v>
                </c:pt>
                <c:pt idx="5848">
                  <c:v>239.1</c:v>
                </c:pt>
                <c:pt idx="5849">
                  <c:v>239.2</c:v>
                </c:pt>
                <c:pt idx="5850">
                  <c:v>239.7</c:v>
                </c:pt>
                <c:pt idx="5851">
                  <c:v>239.9</c:v>
                </c:pt>
                <c:pt idx="5852">
                  <c:v>240.2</c:v>
                </c:pt>
                <c:pt idx="5853">
                  <c:v>239.9</c:v>
                </c:pt>
                <c:pt idx="5854">
                  <c:v>239.2</c:v>
                </c:pt>
                <c:pt idx="5855">
                  <c:v>240</c:v>
                </c:pt>
                <c:pt idx="5856">
                  <c:v>240.4</c:v>
                </c:pt>
                <c:pt idx="5857">
                  <c:v>240.4</c:v>
                </c:pt>
                <c:pt idx="5858">
                  <c:v>240.3</c:v>
                </c:pt>
                <c:pt idx="5859">
                  <c:v>239.9</c:v>
                </c:pt>
                <c:pt idx="5860">
                  <c:v>240.6</c:v>
                </c:pt>
                <c:pt idx="5861">
                  <c:v>240.5</c:v>
                </c:pt>
                <c:pt idx="5862">
                  <c:v>239.7</c:v>
                </c:pt>
                <c:pt idx="5863">
                  <c:v>239.8</c:v>
                </c:pt>
                <c:pt idx="5864">
                  <c:v>240.3</c:v>
                </c:pt>
                <c:pt idx="5865">
                  <c:v>239.3</c:v>
                </c:pt>
                <c:pt idx="5866">
                  <c:v>238.9</c:v>
                </c:pt>
                <c:pt idx="5867">
                  <c:v>239.5</c:v>
                </c:pt>
                <c:pt idx="5868">
                  <c:v>239.3</c:v>
                </c:pt>
                <c:pt idx="5869">
                  <c:v>238.8</c:v>
                </c:pt>
                <c:pt idx="5870">
                  <c:v>238.4</c:v>
                </c:pt>
                <c:pt idx="5871">
                  <c:v>238.8</c:v>
                </c:pt>
                <c:pt idx="5872">
                  <c:v>239.5</c:v>
                </c:pt>
                <c:pt idx="5873">
                  <c:v>239.7</c:v>
                </c:pt>
                <c:pt idx="5874">
                  <c:v>239.2</c:v>
                </c:pt>
                <c:pt idx="5875">
                  <c:v>238.9</c:v>
                </c:pt>
                <c:pt idx="5876">
                  <c:v>239.8</c:v>
                </c:pt>
                <c:pt idx="5877">
                  <c:v>239.8</c:v>
                </c:pt>
                <c:pt idx="5878">
                  <c:v>240.1</c:v>
                </c:pt>
                <c:pt idx="5879">
                  <c:v>239.5</c:v>
                </c:pt>
                <c:pt idx="5880">
                  <c:v>239.1</c:v>
                </c:pt>
                <c:pt idx="5881">
                  <c:v>238.6</c:v>
                </c:pt>
                <c:pt idx="5882">
                  <c:v>238.6</c:v>
                </c:pt>
                <c:pt idx="5883">
                  <c:v>239.8</c:v>
                </c:pt>
                <c:pt idx="5884">
                  <c:v>240</c:v>
                </c:pt>
                <c:pt idx="5885">
                  <c:v>240.7</c:v>
                </c:pt>
                <c:pt idx="5886">
                  <c:v>240.9</c:v>
                </c:pt>
                <c:pt idx="5887">
                  <c:v>240.3</c:v>
                </c:pt>
                <c:pt idx="5888">
                  <c:v>239.8</c:v>
                </c:pt>
                <c:pt idx="5889">
                  <c:v>239.7</c:v>
                </c:pt>
                <c:pt idx="5890">
                  <c:v>238.7</c:v>
                </c:pt>
                <c:pt idx="5891">
                  <c:v>238.7</c:v>
                </c:pt>
                <c:pt idx="5892">
                  <c:v>238.8</c:v>
                </c:pt>
                <c:pt idx="5893">
                  <c:v>238.8</c:v>
                </c:pt>
                <c:pt idx="5894">
                  <c:v>238.5</c:v>
                </c:pt>
                <c:pt idx="5895">
                  <c:v>237.9</c:v>
                </c:pt>
                <c:pt idx="5896">
                  <c:v>238.4</c:v>
                </c:pt>
                <c:pt idx="5897">
                  <c:v>238.1</c:v>
                </c:pt>
                <c:pt idx="5898">
                  <c:v>237.9</c:v>
                </c:pt>
                <c:pt idx="5899">
                  <c:v>238.4</c:v>
                </c:pt>
                <c:pt idx="5900">
                  <c:v>238</c:v>
                </c:pt>
                <c:pt idx="5901">
                  <c:v>237.9</c:v>
                </c:pt>
                <c:pt idx="5902">
                  <c:v>237.5</c:v>
                </c:pt>
                <c:pt idx="5903">
                  <c:v>237.4</c:v>
                </c:pt>
                <c:pt idx="5904">
                  <c:v>237.8</c:v>
                </c:pt>
                <c:pt idx="5905">
                  <c:v>238.8</c:v>
                </c:pt>
                <c:pt idx="5906">
                  <c:v>239</c:v>
                </c:pt>
                <c:pt idx="5907">
                  <c:v>239.4</c:v>
                </c:pt>
                <c:pt idx="5908">
                  <c:v>239.2</c:v>
                </c:pt>
                <c:pt idx="5909">
                  <c:v>239.1</c:v>
                </c:pt>
                <c:pt idx="5910">
                  <c:v>239</c:v>
                </c:pt>
                <c:pt idx="5911">
                  <c:v>239.4</c:v>
                </c:pt>
                <c:pt idx="5912">
                  <c:v>239.3</c:v>
                </c:pt>
                <c:pt idx="5913">
                  <c:v>239.4</c:v>
                </c:pt>
                <c:pt idx="5914">
                  <c:v>239.8</c:v>
                </c:pt>
                <c:pt idx="5915">
                  <c:v>240.3</c:v>
                </c:pt>
                <c:pt idx="5916">
                  <c:v>241.2</c:v>
                </c:pt>
                <c:pt idx="5917">
                  <c:v>240.3</c:v>
                </c:pt>
                <c:pt idx="5918">
                  <c:v>239.8</c:v>
                </c:pt>
                <c:pt idx="5919">
                  <c:v>240</c:v>
                </c:pt>
                <c:pt idx="5920">
                  <c:v>239.4</c:v>
                </c:pt>
                <c:pt idx="5921">
                  <c:v>239.1</c:v>
                </c:pt>
                <c:pt idx="5922">
                  <c:v>239.2</c:v>
                </c:pt>
                <c:pt idx="5923">
                  <c:v>239</c:v>
                </c:pt>
                <c:pt idx="5924">
                  <c:v>239.3</c:v>
                </c:pt>
                <c:pt idx="5925">
                  <c:v>240.1</c:v>
                </c:pt>
                <c:pt idx="5926">
                  <c:v>240</c:v>
                </c:pt>
                <c:pt idx="5927">
                  <c:v>240.4</c:v>
                </c:pt>
                <c:pt idx="5928">
                  <c:v>240.4</c:v>
                </c:pt>
                <c:pt idx="5929">
                  <c:v>240.6</c:v>
                </c:pt>
                <c:pt idx="5930">
                  <c:v>240.6</c:v>
                </c:pt>
                <c:pt idx="5931">
                  <c:v>240.1</c:v>
                </c:pt>
                <c:pt idx="5932">
                  <c:v>240.8</c:v>
                </c:pt>
                <c:pt idx="5933">
                  <c:v>240.7</c:v>
                </c:pt>
                <c:pt idx="5934">
                  <c:v>240.5</c:v>
                </c:pt>
                <c:pt idx="5935">
                  <c:v>240</c:v>
                </c:pt>
                <c:pt idx="5936">
                  <c:v>239.4</c:v>
                </c:pt>
                <c:pt idx="5937">
                  <c:v>239.4</c:v>
                </c:pt>
                <c:pt idx="5938">
                  <c:v>239</c:v>
                </c:pt>
                <c:pt idx="5939">
                  <c:v>238.6</c:v>
                </c:pt>
                <c:pt idx="5940">
                  <c:v>238.8</c:v>
                </c:pt>
                <c:pt idx="5941">
                  <c:v>238.8</c:v>
                </c:pt>
                <c:pt idx="5942">
                  <c:v>238.8</c:v>
                </c:pt>
                <c:pt idx="5943">
                  <c:v>239</c:v>
                </c:pt>
                <c:pt idx="5944">
                  <c:v>238.5</c:v>
                </c:pt>
                <c:pt idx="5945">
                  <c:v>238.3</c:v>
                </c:pt>
                <c:pt idx="5946">
                  <c:v>238.4</c:v>
                </c:pt>
                <c:pt idx="5947">
                  <c:v>238.6</c:v>
                </c:pt>
                <c:pt idx="5948">
                  <c:v>238.6</c:v>
                </c:pt>
                <c:pt idx="5949">
                  <c:v>238.9</c:v>
                </c:pt>
                <c:pt idx="5950">
                  <c:v>239.1</c:v>
                </c:pt>
                <c:pt idx="5951">
                  <c:v>239.2</c:v>
                </c:pt>
                <c:pt idx="5952">
                  <c:v>240</c:v>
                </c:pt>
                <c:pt idx="5953">
                  <c:v>240.4</c:v>
                </c:pt>
                <c:pt idx="5954">
                  <c:v>240.9</c:v>
                </c:pt>
                <c:pt idx="5955">
                  <c:v>241.8</c:v>
                </c:pt>
                <c:pt idx="5956">
                  <c:v>241.9</c:v>
                </c:pt>
                <c:pt idx="5957">
                  <c:v>241.8</c:v>
                </c:pt>
                <c:pt idx="5958">
                  <c:v>241</c:v>
                </c:pt>
                <c:pt idx="5959">
                  <c:v>239.9</c:v>
                </c:pt>
                <c:pt idx="5960">
                  <c:v>239</c:v>
                </c:pt>
                <c:pt idx="5961">
                  <c:v>238.3</c:v>
                </c:pt>
                <c:pt idx="5962">
                  <c:v>237.8</c:v>
                </c:pt>
                <c:pt idx="5963">
                  <c:v>237.8</c:v>
                </c:pt>
                <c:pt idx="5964">
                  <c:v>238.4</c:v>
                </c:pt>
                <c:pt idx="5965">
                  <c:v>238.7</c:v>
                </c:pt>
                <c:pt idx="5966">
                  <c:v>238.7</c:v>
                </c:pt>
                <c:pt idx="5967">
                  <c:v>238.3</c:v>
                </c:pt>
                <c:pt idx="5968">
                  <c:v>238.8</c:v>
                </c:pt>
                <c:pt idx="5969">
                  <c:v>238.8</c:v>
                </c:pt>
                <c:pt idx="5970">
                  <c:v>239.5</c:v>
                </c:pt>
                <c:pt idx="5971">
                  <c:v>239</c:v>
                </c:pt>
                <c:pt idx="5972">
                  <c:v>238.8</c:v>
                </c:pt>
                <c:pt idx="5973">
                  <c:v>239</c:v>
                </c:pt>
                <c:pt idx="5974">
                  <c:v>238.7</c:v>
                </c:pt>
                <c:pt idx="5975">
                  <c:v>238.7</c:v>
                </c:pt>
                <c:pt idx="5976">
                  <c:v>239.8</c:v>
                </c:pt>
                <c:pt idx="5977">
                  <c:v>240</c:v>
                </c:pt>
                <c:pt idx="5978">
                  <c:v>239.4</c:v>
                </c:pt>
                <c:pt idx="5979">
                  <c:v>239.6</c:v>
                </c:pt>
                <c:pt idx="5980">
                  <c:v>240.2</c:v>
                </c:pt>
                <c:pt idx="5981">
                  <c:v>240.4</c:v>
                </c:pt>
                <c:pt idx="5982">
                  <c:v>240.8</c:v>
                </c:pt>
                <c:pt idx="5983">
                  <c:v>240.2</c:v>
                </c:pt>
                <c:pt idx="5984">
                  <c:v>239.5</c:v>
                </c:pt>
                <c:pt idx="5985">
                  <c:v>239</c:v>
                </c:pt>
                <c:pt idx="5986">
                  <c:v>238.7</c:v>
                </c:pt>
                <c:pt idx="5987">
                  <c:v>238.8</c:v>
                </c:pt>
                <c:pt idx="5988">
                  <c:v>239.4</c:v>
                </c:pt>
                <c:pt idx="5989">
                  <c:v>240.1</c:v>
                </c:pt>
                <c:pt idx="5990">
                  <c:v>239.8</c:v>
                </c:pt>
                <c:pt idx="5991">
                  <c:v>239.3</c:v>
                </c:pt>
                <c:pt idx="5992">
                  <c:v>239.7</c:v>
                </c:pt>
                <c:pt idx="5993">
                  <c:v>240.1</c:v>
                </c:pt>
                <c:pt idx="5994">
                  <c:v>240.3</c:v>
                </c:pt>
                <c:pt idx="5995">
                  <c:v>240.6</c:v>
                </c:pt>
                <c:pt idx="5996">
                  <c:v>241.4</c:v>
                </c:pt>
                <c:pt idx="5997">
                  <c:v>240.9</c:v>
                </c:pt>
                <c:pt idx="5998">
                  <c:v>241.3</c:v>
                </c:pt>
                <c:pt idx="5999">
                  <c:v>241.6</c:v>
                </c:pt>
                <c:pt idx="6000">
                  <c:v>240.7</c:v>
                </c:pt>
                <c:pt idx="6001">
                  <c:v>240.8</c:v>
                </c:pt>
                <c:pt idx="6002">
                  <c:v>239.9</c:v>
                </c:pt>
                <c:pt idx="6003">
                  <c:v>239.9</c:v>
                </c:pt>
                <c:pt idx="6004">
                  <c:v>239.3</c:v>
                </c:pt>
                <c:pt idx="6005">
                  <c:v>238.7</c:v>
                </c:pt>
                <c:pt idx="6006">
                  <c:v>238.2</c:v>
                </c:pt>
                <c:pt idx="6007">
                  <c:v>237.7</c:v>
                </c:pt>
                <c:pt idx="6008">
                  <c:v>237.5</c:v>
                </c:pt>
                <c:pt idx="6009">
                  <c:v>237.3</c:v>
                </c:pt>
                <c:pt idx="6010">
                  <c:v>237.6</c:v>
                </c:pt>
                <c:pt idx="6011">
                  <c:v>238.6</c:v>
                </c:pt>
                <c:pt idx="6012">
                  <c:v>238.9</c:v>
                </c:pt>
                <c:pt idx="6013">
                  <c:v>239</c:v>
                </c:pt>
                <c:pt idx="6014">
                  <c:v>239.1</c:v>
                </c:pt>
                <c:pt idx="6015">
                  <c:v>238.9</c:v>
                </c:pt>
                <c:pt idx="6016">
                  <c:v>238.4</c:v>
                </c:pt>
                <c:pt idx="6017">
                  <c:v>238.3</c:v>
                </c:pt>
                <c:pt idx="6018">
                  <c:v>237.8</c:v>
                </c:pt>
                <c:pt idx="6019">
                  <c:v>238</c:v>
                </c:pt>
                <c:pt idx="6020">
                  <c:v>238.4</c:v>
                </c:pt>
                <c:pt idx="6021">
                  <c:v>238.2</c:v>
                </c:pt>
                <c:pt idx="6022">
                  <c:v>238</c:v>
                </c:pt>
                <c:pt idx="6023">
                  <c:v>238</c:v>
                </c:pt>
                <c:pt idx="6024">
                  <c:v>239.4</c:v>
                </c:pt>
                <c:pt idx="6025">
                  <c:v>239.2</c:v>
                </c:pt>
                <c:pt idx="6026">
                  <c:v>238.9</c:v>
                </c:pt>
                <c:pt idx="6027">
                  <c:v>238.9</c:v>
                </c:pt>
                <c:pt idx="6028">
                  <c:v>238.8</c:v>
                </c:pt>
                <c:pt idx="6029">
                  <c:v>239.7</c:v>
                </c:pt>
                <c:pt idx="6030">
                  <c:v>240.1</c:v>
                </c:pt>
                <c:pt idx="6031">
                  <c:v>241.3</c:v>
                </c:pt>
                <c:pt idx="6032">
                  <c:v>241.5</c:v>
                </c:pt>
                <c:pt idx="6033">
                  <c:v>241.9</c:v>
                </c:pt>
                <c:pt idx="6034">
                  <c:v>241.5</c:v>
                </c:pt>
                <c:pt idx="6035">
                  <c:v>240.8</c:v>
                </c:pt>
                <c:pt idx="6036">
                  <c:v>240.4</c:v>
                </c:pt>
                <c:pt idx="6037">
                  <c:v>240</c:v>
                </c:pt>
                <c:pt idx="6038">
                  <c:v>240.1</c:v>
                </c:pt>
                <c:pt idx="6039">
                  <c:v>240.7</c:v>
                </c:pt>
                <c:pt idx="6040">
                  <c:v>240.2</c:v>
                </c:pt>
                <c:pt idx="6041">
                  <c:v>239.8</c:v>
                </c:pt>
                <c:pt idx="6042">
                  <c:v>240.6</c:v>
                </c:pt>
                <c:pt idx="6043">
                  <c:v>240.2</c:v>
                </c:pt>
                <c:pt idx="6044">
                  <c:v>240</c:v>
                </c:pt>
                <c:pt idx="6045">
                  <c:v>239.8</c:v>
                </c:pt>
                <c:pt idx="6046">
                  <c:v>240.3</c:v>
                </c:pt>
                <c:pt idx="6047">
                  <c:v>241.2</c:v>
                </c:pt>
                <c:pt idx="6048">
                  <c:v>241</c:v>
                </c:pt>
                <c:pt idx="6049">
                  <c:v>240.7</c:v>
                </c:pt>
                <c:pt idx="6050">
                  <c:v>240.3</c:v>
                </c:pt>
                <c:pt idx="6051">
                  <c:v>239.9</c:v>
                </c:pt>
                <c:pt idx="6052">
                  <c:v>239.7</c:v>
                </c:pt>
                <c:pt idx="6053">
                  <c:v>239.3</c:v>
                </c:pt>
                <c:pt idx="6054">
                  <c:v>239.3</c:v>
                </c:pt>
                <c:pt idx="6055">
                  <c:v>238.6</c:v>
                </c:pt>
                <c:pt idx="6056">
                  <c:v>238.4</c:v>
                </c:pt>
                <c:pt idx="6057">
                  <c:v>238</c:v>
                </c:pt>
                <c:pt idx="6058">
                  <c:v>237.5</c:v>
                </c:pt>
                <c:pt idx="6059">
                  <c:v>237.3</c:v>
                </c:pt>
                <c:pt idx="6060">
                  <c:v>237.3</c:v>
                </c:pt>
                <c:pt idx="6061">
                  <c:v>237.6</c:v>
                </c:pt>
                <c:pt idx="6062">
                  <c:v>237.9</c:v>
                </c:pt>
                <c:pt idx="6063">
                  <c:v>237.8</c:v>
                </c:pt>
                <c:pt idx="6064">
                  <c:v>238.8</c:v>
                </c:pt>
                <c:pt idx="6065">
                  <c:v>239.7</c:v>
                </c:pt>
                <c:pt idx="6066">
                  <c:v>239.9</c:v>
                </c:pt>
                <c:pt idx="6067">
                  <c:v>239.7</c:v>
                </c:pt>
                <c:pt idx="6068">
                  <c:v>239.4</c:v>
                </c:pt>
                <c:pt idx="6069">
                  <c:v>238.8</c:v>
                </c:pt>
                <c:pt idx="6070">
                  <c:v>239.2</c:v>
                </c:pt>
                <c:pt idx="6071">
                  <c:v>239.5</c:v>
                </c:pt>
                <c:pt idx="6072">
                  <c:v>239.8</c:v>
                </c:pt>
                <c:pt idx="6073">
                  <c:v>240.3</c:v>
                </c:pt>
                <c:pt idx="6074">
                  <c:v>240.6</c:v>
                </c:pt>
                <c:pt idx="6075">
                  <c:v>241.5</c:v>
                </c:pt>
                <c:pt idx="6076">
                  <c:v>242.5</c:v>
                </c:pt>
                <c:pt idx="6077">
                  <c:v>244.7</c:v>
                </c:pt>
                <c:pt idx="6078">
                  <c:v>245.9</c:v>
                </c:pt>
                <c:pt idx="6079">
                  <c:v>247</c:v>
                </c:pt>
                <c:pt idx="6080">
                  <c:v>247.9</c:v>
                </c:pt>
                <c:pt idx="6081">
                  <c:v>249.3</c:v>
                </c:pt>
                <c:pt idx="6082">
                  <c:v>250.2</c:v>
                </c:pt>
                <c:pt idx="6083">
                  <c:v>250.7</c:v>
                </c:pt>
                <c:pt idx="6084">
                  <c:v>252.6</c:v>
                </c:pt>
                <c:pt idx="6085">
                  <c:v>253.1</c:v>
                </c:pt>
                <c:pt idx="6086">
                  <c:v>253.5</c:v>
                </c:pt>
                <c:pt idx="6087">
                  <c:v>254.4</c:v>
                </c:pt>
                <c:pt idx="6088">
                  <c:v>255.2</c:v>
                </c:pt>
                <c:pt idx="6089">
                  <c:v>256</c:v>
                </c:pt>
                <c:pt idx="6090">
                  <c:v>256.6</c:v>
                </c:pt>
                <c:pt idx="6091">
                  <c:v>258</c:v>
                </c:pt>
                <c:pt idx="6092">
                  <c:v>258.2</c:v>
                </c:pt>
                <c:pt idx="6093">
                  <c:v>259</c:v>
                </c:pt>
                <c:pt idx="6094">
                  <c:v>259.8</c:v>
                </c:pt>
                <c:pt idx="6095">
                  <c:v>260</c:v>
                </c:pt>
                <c:pt idx="6096">
                  <c:v>260.7</c:v>
                </c:pt>
                <c:pt idx="6097">
                  <c:v>260.1</c:v>
                </c:pt>
                <c:pt idx="6098">
                  <c:v>261.2</c:v>
                </c:pt>
                <c:pt idx="6099">
                  <c:v>261.5</c:v>
                </c:pt>
                <c:pt idx="6100">
                  <c:v>261.3</c:v>
                </c:pt>
                <c:pt idx="6101">
                  <c:v>262.1</c:v>
                </c:pt>
                <c:pt idx="6102">
                  <c:v>261.9</c:v>
                </c:pt>
                <c:pt idx="6103">
                  <c:v>261.9</c:v>
                </c:pt>
                <c:pt idx="6104">
                  <c:v>262</c:v>
                </c:pt>
                <c:pt idx="6105">
                  <c:v>261.8</c:v>
                </c:pt>
                <c:pt idx="6106">
                  <c:v>262</c:v>
                </c:pt>
                <c:pt idx="6107">
                  <c:v>263.1</c:v>
                </c:pt>
                <c:pt idx="6108">
                  <c:v>264.4</c:v>
                </c:pt>
                <c:pt idx="6109">
                  <c:v>263.4</c:v>
                </c:pt>
                <c:pt idx="6110">
                  <c:v>262.7</c:v>
                </c:pt>
                <c:pt idx="6111">
                  <c:v>262.3</c:v>
                </c:pt>
                <c:pt idx="6112">
                  <c:v>262.3</c:v>
                </c:pt>
                <c:pt idx="6113">
                  <c:v>262.1</c:v>
                </c:pt>
                <c:pt idx="6114">
                  <c:v>261.9</c:v>
                </c:pt>
                <c:pt idx="6115">
                  <c:v>261.8</c:v>
                </c:pt>
                <c:pt idx="6116">
                  <c:v>261.5</c:v>
                </c:pt>
                <c:pt idx="6117">
                  <c:v>260.5</c:v>
                </c:pt>
                <c:pt idx="6118">
                  <c:v>259.9</c:v>
                </c:pt>
                <c:pt idx="6119">
                  <c:v>260.7</c:v>
                </c:pt>
                <c:pt idx="6120">
                  <c:v>261.4</c:v>
                </c:pt>
                <c:pt idx="6121">
                  <c:v>261.2</c:v>
                </c:pt>
                <c:pt idx="6122">
                  <c:v>260.7</c:v>
                </c:pt>
                <c:pt idx="6123">
                  <c:v>260</c:v>
                </c:pt>
                <c:pt idx="6124">
                  <c:v>259.3</c:v>
                </c:pt>
                <c:pt idx="6125">
                  <c:v>259.1</c:v>
                </c:pt>
                <c:pt idx="6126">
                  <c:v>260.3</c:v>
                </c:pt>
                <c:pt idx="6127">
                  <c:v>260.9</c:v>
                </c:pt>
                <c:pt idx="6128">
                  <c:v>261.7</c:v>
                </c:pt>
                <c:pt idx="6129">
                  <c:v>260.9</c:v>
                </c:pt>
                <c:pt idx="6130">
                  <c:v>260.3</c:v>
                </c:pt>
                <c:pt idx="6131">
                  <c:v>260.8</c:v>
                </c:pt>
                <c:pt idx="6132">
                  <c:v>260.6</c:v>
                </c:pt>
                <c:pt idx="6133">
                  <c:v>260.4</c:v>
                </c:pt>
                <c:pt idx="6134">
                  <c:v>260.4</c:v>
                </c:pt>
                <c:pt idx="6135">
                  <c:v>260</c:v>
                </c:pt>
                <c:pt idx="6136">
                  <c:v>260</c:v>
                </c:pt>
                <c:pt idx="6137">
                  <c:v>259.6</c:v>
                </c:pt>
                <c:pt idx="6138">
                  <c:v>259.7</c:v>
                </c:pt>
                <c:pt idx="6139">
                  <c:v>259</c:v>
                </c:pt>
                <c:pt idx="6140">
                  <c:v>258.7</c:v>
                </c:pt>
                <c:pt idx="6141">
                  <c:v>258.3</c:v>
                </c:pt>
                <c:pt idx="6142">
                  <c:v>258.2</c:v>
                </c:pt>
                <c:pt idx="6143">
                  <c:v>258.7</c:v>
                </c:pt>
                <c:pt idx="6144">
                  <c:v>259.1</c:v>
                </c:pt>
                <c:pt idx="6145">
                  <c:v>260.4</c:v>
                </c:pt>
                <c:pt idx="6146">
                  <c:v>260.6</c:v>
                </c:pt>
                <c:pt idx="6147">
                  <c:v>260.8</c:v>
                </c:pt>
                <c:pt idx="6148">
                  <c:v>260.5</c:v>
                </c:pt>
                <c:pt idx="6149">
                  <c:v>260.1</c:v>
                </c:pt>
                <c:pt idx="6150">
                  <c:v>259.8</c:v>
                </c:pt>
                <c:pt idx="6151">
                  <c:v>260</c:v>
                </c:pt>
                <c:pt idx="6152">
                  <c:v>260.5</c:v>
                </c:pt>
                <c:pt idx="6153">
                  <c:v>260.9</c:v>
                </c:pt>
                <c:pt idx="6154">
                  <c:v>260.4</c:v>
                </c:pt>
                <c:pt idx="6155">
                  <c:v>261</c:v>
                </c:pt>
                <c:pt idx="6156">
                  <c:v>261.3</c:v>
                </c:pt>
                <c:pt idx="6157">
                  <c:v>261.9</c:v>
                </c:pt>
                <c:pt idx="6158">
                  <c:v>261.8</c:v>
                </c:pt>
                <c:pt idx="6159">
                  <c:v>261.5</c:v>
                </c:pt>
                <c:pt idx="6160">
                  <c:v>260.5</c:v>
                </c:pt>
                <c:pt idx="6161">
                  <c:v>259.9</c:v>
                </c:pt>
                <c:pt idx="6162">
                  <c:v>260</c:v>
                </c:pt>
                <c:pt idx="6163">
                  <c:v>260</c:v>
                </c:pt>
                <c:pt idx="6164">
                  <c:v>261.1</c:v>
                </c:pt>
                <c:pt idx="6165">
                  <c:v>262.2</c:v>
                </c:pt>
                <c:pt idx="6166">
                  <c:v>262.6</c:v>
                </c:pt>
                <c:pt idx="6167">
                  <c:v>262.2</c:v>
                </c:pt>
                <c:pt idx="6168">
                  <c:v>261.7</c:v>
                </c:pt>
                <c:pt idx="6169">
                  <c:v>260.6</c:v>
                </c:pt>
                <c:pt idx="6170">
                  <c:v>260</c:v>
                </c:pt>
                <c:pt idx="6171">
                  <c:v>260.2</c:v>
                </c:pt>
                <c:pt idx="6172">
                  <c:v>261.4</c:v>
                </c:pt>
                <c:pt idx="6173">
                  <c:v>261.5</c:v>
                </c:pt>
                <c:pt idx="6174">
                  <c:v>261.1</c:v>
                </c:pt>
                <c:pt idx="6175">
                  <c:v>260.8</c:v>
                </c:pt>
                <c:pt idx="6176">
                  <c:v>261.1</c:v>
                </c:pt>
                <c:pt idx="6177">
                  <c:v>261</c:v>
                </c:pt>
                <c:pt idx="6178">
                  <c:v>260.5</c:v>
                </c:pt>
                <c:pt idx="6179">
                  <c:v>259.8</c:v>
                </c:pt>
                <c:pt idx="6180">
                  <c:v>259.6</c:v>
                </c:pt>
                <c:pt idx="6181">
                  <c:v>260.4</c:v>
                </c:pt>
                <c:pt idx="6182">
                  <c:v>260.4</c:v>
                </c:pt>
                <c:pt idx="6183">
                  <c:v>259.9</c:v>
                </c:pt>
                <c:pt idx="6184">
                  <c:v>260.7</c:v>
                </c:pt>
                <c:pt idx="6185">
                  <c:v>260.4</c:v>
                </c:pt>
                <c:pt idx="6186">
                  <c:v>259.9</c:v>
                </c:pt>
                <c:pt idx="6187">
                  <c:v>258.9</c:v>
                </c:pt>
                <c:pt idx="6188">
                  <c:v>258.3</c:v>
                </c:pt>
                <c:pt idx="6189">
                  <c:v>258.5</c:v>
                </c:pt>
                <c:pt idx="6190">
                  <c:v>258.6</c:v>
                </c:pt>
                <c:pt idx="6191">
                  <c:v>258.3</c:v>
                </c:pt>
                <c:pt idx="6192">
                  <c:v>258.1</c:v>
                </c:pt>
                <c:pt idx="6193">
                  <c:v>258</c:v>
                </c:pt>
                <c:pt idx="6194">
                  <c:v>259.1</c:v>
                </c:pt>
                <c:pt idx="6195">
                  <c:v>259.7</c:v>
                </c:pt>
                <c:pt idx="6196">
                  <c:v>259.5</c:v>
                </c:pt>
                <c:pt idx="6197">
                  <c:v>259.4</c:v>
                </c:pt>
                <c:pt idx="6198">
                  <c:v>259.6</c:v>
                </c:pt>
                <c:pt idx="6199">
                  <c:v>260.4</c:v>
                </c:pt>
                <c:pt idx="6200">
                  <c:v>261.5</c:v>
                </c:pt>
                <c:pt idx="6201">
                  <c:v>260.8</c:v>
                </c:pt>
                <c:pt idx="6202">
                  <c:v>261.2</c:v>
                </c:pt>
                <c:pt idx="6203">
                  <c:v>261.1</c:v>
                </c:pt>
                <c:pt idx="6204">
                  <c:v>260.8</c:v>
                </c:pt>
                <c:pt idx="6205">
                  <c:v>261.1</c:v>
                </c:pt>
                <c:pt idx="6206">
                  <c:v>260.8</c:v>
                </c:pt>
                <c:pt idx="6207">
                  <c:v>261.4</c:v>
                </c:pt>
                <c:pt idx="6208">
                  <c:v>262.4</c:v>
                </c:pt>
                <c:pt idx="6209">
                  <c:v>262</c:v>
                </c:pt>
                <c:pt idx="6210">
                  <c:v>261.6</c:v>
                </c:pt>
                <c:pt idx="6211">
                  <c:v>262.6</c:v>
                </c:pt>
                <c:pt idx="6212">
                  <c:v>263.5</c:v>
                </c:pt>
                <c:pt idx="6213">
                  <c:v>263</c:v>
                </c:pt>
                <c:pt idx="6214">
                  <c:v>262.2</c:v>
                </c:pt>
                <c:pt idx="6215">
                  <c:v>261.6</c:v>
                </c:pt>
                <c:pt idx="6216">
                  <c:v>261.4</c:v>
                </c:pt>
                <c:pt idx="6217">
                  <c:v>261.4</c:v>
                </c:pt>
                <c:pt idx="6218">
                  <c:v>261.4</c:v>
                </c:pt>
                <c:pt idx="6219">
                  <c:v>261.5</c:v>
                </c:pt>
                <c:pt idx="6220">
                  <c:v>260.8</c:v>
                </c:pt>
                <c:pt idx="6221">
                  <c:v>260.3</c:v>
                </c:pt>
                <c:pt idx="6222">
                  <c:v>259.6</c:v>
                </c:pt>
                <c:pt idx="6223">
                  <c:v>258.9</c:v>
                </c:pt>
                <c:pt idx="6224">
                  <c:v>258.5</c:v>
                </c:pt>
                <c:pt idx="6225">
                  <c:v>258.7</c:v>
                </c:pt>
                <c:pt idx="6226">
                  <c:v>258.5</c:v>
                </c:pt>
                <c:pt idx="6227">
                  <c:v>258.4</c:v>
                </c:pt>
                <c:pt idx="6228">
                  <c:v>258</c:v>
                </c:pt>
                <c:pt idx="6229">
                  <c:v>257.7</c:v>
                </c:pt>
                <c:pt idx="6230">
                  <c:v>257.5</c:v>
                </c:pt>
                <c:pt idx="6231">
                  <c:v>257.3</c:v>
                </c:pt>
                <c:pt idx="6232">
                  <c:v>257.4</c:v>
                </c:pt>
                <c:pt idx="6233">
                  <c:v>257.6</c:v>
                </c:pt>
                <c:pt idx="6234">
                  <c:v>258.5</c:v>
                </c:pt>
                <c:pt idx="6235">
                  <c:v>258.7</c:v>
                </c:pt>
                <c:pt idx="6236">
                  <c:v>259.3</c:v>
                </c:pt>
                <c:pt idx="6237">
                  <c:v>259.5</c:v>
                </c:pt>
                <c:pt idx="6238">
                  <c:v>259.4</c:v>
                </c:pt>
                <c:pt idx="6239">
                  <c:v>259.4</c:v>
                </c:pt>
                <c:pt idx="6240">
                  <c:v>259.8</c:v>
                </c:pt>
                <c:pt idx="6241">
                  <c:v>259.6</c:v>
                </c:pt>
                <c:pt idx="6242">
                  <c:v>259.4</c:v>
                </c:pt>
                <c:pt idx="6243">
                  <c:v>259.1</c:v>
                </c:pt>
                <c:pt idx="6244">
                  <c:v>259</c:v>
                </c:pt>
                <c:pt idx="6245">
                  <c:v>259.7</c:v>
                </c:pt>
                <c:pt idx="6246">
                  <c:v>259.8</c:v>
                </c:pt>
                <c:pt idx="6247">
                  <c:v>259.5</c:v>
                </c:pt>
                <c:pt idx="6248">
                  <c:v>259.6</c:v>
                </c:pt>
                <c:pt idx="6249">
                  <c:v>258.9</c:v>
                </c:pt>
                <c:pt idx="6250">
                  <c:v>259</c:v>
                </c:pt>
                <c:pt idx="6251">
                  <c:v>259.6</c:v>
                </c:pt>
                <c:pt idx="6252">
                  <c:v>259.6</c:v>
                </c:pt>
                <c:pt idx="6253">
                  <c:v>260.1</c:v>
                </c:pt>
                <c:pt idx="6254">
                  <c:v>261.1</c:v>
                </c:pt>
                <c:pt idx="6255">
                  <c:v>263.3</c:v>
                </c:pt>
                <c:pt idx="6256">
                  <c:v>263.9</c:v>
                </c:pt>
                <c:pt idx="6257">
                  <c:v>264.2</c:v>
                </c:pt>
                <c:pt idx="6258">
                  <c:v>264.2</c:v>
                </c:pt>
                <c:pt idx="6259">
                  <c:v>264.3</c:v>
                </c:pt>
                <c:pt idx="6260">
                  <c:v>264.5</c:v>
                </c:pt>
                <c:pt idx="6261">
                  <c:v>265.3</c:v>
                </c:pt>
                <c:pt idx="6262">
                  <c:v>265.5</c:v>
                </c:pt>
                <c:pt idx="6263">
                  <c:v>265.5</c:v>
                </c:pt>
                <c:pt idx="6264">
                  <c:v>265.3</c:v>
                </c:pt>
                <c:pt idx="6265">
                  <c:v>264.8</c:v>
                </c:pt>
                <c:pt idx="6266">
                  <c:v>264.5</c:v>
                </c:pt>
                <c:pt idx="6267">
                  <c:v>265.1</c:v>
                </c:pt>
                <c:pt idx="6268">
                  <c:v>265.3</c:v>
                </c:pt>
                <c:pt idx="6269">
                  <c:v>267</c:v>
                </c:pt>
                <c:pt idx="6270">
                  <c:v>267</c:v>
                </c:pt>
                <c:pt idx="6271">
                  <c:v>266.5</c:v>
                </c:pt>
                <c:pt idx="6272">
                  <c:v>265.5</c:v>
                </c:pt>
                <c:pt idx="6273">
                  <c:v>264.5</c:v>
                </c:pt>
                <c:pt idx="6274">
                  <c:v>264.2</c:v>
                </c:pt>
                <c:pt idx="6275">
                  <c:v>264</c:v>
                </c:pt>
                <c:pt idx="6276">
                  <c:v>263.7</c:v>
                </c:pt>
                <c:pt idx="6277">
                  <c:v>262.8</c:v>
                </c:pt>
                <c:pt idx="6278">
                  <c:v>262</c:v>
                </c:pt>
                <c:pt idx="6279">
                  <c:v>261.8</c:v>
                </c:pt>
                <c:pt idx="6280">
                  <c:v>261.6</c:v>
                </c:pt>
                <c:pt idx="6281">
                  <c:v>262</c:v>
                </c:pt>
                <c:pt idx="6282">
                  <c:v>261.6</c:v>
                </c:pt>
                <c:pt idx="6283">
                  <c:v>261.3</c:v>
                </c:pt>
                <c:pt idx="6284">
                  <c:v>261.9</c:v>
                </c:pt>
                <c:pt idx="6285">
                  <c:v>262.1</c:v>
                </c:pt>
                <c:pt idx="6286">
                  <c:v>263.1</c:v>
                </c:pt>
                <c:pt idx="6287">
                  <c:v>263.2</c:v>
                </c:pt>
                <c:pt idx="6288">
                  <c:v>264.2</c:v>
                </c:pt>
                <c:pt idx="6289">
                  <c:v>264</c:v>
                </c:pt>
                <c:pt idx="6290">
                  <c:v>263.8</c:v>
                </c:pt>
                <c:pt idx="6291">
                  <c:v>265</c:v>
                </c:pt>
                <c:pt idx="6292">
                  <c:v>264.5</c:v>
                </c:pt>
                <c:pt idx="6293">
                  <c:v>263.5</c:v>
                </c:pt>
                <c:pt idx="6294">
                  <c:v>262.7</c:v>
                </c:pt>
                <c:pt idx="6295">
                  <c:v>262.7</c:v>
                </c:pt>
                <c:pt idx="6296">
                  <c:v>262.5</c:v>
                </c:pt>
                <c:pt idx="6297">
                  <c:v>263.5</c:v>
                </c:pt>
                <c:pt idx="6298">
                  <c:v>262.5</c:v>
                </c:pt>
                <c:pt idx="6299">
                  <c:v>261.8</c:v>
                </c:pt>
                <c:pt idx="6300">
                  <c:v>261.5</c:v>
                </c:pt>
                <c:pt idx="6301">
                  <c:v>261.8</c:v>
                </c:pt>
                <c:pt idx="6302">
                  <c:v>262</c:v>
                </c:pt>
                <c:pt idx="6303">
                  <c:v>261.4</c:v>
                </c:pt>
                <c:pt idx="6304">
                  <c:v>260.6</c:v>
                </c:pt>
                <c:pt idx="6305">
                  <c:v>259.9</c:v>
                </c:pt>
                <c:pt idx="6306">
                  <c:v>260</c:v>
                </c:pt>
                <c:pt idx="6307">
                  <c:v>260</c:v>
                </c:pt>
                <c:pt idx="6308">
                  <c:v>259.7</c:v>
                </c:pt>
                <c:pt idx="6309">
                  <c:v>259.8</c:v>
                </c:pt>
                <c:pt idx="6310">
                  <c:v>260.9</c:v>
                </c:pt>
                <c:pt idx="6311">
                  <c:v>260.7</c:v>
                </c:pt>
                <c:pt idx="6312">
                  <c:v>261.8</c:v>
                </c:pt>
                <c:pt idx="6313">
                  <c:v>261.3</c:v>
                </c:pt>
                <c:pt idx="6314">
                  <c:v>260.9</c:v>
                </c:pt>
                <c:pt idx="6315">
                  <c:v>260.1</c:v>
                </c:pt>
                <c:pt idx="6316">
                  <c:v>123.8</c:v>
                </c:pt>
                <c:pt idx="6317">
                  <c:v>0</c:v>
                </c:pt>
                <c:pt idx="6318">
                  <c:v>0</c:v>
                </c:pt>
                <c:pt idx="6319">
                  <c:v>0</c:v>
                </c:pt>
                <c:pt idx="6320">
                  <c:v>0</c:v>
                </c:pt>
                <c:pt idx="6321">
                  <c:v>0</c:v>
                </c:pt>
                <c:pt idx="6322">
                  <c:v>0</c:v>
                </c:pt>
                <c:pt idx="6323">
                  <c:v>0</c:v>
                </c:pt>
                <c:pt idx="6324">
                  <c:v>0</c:v>
                </c:pt>
                <c:pt idx="6325">
                  <c:v>0</c:v>
                </c:pt>
                <c:pt idx="6326">
                  <c:v>0</c:v>
                </c:pt>
                <c:pt idx="6327">
                  <c:v>0</c:v>
                </c:pt>
                <c:pt idx="6328">
                  <c:v>0</c:v>
                </c:pt>
                <c:pt idx="6329">
                  <c:v>0</c:v>
                </c:pt>
                <c:pt idx="6330">
                  <c:v>0</c:v>
                </c:pt>
                <c:pt idx="6331">
                  <c:v>0</c:v>
                </c:pt>
                <c:pt idx="6332">
                  <c:v>9.8</c:v>
                </c:pt>
                <c:pt idx="6333">
                  <c:v>17.2</c:v>
                </c:pt>
                <c:pt idx="6334">
                  <c:v>17.2</c:v>
                </c:pt>
                <c:pt idx="6335">
                  <c:v>20.9</c:v>
                </c:pt>
                <c:pt idx="6336">
                  <c:v>27.3</c:v>
                </c:pt>
                <c:pt idx="6337">
                  <c:v>40</c:v>
                </c:pt>
                <c:pt idx="6338">
                  <c:v>45.4</c:v>
                </c:pt>
                <c:pt idx="6339">
                  <c:v>55.7</c:v>
                </c:pt>
                <c:pt idx="6340">
                  <c:v>67.1</c:v>
                </c:pt>
                <c:pt idx="6341">
                  <c:v>78</c:v>
                </c:pt>
                <c:pt idx="6342">
                  <c:v>90.7</c:v>
                </c:pt>
                <c:pt idx="6343">
                  <c:v>99.5</c:v>
                </c:pt>
                <c:pt idx="6344">
                  <c:v>105.5</c:v>
                </c:pt>
                <c:pt idx="6345">
                  <c:v>116.2</c:v>
                </c:pt>
                <c:pt idx="6346">
                  <c:v>126.4</c:v>
                </c:pt>
                <c:pt idx="6347">
                  <c:v>135.1</c:v>
                </c:pt>
                <c:pt idx="6348">
                  <c:v>143.4</c:v>
                </c:pt>
                <c:pt idx="6349">
                  <c:v>147.1</c:v>
                </c:pt>
                <c:pt idx="6350">
                  <c:v>152.9</c:v>
                </c:pt>
                <c:pt idx="6351">
                  <c:v>158.6</c:v>
                </c:pt>
                <c:pt idx="6352">
                  <c:v>164.2</c:v>
                </c:pt>
                <c:pt idx="6353">
                  <c:v>167.6</c:v>
                </c:pt>
                <c:pt idx="6354">
                  <c:v>170.6</c:v>
                </c:pt>
                <c:pt idx="6355">
                  <c:v>171.3</c:v>
                </c:pt>
                <c:pt idx="6356">
                  <c:v>173.7</c:v>
                </c:pt>
                <c:pt idx="6357">
                  <c:v>176</c:v>
                </c:pt>
                <c:pt idx="6358">
                  <c:v>177.4</c:v>
                </c:pt>
                <c:pt idx="6359">
                  <c:v>178.2</c:v>
                </c:pt>
                <c:pt idx="6360">
                  <c:v>177.9</c:v>
                </c:pt>
                <c:pt idx="6361">
                  <c:v>177.4</c:v>
                </c:pt>
                <c:pt idx="6362">
                  <c:v>176.2</c:v>
                </c:pt>
                <c:pt idx="6363">
                  <c:v>175.2</c:v>
                </c:pt>
                <c:pt idx="6364">
                  <c:v>174.2</c:v>
                </c:pt>
                <c:pt idx="6365">
                  <c:v>174</c:v>
                </c:pt>
                <c:pt idx="6366">
                  <c:v>172.8</c:v>
                </c:pt>
                <c:pt idx="6367">
                  <c:v>171.1</c:v>
                </c:pt>
                <c:pt idx="6368">
                  <c:v>170.3</c:v>
                </c:pt>
                <c:pt idx="6369">
                  <c:v>169.2</c:v>
                </c:pt>
                <c:pt idx="6370">
                  <c:v>167.7</c:v>
                </c:pt>
                <c:pt idx="6371">
                  <c:v>166.2</c:v>
                </c:pt>
                <c:pt idx="6372">
                  <c:v>164.7</c:v>
                </c:pt>
                <c:pt idx="6373">
                  <c:v>164.1</c:v>
                </c:pt>
                <c:pt idx="6374">
                  <c:v>162.8</c:v>
                </c:pt>
                <c:pt idx="6375">
                  <c:v>161.3</c:v>
                </c:pt>
                <c:pt idx="6376">
                  <c:v>161.2</c:v>
                </c:pt>
                <c:pt idx="6377">
                  <c:v>160.8</c:v>
                </c:pt>
                <c:pt idx="6378">
                  <c:v>160.4</c:v>
                </c:pt>
                <c:pt idx="6379">
                  <c:v>160.1</c:v>
                </c:pt>
                <c:pt idx="6380">
                  <c:v>158.8</c:v>
                </c:pt>
                <c:pt idx="6381">
                  <c:v>158.6</c:v>
                </c:pt>
                <c:pt idx="6382">
                  <c:v>158</c:v>
                </c:pt>
                <c:pt idx="6383">
                  <c:v>157.9</c:v>
                </c:pt>
                <c:pt idx="6384">
                  <c:v>157.6</c:v>
                </c:pt>
                <c:pt idx="6385">
                  <c:v>157.5</c:v>
                </c:pt>
                <c:pt idx="6386">
                  <c:v>157.4</c:v>
                </c:pt>
                <c:pt idx="6387">
                  <c:v>157.6</c:v>
                </c:pt>
                <c:pt idx="6388">
                  <c:v>158.1</c:v>
                </c:pt>
                <c:pt idx="6389">
                  <c:v>158.6</c:v>
                </c:pt>
                <c:pt idx="6390">
                  <c:v>158.6</c:v>
                </c:pt>
                <c:pt idx="6391">
                  <c:v>158.9</c:v>
                </c:pt>
                <c:pt idx="6392">
                  <c:v>159.2</c:v>
                </c:pt>
                <c:pt idx="6393">
                  <c:v>159.3</c:v>
                </c:pt>
                <c:pt idx="6394">
                  <c:v>159.1</c:v>
                </c:pt>
                <c:pt idx="6395">
                  <c:v>159</c:v>
                </c:pt>
                <c:pt idx="6396">
                  <c:v>159.1</c:v>
                </c:pt>
                <c:pt idx="6397">
                  <c:v>159.4</c:v>
                </c:pt>
                <c:pt idx="6398">
                  <c:v>159.4</c:v>
                </c:pt>
                <c:pt idx="6399">
                  <c:v>159.4</c:v>
                </c:pt>
                <c:pt idx="6400">
                  <c:v>159.4</c:v>
                </c:pt>
                <c:pt idx="6401">
                  <c:v>160.2</c:v>
                </c:pt>
                <c:pt idx="6402">
                  <c:v>160.7</c:v>
                </c:pt>
                <c:pt idx="6403">
                  <c:v>160.8</c:v>
                </c:pt>
                <c:pt idx="6404">
                  <c:v>160.8</c:v>
                </c:pt>
                <c:pt idx="6405">
                  <c:v>160.7</c:v>
                </c:pt>
                <c:pt idx="6406">
                  <c:v>160.7</c:v>
                </c:pt>
                <c:pt idx="6407">
                  <c:v>160.5</c:v>
                </c:pt>
                <c:pt idx="6408">
                  <c:v>160.4</c:v>
                </c:pt>
                <c:pt idx="6409">
                  <c:v>159.9</c:v>
                </c:pt>
                <c:pt idx="6410">
                  <c:v>159.6</c:v>
                </c:pt>
                <c:pt idx="6411">
                  <c:v>159.1</c:v>
                </c:pt>
                <c:pt idx="6412">
                  <c:v>158.7</c:v>
                </c:pt>
                <c:pt idx="6413">
                  <c:v>158.9</c:v>
                </c:pt>
                <c:pt idx="6414">
                  <c:v>159</c:v>
                </c:pt>
                <c:pt idx="6415">
                  <c:v>159.2</c:v>
                </c:pt>
                <c:pt idx="6416">
                  <c:v>160</c:v>
                </c:pt>
                <c:pt idx="6417">
                  <c:v>160.3</c:v>
                </c:pt>
                <c:pt idx="6418">
                  <c:v>160.5</c:v>
                </c:pt>
                <c:pt idx="6419">
                  <c:v>160.6</c:v>
                </c:pt>
                <c:pt idx="6420">
                  <c:v>161</c:v>
                </c:pt>
                <c:pt idx="6421">
                  <c:v>160.9</c:v>
                </c:pt>
                <c:pt idx="6422">
                  <c:v>160.4</c:v>
                </c:pt>
                <c:pt idx="6423">
                  <c:v>160.1</c:v>
                </c:pt>
                <c:pt idx="6424">
                  <c:v>159.9</c:v>
                </c:pt>
                <c:pt idx="6425">
                  <c:v>160.1</c:v>
                </c:pt>
                <c:pt idx="6426">
                  <c:v>160.1</c:v>
                </c:pt>
                <c:pt idx="6427">
                  <c:v>160.3</c:v>
                </c:pt>
                <c:pt idx="6428">
                  <c:v>160.5</c:v>
                </c:pt>
                <c:pt idx="6429">
                  <c:v>159.9</c:v>
                </c:pt>
                <c:pt idx="6430">
                  <c:v>159.6</c:v>
                </c:pt>
                <c:pt idx="6431">
                  <c:v>159.3</c:v>
                </c:pt>
                <c:pt idx="6432">
                  <c:v>159.7</c:v>
                </c:pt>
                <c:pt idx="6433">
                  <c:v>159.8</c:v>
                </c:pt>
                <c:pt idx="6434">
                  <c:v>159.9</c:v>
                </c:pt>
                <c:pt idx="6435">
                  <c:v>159.8</c:v>
                </c:pt>
                <c:pt idx="6436">
                  <c:v>159.3</c:v>
                </c:pt>
                <c:pt idx="6437">
                  <c:v>159.1</c:v>
                </c:pt>
                <c:pt idx="6438">
                  <c:v>158.6</c:v>
                </c:pt>
                <c:pt idx="6439">
                  <c:v>158.8</c:v>
                </c:pt>
                <c:pt idx="6440">
                  <c:v>158.9</c:v>
                </c:pt>
                <c:pt idx="6441">
                  <c:v>159.3</c:v>
                </c:pt>
                <c:pt idx="6442">
                  <c:v>159.2</c:v>
                </c:pt>
                <c:pt idx="6443">
                  <c:v>158.9</c:v>
                </c:pt>
                <c:pt idx="6444">
                  <c:v>159.1</c:v>
                </c:pt>
                <c:pt idx="6445">
                  <c:v>159.2</c:v>
                </c:pt>
                <c:pt idx="6446">
                  <c:v>159.1</c:v>
                </c:pt>
                <c:pt idx="6447">
                  <c:v>159.1</c:v>
                </c:pt>
                <c:pt idx="6448">
                  <c:v>159</c:v>
                </c:pt>
                <c:pt idx="6449">
                  <c:v>158.9</c:v>
                </c:pt>
                <c:pt idx="6450">
                  <c:v>158.9</c:v>
                </c:pt>
                <c:pt idx="6451">
                  <c:v>159</c:v>
                </c:pt>
                <c:pt idx="6452">
                  <c:v>158.9</c:v>
                </c:pt>
                <c:pt idx="6453">
                  <c:v>159.3</c:v>
                </c:pt>
                <c:pt idx="6454">
                  <c:v>159.3</c:v>
                </c:pt>
                <c:pt idx="6455">
                  <c:v>159.2</c:v>
                </c:pt>
                <c:pt idx="6456">
                  <c:v>159.3</c:v>
                </c:pt>
                <c:pt idx="6457">
                  <c:v>159.1</c:v>
                </c:pt>
                <c:pt idx="6458">
                  <c:v>159.3</c:v>
                </c:pt>
                <c:pt idx="6459">
                  <c:v>159.4</c:v>
                </c:pt>
                <c:pt idx="6460">
                  <c:v>159.3</c:v>
                </c:pt>
                <c:pt idx="6461">
                  <c:v>159.2</c:v>
                </c:pt>
                <c:pt idx="6462">
                  <c:v>159.2</c:v>
                </c:pt>
                <c:pt idx="6463">
                  <c:v>159.5</c:v>
                </c:pt>
                <c:pt idx="6464">
                  <c:v>159.9</c:v>
                </c:pt>
                <c:pt idx="6465">
                  <c:v>160.5</c:v>
                </c:pt>
                <c:pt idx="6466">
                  <c:v>160.8</c:v>
                </c:pt>
                <c:pt idx="6467">
                  <c:v>161</c:v>
                </c:pt>
                <c:pt idx="6468">
                  <c:v>161.3</c:v>
                </c:pt>
                <c:pt idx="6469">
                  <c:v>161.3</c:v>
                </c:pt>
                <c:pt idx="6470">
                  <c:v>161.4</c:v>
                </c:pt>
                <c:pt idx="6471">
                  <c:v>161.1</c:v>
                </c:pt>
                <c:pt idx="6472">
                  <c:v>160.8</c:v>
                </c:pt>
                <c:pt idx="6473">
                  <c:v>160.3</c:v>
                </c:pt>
                <c:pt idx="6474">
                  <c:v>160.1</c:v>
                </c:pt>
                <c:pt idx="6475">
                  <c:v>159.6</c:v>
                </c:pt>
                <c:pt idx="6476">
                  <c:v>159.1</c:v>
                </c:pt>
                <c:pt idx="6477">
                  <c:v>159</c:v>
                </c:pt>
                <c:pt idx="6478">
                  <c:v>158.5</c:v>
                </c:pt>
                <c:pt idx="6479">
                  <c:v>158.3</c:v>
                </c:pt>
                <c:pt idx="6480">
                  <c:v>157.9</c:v>
                </c:pt>
                <c:pt idx="6481">
                  <c:v>157.9</c:v>
                </c:pt>
                <c:pt idx="6482">
                  <c:v>158.4</c:v>
                </c:pt>
                <c:pt idx="6483">
                  <c:v>158.8</c:v>
                </c:pt>
                <c:pt idx="6484">
                  <c:v>158.9</c:v>
                </c:pt>
                <c:pt idx="6485">
                  <c:v>158.9</c:v>
                </c:pt>
                <c:pt idx="6486">
                  <c:v>159.3</c:v>
                </c:pt>
                <c:pt idx="6487">
                  <c:v>160.7</c:v>
                </c:pt>
                <c:pt idx="6488">
                  <c:v>161.5</c:v>
                </c:pt>
                <c:pt idx="6489">
                  <c:v>162.5</c:v>
                </c:pt>
                <c:pt idx="6490">
                  <c:v>163.4</c:v>
                </c:pt>
                <c:pt idx="6491">
                  <c:v>163.8</c:v>
                </c:pt>
                <c:pt idx="6492">
                  <c:v>164.9</c:v>
                </c:pt>
                <c:pt idx="6493">
                  <c:v>166</c:v>
                </c:pt>
                <c:pt idx="6494">
                  <c:v>167.4</c:v>
                </c:pt>
                <c:pt idx="6495">
                  <c:v>170</c:v>
                </c:pt>
                <c:pt idx="6496">
                  <c:v>171.2</c:v>
                </c:pt>
                <c:pt idx="6497">
                  <c:v>171.9</c:v>
                </c:pt>
                <c:pt idx="6498">
                  <c:v>173</c:v>
                </c:pt>
                <c:pt idx="6499">
                  <c:v>174.2</c:v>
                </c:pt>
                <c:pt idx="6500">
                  <c:v>175.3</c:v>
                </c:pt>
                <c:pt idx="6501">
                  <c:v>177</c:v>
                </c:pt>
                <c:pt idx="6502">
                  <c:v>178.4</c:v>
                </c:pt>
                <c:pt idx="6503">
                  <c:v>178.9</c:v>
                </c:pt>
                <c:pt idx="6504">
                  <c:v>180.3</c:v>
                </c:pt>
                <c:pt idx="6505">
                  <c:v>180.9</c:v>
                </c:pt>
                <c:pt idx="6506">
                  <c:v>182.1</c:v>
                </c:pt>
                <c:pt idx="6507">
                  <c:v>182.9</c:v>
                </c:pt>
                <c:pt idx="6508">
                  <c:v>183.1</c:v>
                </c:pt>
                <c:pt idx="6509">
                  <c:v>183.3</c:v>
                </c:pt>
                <c:pt idx="6510">
                  <c:v>183.1</c:v>
                </c:pt>
                <c:pt idx="6511">
                  <c:v>183.1</c:v>
                </c:pt>
                <c:pt idx="6512">
                  <c:v>183.4</c:v>
                </c:pt>
                <c:pt idx="6513">
                  <c:v>182.5</c:v>
                </c:pt>
                <c:pt idx="6514">
                  <c:v>182.1</c:v>
                </c:pt>
                <c:pt idx="6515">
                  <c:v>181.9</c:v>
                </c:pt>
                <c:pt idx="6516">
                  <c:v>182</c:v>
                </c:pt>
                <c:pt idx="6517">
                  <c:v>181.3</c:v>
                </c:pt>
                <c:pt idx="6518">
                  <c:v>181.3</c:v>
                </c:pt>
                <c:pt idx="6519">
                  <c:v>181.2</c:v>
                </c:pt>
                <c:pt idx="6520">
                  <c:v>181.4</c:v>
                </c:pt>
                <c:pt idx="6521">
                  <c:v>181.4</c:v>
                </c:pt>
                <c:pt idx="6522">
                  <c:v>181.6</c:v>
                </c:pt>
                <c:pt idx="6523">
                  <c:v>181.5</c:v>
                </c:pt>
                <c:pt idx="6524">
                  <c:v>181.4</c:v>
                </c:pt>
                <c:pt idx="6525">
                  <c:v>181.8</c:v>
                </c:pt>
                <c:pt idx="6526">
                  <c:v>182.1</c:v>
                </c:pt>
                <c:pt idx="6527">
                  <c:v>181.5</c:v>
                </c:pt>
                <c:pt idx="6528">
                  <c:v>181</c:v>
                </c:pt>
                <c:pt idx="6529">
                  <c:v>180.4</c:v>
                </c:pt>
                <c:pt idx="6530">
                  <c:v>180.4</c:v>
                </c:pt>
                <c:pt idx="6531">
                  <c:v>180.2</c:v>
                </c:pt>
                <c:pt idx="6532">
                  <c:v>180.2</c:v>
                </c:pt>
                <c:pt idx="6533">
                  <c:v>181</c:v>
                </c:pt>
                <c:pt idx="6534">
                  <c:v>181.8</c:v>
                </c:pt>
                <c:pt idx="6535">
                  <c:v>181.7</c:v>
                </c:pt>
                <c:pt idx="6536">
                  <c:v>182.7</c:v>
                </c:pt>
                <c:pt idx="6537">
                  <c:v>182.3</c:v>
                </c:pt>
                <c:pt idx="6538">
                  <c:v>182.1</c:v>
                </c:pt>
                <c:pt idx="6539">
                  <c:v>182.7</c:v>
                </c:pt>
                <c:pt idx="6540">
                  <c:v>182</c:v>
                </c:pt>
                <c:pt idx="6541">
                  <c:v>181.2</c:v>
                </c:pt>
                <c:pt idx="6542">
                  <c:v>180.4</c:v>
                </c:pt>
                <c:pt idx="6543">
                  <c:v>179.8</c:v>
                </c:pt>
                <c:pt idx="6544">
                  <c:v>179.8</c:v>
                </c:pt>
                <c:pt idx="6545">
                  <c:v>179.6</c:v>
                </c:pt>
                <c:pt idx="6546">
                  <c:v>178.9</c:v>
                </c:pt>
                <c:pt idx="6547">
                  <c:v>178.8</c:v>
                </c:pt>
                <c:pt idx="6548">
                  <c:v>179.3</c:v>
                </c:pt>
                <c:pt idx="6549">
                  <c:v>179</c:v>
                </c:pt>
                <c:pt idx="6550">
                  <c:v>179.2</c:v>
                </c:pt>
                <c:pt idx="6551">
                  <c:v>178.8</c:v>
                </c:pt>
                <c:pt idx="6552">
                  <c:v>179.4</c:v>
                </c:pt>
                <c:pt idx="6553">
                  <c:v>180.6</c:v>
                </c:pt>
                <c:pt idx="6554">
                  <c:v>180.7</c:v>
                </c:pt>
                <c:pt idx="6555">
                  <c:v>181.2</c:v>
                </c:pt>
                <c:pt idx="6556">
                  <c:v>181.4</c:v>
                </c:pt>
                <c:pt idx="6557">
                  <c:v>182</c:v>
                </c:pt>
                <c:pt idx="6558">
                  <c:v>182</c:v>
                </c:pt>
                <c:pt idx="6559">
                  <c:v>181.8</c:v>
                </c:pt>
                <c:pt idx="6560">
                  <c:v>182</c:v>
                </c:pt>
                <c:pt idx="6561">
                  <c:v>181.8</c:v>
                </c:pt>
                <c:pt idx="6562">
                  <c:v>181.9</c:v>
                </c:pt>
                <c:pt idx="6563">
                  <c:v>181.8</c:v>
                </c:pt>
                <c:pt idx="6564">
                  <c:v>181</c:v>
                </c:pt>
                <c:pt idx="6565">
                  <c:v>180.9</c:v>
                </c:pt>
                <c:pt idx="6566">
                  <c:v>180.7</c:v>
                </c:pt>
                <c:pt idx="6567">
                  <c:v>180.6</c:v>
                </c:pt>
                <c:pt idx="6568">
                  <c:v>180.2</c:v>
                </c:pt>
                <c:pt idx="6569">
                  <c:v>179.5</c:v>
                </c:pt>
                <c:pt idx="6570">
                  <c:v>179</c:v>
                </c:pt>
                <c:pt idx="6571">
                  <c:v>178.9</c:v>
                </c:pt>
                <c:pt idx="6572">
                  <c:v>179</c:v>
                </c:pt>
                <c:pt idx="6573">
                  <c:v>178.9</c:v>
                </c:pt>
                <c:pt idx="6574">
                  <c:v>178.8</c:v>
                </c:pt>
                <c:pt idx="6575">
                  <c:v>178.8</c:v>
                </c:pt>
                <c:pt idx="6576">
                  <c:v>180.6</c:v>
                </c:pt>
                <c:pt idx="6577">
                  <c:v>181</c:v>
                </c:pt>
                <c:pt idx="6578">
                  <c:v>181.7</c:v>
                </c:pt>
                <c:pt idx="6579">
                  <c:v>181.3</c:v>
                </c:pt>
                <c:pt idx="6580">
                  <c:v>181.1</c:v>
                </c:pt>
                <c:pt idx="6581">
                  <c:v>180.7</c:v>
                </c:pt>
                <c:pt idx="6582">
                  <c:v>181.1</c:v>
                </c:pt>
                <c:pt idx="6583">
                  <c:v>182.4</c:v>
                </c:pt>
                <c:pt idx="6584">
                  <c:v>182.4</c:v>
                </c:pt>
                <c:pt idx="6585">
                  <c:v>182.2</c:v>
                </c:pt>
                <c:pt idx="6586">
                  <c:v>181.8</c:v>
                </c:pt>
                <c:pt idx="6587">
                  <c:v>181.1</c:v>
                </c:pt>
                <c:pt idx="6588">
                  <c:v>181.1</c:v>
                </c:pt>
                <c:pt idx="6589">
                  <c:v>180.2</c:v>
                </c:pt>
                <c:pt idx="6590">
                  <c:v>180.5</c:v>
                </c:pt>
                <c:pt idx="6591">
                  <c:v>180.5</c:v>
                </c:pt>
                <c:pt idx="6592">
                  <c:v>180.3</c:v>
                </c:pt>
                <c:pt idx="6593">
                  <c:v>179.8</c:v>
                </c:pt>
                <c:pt idx="6594">
                  <c:v>179.9</c:v>
                </c:pt>
                <c:pt idx="6595">
                  <c:v>179.4</c:v>
                </c:pt>
                <c:pt idx="6596">
                  <c:v>179</c:v>
                </c:pt>
                <c:pt idx="6597">
                  <c:v>178.5</c:v>
                </c:pt>
                <c:pt idx="6598">
                  <c:v>178.5</c:v>
                </c:pt>
                <c:pt idx="6599">
                  <c:v>179</c:v>
                </c:pt>
                <c:pt idx="6600">
                  <c:v>179.4</c:v>
                </c:pt>
                <c:pt idx="6601">
                  <c:v>179.9</c:v>
                </c:pt>
                <c:pt idx="6602">
                  <c:v>180.4</c:v>
                </c:pt>
                <c:pt idx="6603">
                  <c:v>180.9</c:v>
                </c:pt>
                <c:pt idx="6604">
                  <c:v>181.2</c:v>
                </c:pt>
                <c:pt idx="6605">
                  <c:v>181.5</c:v>
                </c:pt>
                <c:pt idx="6606">
                  <c:v>181.8</c:v>
                </c:pt>
                <c:pt idx="6607">
                  <c:v>181.8</c:v>
                </c:pt>
                <c:pt idx="6608">
                  <c:v>181.8</c:v>
                </c:pt>
                <c:pt idx="6609">
                  <c:v>181.7</c:v>
                </c:pt>
                <c:pt idx="6610">
                  <c:v>181.4</c:v>
                </c:pt>
                <c:pt idx="6611">
                  <c:v>181.1</c:v>
                </c:pt>
                <c:pt idx="6612">
                  <c:v>181.7</c:v>
                </c:pt>
                <c:pt idx="6613">
                  <c:v>181.6</c:v>
                </c:pt>
                <c:pt idx="6614">
                  <c:v>181.6</c:v>
                </c:pt>
                <c:pt idx="6615">
                  <c:v>181.6</c:v>
                </c:pt>
                <c:pt idx="6616">
                  <c:v>181.4</c:v>
                </c:pt>
                <c:pt idx="6617">
                  <c:v>181.1</c:v>
                </c:pt>
                <c:pt idx="6618">
                  <c:v>181.6</c:v>
                </c:pt>
                <c:pt idx="6619">
                  <c:v>180.7</c:v>
                </c:pt>
                <c:pt idx="6620">
                  <c:v>180.8</c:v>
                </c:pt>
                <c:pt idx="6621">
                  <c:v>180.7</c:v>
                </c:pt>
                <c:pt idx="6622">
                  <c:v>179.9</c:v>
                </c:pt>
                <c:pt idx="6623">
                  <c:v>179.4</c:v>
                </c:pt>
                <c:pt idx="6624">
                  <c:v>179.7</c:v>
                </c:pt>
                <c:pt idx="6625">
                  <c:v>179.1</c:v>
                </c:pt>
                <c:pt idx="6626">
                  <c:v>179.1</c:v>
                </c:pt>
                <c:pt idx="6627">
                  <c:v>178.7</c:v>
                </c:pt>
                <c:pt idx="6628">
                  <c:v>178.6</c:v>
                </c:pt>
                <c:pt idx="6629">
                  <c:v>178.7</c:v>
                </c:pt>
                <c:pt idx="6630">
                  <c:v>179.3</c:v>
                </c:pt>
                <c:pt idx="6631">
                  <c:v>179.7</c:v>
                </c:pt>
                <c:pt idx="6632">
                  <c:v>179.7</c:v>
                </c:pt>
                <c:pt idx="6633">
                  <c:v>180.7</c:v>
                </c:pt>
                <c:pt idx="6634">
                  <c:v>181.2</c:v>
                </c:pt>
                <c:pt idx="6635">
                  <c:v>181</c:v>
                </c:pt>
                <c:pt idx="6636">
                  <c:v>181.2</c:v>
                </c:pt>
                <c:pt idx="6637">
                  <c:v>181.4</c:v>
                </c:pt>
                <c:pt idx="6638">
                  <c:v>181.8</c:v>
                </c:pt>
                <c:pt idx="6639">
                  <c:v>181.4</c:v>
                </c:pt>
                <c:pt idx="6640">
                  <c:v>181.3</c:v>
                </c:pt>
                <c:pt idx="6641">
                  <c:v>181.3</c:v>
                </c:pt>
                <c:pt idx="6642">
                  <c:v>181.3</c:v>
                </c:pt>
                <c:pt idx="6643">
                  <c:v>181.1</c:v>
                </c:pt>
                <c:pt idx="6644">
                  <c:v>181.7</c:v>
                </c:pt>
                <c:pt idx="6645">
                  <c:v>181.9</c:v>
                </c:pt>
                <c:pt idx="6646">
                  <c:v>181.4</c:v>
                </c:pt>
                <c:pt idx="6647">
                  <c:v>180.8</c:v>
                </c:pt>
                <c:pt idx="6648">
                  <c:v>181.2</c:v>
                </c:pt>
                <c:pt idx="6649">
                  <c:v>180.7</c:v>
                </c:pt>
                <c:pt idx="6650">
                  <c:v>180.1</c:v>
                </c:pt>
                <c:pt idx="6651">
                  <c:v>180.4</c:v>
                </c:pt>
                <c:pt idx="6652">
                  <c:v>180.7</c:v>
                </c:pt>
                <c:pt idx="6653">
                  <c:v>180.6</c:v>
                </c:pt>
                <c:pt idx="6654">
                  <c:v>180.3</c:v>
                </c:pt>
                <c:pt idx="6655">
                  <c:v>179.7</c:v>
                </c:pt>
                <c:pt idx="6656">
                  <c:v>180.2</c:v>
                </c:pt>
                <c:pt idx="6657">
                  <c:v>180.1</c:v>
                </c:pt>
                <c:pt idx="6658">
                  <c:v>179.8</c:v>
                </c:pt>
                <c:pt idx="6659">
                  <c:v>179.7</c:v>
                </c:pt>
                <c:pt idx="6660">
                  <c:v>180.1</c:v>
                </c:pt>
                <c:pt idx="6661">
                  <c:v>181.2</c:v>
                </c:pt>
                <c:pt idx="6662">
                  <c:v>180.5</c:v>
                </c:pt>
                <c:pt idx="6663">
                  <c:v>180.2</c:v>
                </c:pt>
                <c:pt idx="6664">
                  <c:v>180.4</c:v>
                </c:pt>
                <c:pt idx="6665">
                  <c:v>181</c:v>
                </c:pt>
                <c:pt idx="6666">
                  <c:v>180.8</c:v>
                </c:pt>
                <c:pt idx="6667">
                  <c:v>181.1</c:v>
                </c:pt>
                <c:pt idx="6668">
                  <c:v>180.9</c:v>
                </c:pt>
                <c:pt idx="6669">
                  <c:v>181</c:v>
                </c:pt>
                <c:pt idx="6670">
                  <c:v>181</c:v>
                </c:pt>
                <c:pt idx="6671">
                  <c:v>180.7</c:v>
                </c:pt>
                <c:pt idx="6672">
                  <c:v>180.6</c:v>
                </c:pt>
                <c:pt idx="6673">
                  <c:v>180.9</c:v>
                </c:pt>
                <c:pt idx="6674">
                  <c:v>180.6</c:v>
                </c:pt>
                <c:pt idx="6675">
                  <c:v>180.6</c:v>
                </c:pt>
                <c:pt idx="6676">
                  <c:v>180.2</c:v>
                </c:pt>
                <c:pt idx="6677">
                  <c:v>179.9</c:v>
                </c:pt>
                <c:pt idx="6678">
                  <c:v>180.2</c:v>
                </c:pt>
                <c:pt idx="6679">
                  <c:v>180.2</c:v>
                </c:pt>
                <c:pt idx="6680">
                  <c:v>180.8</c:v>
                </c:pt>
                <c:pt idx="6681">
                  <c:v>180.7</c:v>
                </c:pt>
                <c:pt idx="6682">
                  <c:v>180.9</c:v>
                </c:pt>
                <c:pt idx="6683">
                  <c:v>180.7</c:v>
                </c:pt>
                <c:pt idx="6684">
                  <c:v>180.9</c:v>
                </c:pt>
                <c:pt idx="6685">
                  <c:v>180.2</c:v>
                </c:pt>
                <c:pt idx="6686">
                  <c:v>179.5</c:v>
                </c:pt>
                <c:pt idx="6687">
                  <c:v>179.3</c:v>
                </c:pt>
                <c:pt idx="6688">
                  <c:v>179.4</c:v>
                </c:pt>
                <c:pt idx="6689">
                  <c:v>179.4</c:v>
                </c:pt>
                <c:pt idx="6690">
                  <c:v>180.2</c:v>
                </c:pt>
                <c:pt idx="6691">
                  <c:v>180.9</c:v>
                </c:pt>
                <c:pt idx="6692">
                  <c:v>181.1</c:v>
                </c:pt>
                <c:pt idx="6693">
                  <c:v>181</c:v>
                </c:pt>
                <c:pt idx="6694">
                  <c:v>181.2</c:v>
                </c:pt>
                <c:pt idx="6695">
                  <c:v>181</c:v>
                </c:pt>
                <c:pt idx="6696">
                  <c:v>180.6</c:v>
                </c:pt>
                <c:pt idx="6697">
                  <c:v>181</c:v>
                </c:pt>
                <c:pt idx="6698">
                  <c:v>180.9</c:v>
                </c:pt>
                <c:pt idx="6699">
                  <c:v>180.4</c:v>
                </c:pt>
                <c:pt idx="6700">
                  <c:v>180.2</c:v>
                </c:pt>
                <c:pt idx="6701">
                  <c:v>180.8</c:v>
                </c:pt>
                <c:pt idx="6702">
                  <c:v>180.7</c:v>
                </c:pt>
                <c:pt idx="6703">
                  <c:v>180.6</c:v>
                </c:pt>
                <c:pt idx="6704">
                  <c:v>180.9</c:v>
                </c:pt>
                <c:pt idx="6705">
                  <c:v>181</c:v>
                </c:pt>
                <c:pt idx="6706">
                  <c:v>180.9</c:v>
                </c:pt>
                <c:pt idx="6707">
                  <c:v>180.5</c:v>
                </c:pt>
                <c:pt idx="6708">
                  <c:v>179.9</c:v>
                </c:pt>
                <c:pt idx="6709">
                  <c:v>179.5</c:v>
                </c:pt>
                <c:pt idx="6710">
                  <c:v>179.2</c:v>
                </c:pt>
                <c:pt idx="6711">
                  <c:v>179.1</c:v>
                </c:pt>
                <c:pt idx="6712">
                  <c:v>179.3</c:v>
                </c:pt>
                <c:pt idx="6713">
                  <c:v>179.3</c:v>
                </c:pt>
                <c:pt idx="6714">
                  <c:v>179.4</c:v>
                </c:pt>
                <c:pt idx="6715">
                  <c:v>180.1</c:v>
                </c:pt>
                <c:pt idx="6716">
                  <c:v>180.1</c:v>
                </c:pt>
                <c:pt idx="6717">
                  <c:v>180.1</c:v>
                </c:pt>
                <c:pt idx="6718">
                  <c:v>180</c:v>
                </c:pt>
                <c:pt idx="6719">
                  <c:v>180.2</c:v>
                </c:pt>
                <c:pt idx="6720">
                  <c:v>181.6</c:v>
                </c:pt>
                <c:pt idx="6721">
                  <c:v>182.3</c:v>
                </c:pt>
                <c:pt idx="6722">
                  <c:v>182.4</c:v>
                </c:pt>
                <c:pt idx="6723">
                  <c:v>182.1</c:v>
                </c:pt>
                <c:pt idx="6724">
                  <c:v>181.9</c:v>
                </c:pt>
                <c:pt idx="6725">
                  <c:v>181.8</c:v>
                </c:pt>
                <c:pt idx="6726">
                  <c:v>181.3</c:v>
                </c:pt>
                <c:pt idx="6727">
                  <c:v>181</c:v>
                </c:pt>
                <c:pt idx="6728">
                  <c:v>180.9</c:v>
                </c:pt>
                <c:pt idx="6729">
                  <c:v>180.7</c:v>
                </c:pt>
                <c:pt idx="6730">
                  <c:v>180.3</c:v>
                </c:pt>
                <c:pt idx="6731">
                  <c:v>179.8</c:v>
                </c:pt>
                <c:pt idx="6732">
                  <c:v>180</c:v>
                </c:pt>
                <c:pt idx="6733">
                  <c:v>180.2</c:v>
                </c:pt>
                <c:pt idx="6734">
                  <c:v>180</c:v>
                </c:pt>
                <c:pt idx="6735">
                  <c:v>180.2</c:v>
                </c:pt>
                <c:pt idx="6736">
                  <c:v>180.8</c:v>
                </c:pt>
                <c:pt idx="6737">
                  <c:v>181.2</c:v>
                </c:pt>
                <c:pt idx="6738">
                  <c:v>181.4</c:v>
                </c:pt>
                <c:pt idx="6739">
                  <c:v>180.8</c:v>
                </c:pt>
                <c:pt idx="6740">
                  <c:v>181.1</c:v>
                </c:pt>
                <c:pt idx="6741">
                  <c:v>180.7</c:v>
                </c:pt>
                <c:pt idx="6742">
                  <c:v>180.4</c:v>
                </c:pt>
                <c:pt idx="6743">
                  <c:v>180.8</c:v>
                </c:pt>
                <c:pt idx="6744">
                  <c:v>180.3</c:v>
                </c:pt>
                <c:pt idx="6745">
                  <c:v>180.1</c:v>
                </c:pt>
                <c:pt idx="6746">
                  <c:v>180.2</c:v>
                </c:pt>
                <c:pt idx="6747">
                  <c:v>179.9</c:v>
                </c:pt>
                <c:pt idx="6748">
                  <c:v>179.7</c:v>
                </c:pt>
                <c:pt idx="6749">
                  <c:v>179.5</c:v>
                </c:pt>
                <c:pt idx="6750">
                  <c:v>179.4</c:v>
                </c:pt>
                <c:pt idx="6751">
                  <c:v>179.4</c:v>
                </c:pt>
                <c:pt idx="6752">
                  <c:v>179.6</c:v>
                </c:pt>
                <c:pt idx="6753">
                  <c:v>180.1</c:v>
                </c:pt>
                <c:pt idx="6754">
                  <c:v>180.7</c:v>
                </c:pt>
                <c:pt idx="6755">
                  <c:v>181.9</c:v>
                </c:pt>
                <c:pt idx="6756">
                  <c:v>181.7</c:v>
                </c:pt>
                <c:pt idx="6757">
                  <c:v>181.9</c:v>
                </c:pt>
                <c:pt idx="6758">
                  <c:v>181.8</c:v>
                </c:pt>
                <c:pt idx="6759">
                  <c:v>181.6</c:v>
                </c:pt>
                <c:pt idx="6760">
                  <c:v>181.5</c:v>
                </c:pt>
                <c:pt idx="6761">
                  <c:v>181.3</c:v>
                </c:pt>
                <c:pt idx="6762">
                  <c:v>181.3</c:v>
                </c:pt>
                <c:pt idx="6763">
                  <c:v>180.4</c:v>
                </c:pt>
                <c:pt idx="6764">
                  <c:v>180.2</c:v>
                </c:pt>
                <c:pt idx="6765">
                  <c:v>179.6</c:v>
                </c:pt>
                <c:pt idx="6766">
                  <c:v>179.7</c:v>
                </c:pt>
                <c:pt idx="6767">
                  <c:v>179.5</c:v>
                </c:pt>
                <c:pt idx="6768">
                  <c:v>179.8</c:v>
                </c:pt>
                <c:pt idx="6769">
                  <c:v>179.8</c:v>
                </c:pt>
                <c:pt idx="6770">
                  <c:v>179.7</c:v>
                </c:pt>
                <c:pt idx="6771">
                  <c:v>179.6</c:v>
                </c:pt>
                <c:pt idx="6772">
                  <c:v>179.8</c:v>
                </c:pt>
                <c:pt idx="6773">
                  <c:v>180.2</c:v>
                </c:pt>
                <c:pt idx="6774">
                  <c:v>180</c:v>
                </c:pt>
                <c:pt idx="6775">
                  <c:v>180</c:v>
                </c:pt>
                <c:pt idx="6776">
                  <c:v>180.2</c:v>
                </c:pt>
                <c:pt idx="6777">
                  <c:v>179.9</c:v>
                </c:pt>
                <c:pt idx="6778">
                  <c:v>180</c:v>
                </c:pt>
                <c:pt idx="6779">
                  <c:v>180.1</c:v>
                </c:pt>
                <c:pt idx="6780">
                  <c:v>180.3</c:v>
                </c:pt>
                <c:pt idx="6781">
                  <c:v>180.6</c:v>
                </c:pt>
                <c:pt idx="6782">
                  <c:v>180.6</c:v>
                </c:pt>
                <c:pt idx="6783">
                  <c:v>180.5</c:v>
                </c:pt>
                <c:pt idx="6784">
                  <c:v>180.9</c:v>
                </c:pt>
                <c:pt idx="6785">
                  <c:v>180.8</c:v>
                </c:pt>
                <c:pt idx="6786">
                  <c:v>181.4</c:v>
                </c:pt>
                <c:pt idx="6787">
                  <c:v>181.8</c:v>
                </c:pt>
                <c:pt idx="6788">
                  <c:v>181.8</c:v>
                </c:pt>
                <c:pt idx="6789">
                  <c:v>181.8</c:v>
                </c:pt>
                <c:pt idx="6790">
                  <c:v>181.5</c:v>
                </c:pt>
                <c:pt idx="6791">
                  <c:v>181.7</c:v>
                </c:pt>
                <c:pt idx="6792">
                  <c:v>181.4</c:v>
                </c:pt>
                <c:pt idx="6793">
                  <c:v>180.8</c:v>
                </c:pt>
                <c:pt idx="6794">
                  <c:v>180.5</c:v>
                </c:pt>
                <c:pt idx="6795">
                  <c:v>180</c:v>
                </c:pt>
                <c:pt idx="6796">
                  <c:v>179.8</c:v>
                </c:pt>
                <c:pt idx="6797">
                  <c:v>179.7</c:v>
                </c:pt>
                <c:pt idx="6798">
                  <c:v>179.6</c:v>
                </c:pt>
                <c:pt idx="6799">
                  <c:v>179.5</c:v>
                </c:pt>
                <c:pt idx="6800">
                  <c:v>179.5</c:v>
                </c:pt>
                <c:pt idx="6801">
                  <c:v>180</c:v>
                </c:pt>
                <c:pt idx="6802">
                  <c:v>180.6</c:v>
                </c:pt>
                <c:pt idx="6803">
                  <c:v>180.5</c:v>
                </c:pt>
                <c:pt idx="6804">
                  <c:v>180.4</c:v>
                </c:pt>
                <c:pt idx="6805">
                  <c:v>180.4</c:v>
                </c:pt>
                <c:pt idx="6806">
                  <c:v>181.1</c:v>
                </c:pt>
                <c:pt idx="6807">
                  <c:v>180.9</c:v>
                </c:pt>
                <c:pt idx="6808">
                  <c:v>181.1</c:v>
                </c:pt>
                <c:pt idx="6809">
                  <c:v>181.1</c:v>
                </c:pt>
                <c:pt idx="6810">
                  <c:v>181.3</c:v>
                </c:pt>
                <c:pt idx="6811">
                  <c:v>181.6</c:v>
                </c:pt>
                <c:pt idx="6812">
                  <c:v>181.1</c:v>
                </c:pt>
                <c:pt idx="6813">
                  <c:v>180.9</c:v>
                </c:pt>
                <c:pt idx="6814">
                  <c:v>180.4</c:v>
                </c:pt>
                <c:pt idx="6815">
                  <c:v>180.4</c:v>
                </c:pt>
                <c:pt idx="6816">
                  <c:v>179.9</c:v>
                </c:pt>
                <c:pt idx="6817">
                  <c:v>179.9</c:v>
                </c:pt>
                <c:pt idx="6818">
                  <c:v>180.3</c:v>
                </c:pt>
                <c:pt idx="6819">
                  <c:v>181</c:v>
                </c:pt>
                <c:pt idx="6820">
                  <c:v>180.8</c:v>
                </c:pt>
                <c:pt idx="6821">
                  <c:v>180.6</c:v>
                </c:pt>
                <c:pt idx="6822">
                  <c:v>180.5</c:v>
                </c:pt>
                <c:pt idx="6823">
                  <c:v>180.3</c:v>
                </c:pt>
                <c:pt idx="6824">
                  <c:v>180.7</c:v>
                </c:pt>
                <c:pt idx="6825">
                  <c:v>181.2</c:v>
                </c:pt>
                <c:pt idx="6826">
                  <c:v>181.1</c:v>
                </c:pt>
                <c:pt idx="6827">
                  <c:v>181.1</c:v>
                </c:pt>
                <c:pt idx="6828">
                  <c:v>180.7</c:v>
                </c:pt>
                <c:pt idx="6829">
                  <c:v>180.5</c:v>
                </c:pt>
                <c:pt idx="6830">
                  <c:v>180.3</c:v>
                </c:pt>
                <c:pt idx="6831">
                  <c:v>180.7</c:v>
                </c:pt>
                <c:pt idx="6832">
                  <c:v>180.6</c:v>
                </c:pt>
                <c:pt idx="6833">
                  <c:v>180.8</c:v>
                </c:pt>
                <c:pt idx="6834">
                  <c:v>181.6</c:v>
                </c:pt>
                <c:pt idx="6835">
                  <c:v>181.4</c:v>
                </c:pt>
                <c:pt idx="6836">
                  <c:v>181.1</c:v>
                </c:pt>
                <c:pt idx="6837">
                  <c:v>180.6</c:v>
                </c:pt>
                <c:pt idx="6838">
                  <c:v>180.3</c:v>
                </c:pt>
                <c:pt idx="6839">
                  <c:v>179.9</c:v>
                </c:pt>
                <c:pt idx="6840">
                  <c:v>180.4</c:v>
                </c:pt>
                <c:pt idx="6841">
                  <c:v>180.5</c:v>
                </c:pt>
                <c:pt idx="6842">
                  <c:v>180.3</c:v>
                </c:pt>
                <c:pt idx="6843">
                  <c:v>180.3</c:v>
                </c:pt>
                <c:pt idx="6844">
                  <c:v>180.5</c:v>
                </c:pt>
                <c:pt idx="6845">
                  <c:v>180.5</c:v>
                </c:pt>
                <c:pt idx="6846">
                  <c:v>180.2</c:v>
                </c:pt>
                <c:pt idx="6847">
                  <c:v>180.3</c:v>
                </c:pt>
                <c:pt idx="6848">
                  <c:v>180.7</c:v>
                </c:pt>
                <c:pt idx="6849">
                  <c:v>181.5</c:v>
                </c:pt>
                <c:pt idx="6850">
                  <c:v>181.9</c:v>
                </c:pt>
                <c:pt idx="6851">
                  <c:v>181.7</c:v>
                </c:pt>
                <c:pt idx="6852">
                  <c:v>180.8</c:v>
                </c:pt>
                <c:pt idx="6853">
                  <c:v>179.9</c:v>
                </c:pt>
                <c:pt idx="6854">
                  <c:v>179.8</c:v>
                </c:pt>
                <c:pt idx="6855">
                  <c:v>179.7</c:v>
                </c:pt>
                <c:pt idx="6856">
                  <c:v>179.7</c:v>
                </c:pt>
                <c:pt idx="6857">
                  <c:v>180.7</c:v>
                </c:pt>
                <c:pt idx="6858">
                  <c:v>180.5</c:v>
                </c:pt>
                <c:pt idx="6859">
                  <c:v>180.5</c:v>
                </c:pt>
                <c:pt idx="6860">
                  <c:v>180.4</c:v>
                </c:pt>
                <c:pt idx="6861">
                  <c:v>180.7</c:v>
                </c:pt>
                <c:pt idx="6862">
                  <c:v>181.4</c:v>
                </c:pt>
                <c:pt idx="6863">
                  <c:v>181.5</c:v>
                </c:pt>
                <c:pt idx="6864">
                  <c:v>181.8</c:v>
                </c:pt>
                <c:pt idx="6865">
                  <c:v>181.5</c:v>
                </c:pt>
                <c:pt idx="6866">
                  <c:v>181.2</c:v>
                </c:pt>
                <c:pt idx="6867">
                  <c:v>180.5</c:v>
                </c:pt>
                <c:pt idx="6868">
                  <c:v>179.7</c:v>
                </c:pt>
                <c:pt idx="6869">
                  <c:v>179.1</c:v>
                </c:pt>
                <c:pt idx="6870">
                  <c:v>178.9</c:v>
                </c:pt>
                <c:pt idx="6871">
                  <c:v>178.9</c:v>
                </c:pt>
                <c:pt idx="6872">
                  <c:v>179</c:v>
                </c:pt>
                <c:pt idx="6873">
                  <c:v>179.7</c:v>
                </c:pt>
                <c:pt idx="6874">
                  <c:v>180.9</c:v>
                </c:pt>
                <c:pt idx="6875">
                  <c:v>181.8</c:v>
                </c:pt>
                <c:pt idx="6876">
                  <c:v>182</c:v>
                </c:pt>
                <c:pt idx="6877">
                  <c:v>182.2</c:v>
                </c:pt>
                <c:pt idx="6878">
                  <c:v>181.9</c:v>
                </c:pt>
                <c:pt idx="6879">
                  <c:v>181.3</c:v>
                </c:pt>
                <c:pt idx="6880">
                  <c:v>180.7</c:v>
                </c:pt>
                <c:pt idx="6881">
                  <c:v>180.4</c:v>
                </c:pt>
                <c:pt idx="6882">
                  <c:v>179.9</c:v>
                </c:pt>
                <c:pt idx="6883">
                  <c:v>179.6</c:v>
                </c:pt>
                <c:pt idx="6884">
                  <c:v>179.6</c:v>
                </c:pt>
                <c:pt idx="6885">
                  <c:v>179.4</c:v>
                </c:pt>
                <c:pt idx="6886">
                  <c:v>179.4</c:v>
                </c:pt>
                <c:pt idx="6887">
                  <c:v>179.7</c:v>
                </c:pt>
                <c:pt idx="6888">
                  <c:v>180</c:v>
                </c:pt>
                <c:pt idx="6889">
                  <c:v>180.2</c:v>
                </c:pt>
                <c:pt idx="6890">
                  <c:v>180.6</c:v>
                </c:pt>
                <c:pt idx="6891">
                  <c:v>181.1</c:v>
                </c:pt>
                <c:pt idx="6892">
                  <c:v>181.3</c:v>
                </c:pt>
                <c:pt idx="6893">
                  <c:v>181.7</c:v>
                </c:pt>
                <c:pt idx="6894">
                  <c:v>181.9</c:v>
                </c:pt>
                <c:pt idx="6895">
                  <c:v>182.1</c:v>
                </c:pt>
                <c:pt idx="6896">
                  <c:v>182.4</c:v>
                </c:pt>
                <c:pt idx="6897">
                  <c:v>181.9</c:v>
                </c:pt>
                <c:pt idx="6898">
                  <c:v>180.7</c:v>
                </c:pt>
                <c:pt idx="6899">
                  <c:v>180.3</c:v>
                </c:pt>
                <c:pt idx="6900">
                  <c:v>181</c:v>
                </c:pt>
                <c:pt idx="6901">
                  <c:v>181</c:v>
                </c:pt>
                <c:pt idx="6902">
                  <c:v>180.7</c:v>
                </c:pt>
                <c:pt idx="6903">
                  <c:v>180.5</c:v>
                </c:pt>
                <c:pt idx="6904">
                  <c:v>180.5</c:v>
                </c:pt>
                <c:pt idx="6905">
                  <c:v>180.7</c:v>
                </c:pt>
                <c:pt idx="6906">
                  <c:v>180.4</c:v>
                </c:pt>
                <c:pt idx="6907">
                  <c:v>180.7</c:v>
                </c:pt>
                <c:pt idx="6908">
                  <c:v>180.5</c:v>
                </c:pt>
                <c:pt idx="6909">
                  <c:v>180.4</c:v>
                </c:pt>
                <c:pt idx="6910">
                  <c:v>182.1</c:v>
                </c:pt>
                <c:pt idx="6911">
                  <c:v>182.2</c:v>
                </c:pt>
                <c:pt idx="6912">
                  <c:v>182</c:v>
                </c:pt>
                <c:pt idx="6913">
                  <c:v>181.9</c:v>
                </c:pt>
                <c:pt idx="6914">
                  <c:v>181.2</c:v>
                </c:pt>
                <c:pt idx="6915">
                  <c:v>180.7</c:v>
                </c:pt>
                <c:pt idx="6916">
                  <c:v>180.5</c:v>
                </c:pt>
                <c:pt idx="6917">
                  <c:v>180.3</c:v>
                </c:pt>
                <c:pt idx="6918">
                  <c:v>179.7</c:v>
                </c:pt>
                <c:pt idx="6919">
                  <c:v>179.5</c:v>
                </c:pt>
                <c:pt idx="6920">
                  <c:v>179.4</c:v>
                </c:pt>
                <c:pt idx="6921">
                  <c:v>179.7</c:v>
                </c:pt>
                <c:pt idx="6922">
                  <c:v>180</c:v>
                </c:pt>
                <c:pt idx="6923">
                  <c:v>180</c:v>
                </c:pt>
                <c:pt idx="6924">
                  <c:v>179.4</c:v>
                </c:pt>
                <c:pt idx="6925">
                  <c:v>179.2</c:v>
                </c:pt>
                <c:pt idx="6926">
                  <c:v>179.2</c:v>
                </c:pt>
                <c:pt idx="6927">
                  <c:v>179.2</c:v>
                </c:pt>
                <c:pt idx="6928">
                  <c:v>179.4</c:v>
                </c:pt>
                <c:pt idx="6929">
                  <c:v>179.8</c:v>
                </c:pt>
                <c:pt idx="6930">
                  <c:v>179.4</c:v>
                </c:pt>
                <c:pt idx="6931">
                  <c:v>180.1</c:v>
                </c:pt>
                <c:pt idx="6932">
                  <c:v>180.1</c:v>
                </c:pt>
                <c:pt idx="6933">
                  <c:v>179.9</c:v>
                </c:pt>
                <c:pt idx="6934">
                  <c:v>179.8</c:v>
                </c:pt>
                <c:pt idx="6935">
                  <c:v>179.7</c:v>
                </c:pt>
                <c:pt idx="6936">
                  <c:v>179.8</c:v>
                </c:pt>
                <c:pt idx="6937">
                  <c:v>180.2</c:v>
                </c:pt>
                <c:pt idx="6938">
                  <c:v>180.4</c:v>
                </c:pt>
                <c:pt idx="6939">
                  <c:v>180.5</c:v>
                </c:pt>
                <c:pt idx="6940">
                  <c:v>180.7</c:v>
                </c:pt>
                <c:pt idx="6941">
                  <c:v>181.3</c:v>
                </c:pt>
                <c:pt idx="6942">
                  <c:v>181.5</c:v>
                </c:pt>
                <c:pt idx="6943">
                  <c:v>181.6</c:v>
                </c:pt>
                <c:pt idx="6944">
                  <c:v>181.2</c:v>
                </c:pt>
                <c:pt idx="6945">
                  <c:v>181.4</c:v>
                </c:pt>
                <c:pt idx="6946">
                  <c:v>181.8</c:v>
                </c:pt>
                <c:pt idx="6947">
                  <c:v>182.1</c:v>
                </c:pt>
                <c:pt idx="6948">
                  <c:v>181.6</c:v>
                </c:pt>
                <c:pt idx="6949">
                  <c:v>181</c:v>
                </c:pt>
                <c:pt idx="6950">
                  <c:v>180.8</c:v>
                </c:pt>
                <c:pt idx="6951">
                  <c:v>180.2</c:v>
                </c:pt>
                <c:pt idx="6952">
                  <c:v>179.9</c:v>
                </c:pt>
                <c:pt idx="6953">
                  <c:v>180.3</c:v>
                </c:pt>
                <c:pt idx="6954">
                  <c:v>180.5</c:v>
                </c:pt>
                <c:pt idx="6955">
                  <c:v>180.6</c:v>
                </c:pt>
                <c:pt idx="6956">
                  <c:v>180.3</c:v>
                </c:pt>
                <c:pt idx="6957">
                  <c:v>180.3</c:v>
                </c:pt>
                <c:pt idx="6958">
                  <c:v>180.4</c:v>
                </c:pt>
                <c:pt idx="6959">
                  <c:v>180.4</c:v>
                </c:pt>
                <c:pt idx="6960">
                  <c:v>180.5</c:v>
                </c:pt>
                <c:pt idx="6961">
                  <c:v>180</c:v>
                </c:pt>
                <c:pt idx="6962">
                  <c:v>179.9</c:v>
                </c:pt>
                <c:pt idx="6963">
                  <c:v>180.2</c:v>
                </c:pt>
                <c:pt idx="6964">
                  <c:v>180.8</c:v>
                </c:pt>
                <c:pt idx="6965">
                  <c:v>180.9</c:v>
                </c:pt>
                <c:pt idx="6966">
                  <c:v>181</c:v>
                </c:pt>
                <c:pt idx="6967">
                  <c:v>180.9</c:v>
                </c:pt>
                <c:pt idx="6968">
                  <c:v>180.5</c:v>
                </c:pt>
                <c:pt idx="6969">
                  <c:v>180.7</c:v>
                </c:pt>
                <c:pt idx="6970">
                  <c:v>181.1</c:v>
                </c:pt>
                <c:pt idx="6971">
                  <c:v>181.1</c:v>
                </c:pt>
                <c:pt idx="6972">
                  <c:v>181.4</c:v>
                </c:pt>
                <c:pt idx="6973">
                  <c:v>181.3</c:v>
                </c:pt>
                <c:pt idx="6974">
                  <c:v>181.7</c:v>
                </c:pt>
                <c:pt idx="6975">
                  <c:v>181.6</c:v>
                </c:pt>
                <c:pt idx="6976">
                  <c:v>181.8</c:v>
                </c:pt>
                <c:pt idx="6977">
                  <c:v>180.9</c:v>
                </c:pt>
                <c:pt idx="6978">
                  <c:v>180.6</c:v>
                </c:pt>
                <c:pt idx="6979">
                  <c:v>180.6</c:v>
                </c:pt>
                <c:pt idx="6980">
                  <c:v>180.4</c:v>
                </c:pt>
                <c:pt idx="6981">
                  <c:v>180.3</c:v>
                </c:pt>
                <c:pt idx="6982">
                  <c:v>180.8</c:v>
                </c:pt>
                <c:pt idx="6983">
                  <c:v>180</c:v>
                </c:pt>
                <c:pt idx="6984">
                  <c:v>179.5</c:v>
                </c:pt>
                <c:pt idx="6985">
                  <c:v>179.2</c:v>
                </c:pt>
                <c:pt idx="6986">
                  <c:v>179.4</c:v>
                </c:pt>
                <c:pt idx="6987">
                  <c:v>179.4</c:v>
                </c:pt>
                <c:pt idx="6988">
                  <c:v>179.8</c:v>
                </c:pt>
                <c:pt idx="6989">
                  <c:v>180.1</c:v>
                </c:pt>
                <c:pt idx="6990">
                  <c:v>180.6</c:v>
                </c:pt>
                <c:pt idx="6991">
                  <c:v>180.9</c:v>
                </c:pt>
                <c:pt idx="6992">
                  <c:v>180.6</c:v>
                </c:pt>
                <c:pt idx="6993">
                  <c:v>180.9</c:v>
                </c:pt>
                <c:pt idx="6994">
                  <c:v>180.9</c:v>
                </c:pt>
                <c:pt idx="6995">
                  <c:v>180.6</c:v>
                </c:pt>
                <c:pt idx="6996">
                  <c:v>181.5</c:v>
                </c:pt>
                <c:pt idx="6997">
                  <c:v>181.6</c:v>
                </c:pt>
                <c:pt idx="6998">
                  <c:v>181.7</c:v>
                </c:pt>
                <c:pt idx="6999">
                  <c:v>181</c:v>
                </c:pt>
                <c:pt idx="7000">
                  <c:v>181.7</c:v>
                </c:pt>
                <c:pt idx="7001">
                  <c:v>180.8</c:v>
                </c:pt>
                <c:pt idx="7002">
                  <c:v>180.5</c:v>
                </c:pt>
                <c:pt idx="7003">
                  <c:v>179.8</c:v>
                </c:pt>
                <c:pt idx="7004">
                  <c:v>179.8</c:v>
                </c:pt>
                <c:pt idx="7005">
                  <c:v>179.7</c:v>
                </c:pt>
                <c:pt idx="7006">
                  <c:v>179</c:v>
                </c:pt>
                <c:pt idx="7007">
                  <c:v>179.1</c:v>
                </c:pt>
                <c:pt idx="7008">
                  <c:v>179.3</c:v>
                </c:pt>
                <c:pt idx="7009">
                  <c:v>179.4</c:v>
                </c:pt>
                <c:pt idx="7010">
                  <c:v>179.9</c:v>
                </c:pt>
                <c:pt idx="7011">
                  <c:v>180.1</c:v>
                </c:pt>
                <c:pt idx="7012">
                  <c:v>180</c:v>
                </c:pt>
                <c:pt idx="7013">
                  <c:v>180.1</c:v>
                </c:pt>
                <c:pt idx="7014">
                  <c:v>180.2</c:v>
                </c:pt>
                <c:pt idx="7015">
                  <c:v>180.8</c:v>
                </c:pt>
                <c:pt idx="7016">
                  <c:v>180.8</c:v>
                </c:pt>
                <c:pt idx="7017">
                  <c:v>181.3</c:v>
                </c:pt>
                <c:pt idx="7018">
                  <c:v>181.4</c:v>
                </c:pt>
                <c:pt idx="7019">
                  <c:v>181.6</c:v>
                </c:pt>
                <c:pt idx="7020">
                  <c:v>181.4</c:v>
                </c:pt>
                <c:pt idx="7021">
                  <c:v>181.2</c:v>
                </c:pt>
                <c:pt idx="7022">
                  <c:v>181.5</c:v>
                </c:pt>
                <c:pt idx="7023">
                  <c:v>181.7</c:v>
                </c:pt>
                <c:pt idx="7024">
                  <c:v>181.2</c:v>
                </c:pt>
                <c:pt idx="7025">
                  <c:v>181.5</c:v>
                </c:pt>
                <c:pt idx="7026">
                  <c:v>181.8</c:v>
                </c:pt>
                <c:pt idx="7027">
                  <c:v>182</c:v>
                </c:pt>
                <c:pt idx="7028">
                  <c:v>181.8</c:v>
                </c:pt>
                <c:pt idx="7029">
                  <c:v>181.7</c:v>
                </c:pt>
                <c:pt idx="7030">
                  <c:v>181.4</c:v>
                </c:pt>
                <c:pt idx="7031">
                  <c:v>181</c:v>
                </c:pt>
                <c:pt idx="7032">
                  <c:v>181.1</c:v>
                </c:pt>
                <c:pt idx="7033">
                  <c:v>181.3</c:v>
                </c:pt>
                <c:pt idx="7034">
                  <c:v>181.5</c:v>
                </c:pt>
                <c:pt idx="7035">
                  <c:v>180.9</c:v>
                </c:pt>
                <c:pt idx="7036">
                  <c:v>180.1</c:v>
                </c:pt>
                <c:pt idx="7037">
                  <c:v>179.9</c:v>
                </c:pt>
                <c:pt idx="7038">
                  <c:v>179.4</c:v>
                </c:pt>
                <c:pt idx="7039">
                  <c:v>179.5</c:v>
                </c:pt>
                <c:pt idx="7040">
                  <c:v>179.9</c:v>
                </c:pt>
                <c:pt idx="7041">
                  <c:v>179.9</c:v>
                </c:pt>
                <c:pt idx="7042">
                  <c:v>180.1</c:v>
                </c:pt>
                <c:pt idx="7043">
                  <c:v>179.7</c:v>
                </c:pt>
                <c:pt idx="7044">
                  <c:v>180</c:v>
                </c:pt>
                <c:pt idx="7045">
                  <c:v>180.3</c:v>
                </c:pt>
                <c:pt idx="7046">
                  <c:v>180.4</c:v>
                </c:pt>
                <c:pt idx="7047">
                  <c:v>181</c:v>
                </c:pt>
                <c:pt idx="7048">
                  <c:v>180.6</c:v>
                </c:pt>
                <c:pt idx="7049">
                  <c:v>180.5</c:v>
                </c:pt>
                <c:pt idx="7050">
                  <c:v>180.4</c:v>
                </c:pt>
                <c:pt idx="7051">
                  <c:v>179.9</c:v>
                </c:pt>
                <c:pt idx="7052">
                  <c:v>179.3</c:v>
                </c:pt>
                <c:pt idx="7053">
                  <c:v>179.1</c:v>
                </c:pt>
                <c:pt idx="7054">
                  <c:v>180.1</c:v>
                </c:pt>
                <c:pt idx="7055">
                  <c:v>180</c:v>
                </c:pt>
                <c:pt idx="7056">
                  <c:v>179.9</c:v>
                </c:pt>
                <c:pt idx="7057">
                  <c:v>179.7</c:v>
                </c:pt>
                <c:pt idx="7058">
                  <c:v>179.6</c:v>
                </c:pt>
                <c:pt idx="7059">
                  <c:v>179.8</c:v>
                </c:pt>
                <c:pt idx="7060">
                  <c:v>180.4</c:v>
                </c:pt>
                <c:pt idx="7061">
                  <c:v>181.1</c:v>
                </c:pt>
                <c:pt idx="7062">
                  <c:v>180.9</c:v>
                </c:pt>
                <c:pt idx="7063">
                  <c:v>181.1</c:v>
                </c:pt>
                <c:pt idx="7064">
                  <c:v>180.9</c:v>
                </c:pt>
                <c:pt idx="7065">
                  <c:v>181.6</c:v>
                </c:pt>
                <c:pt idx="7066">
                  <c:v>181.8</c:v>
                </c:pt>
                <c:pt idx="7067">
                  <c:v>181.8</c:v>
                </c:pt>
                <c:pt idx="7068">
                  <c:v>181.9</c:v>
                </c:pt>
                <c:pt idx="7069">
                  <c:v>181.4</c:v>
                </c:pt>
                <c:pt idx="7070">
                  <c:v>180.7</c:v>
                </c:pt>
                <c:pt idx="7071">
                  <c:v>180.3</c:v>
                </c:pt>
                <c:pt idx="7072">
                  <c:v>179.9</c:v>
                </c:pt>
                <c:pt idx="7073">
                  <c:v>179.8</c:v>
                </c:pt>
                <c:pt idx="7074">
                  <c:v>179.3</c:v>
                </c:pt>
                <c:pt idx="7075">
                  <c:v>179.2</c:v>
                </c:pt>
                <c:pt idx="7076">
                  <c:v>179.2</c:v>
                </c:pt>
                <c:pt idx="7077">
                  <c:v>179.5</c:v>
                </c:pt>
                <c:pt idx="7078">
                  <c:v>179.7</c:v>
                </c:pt>
                <c:pt idx="7079">
                  <c:v>179.9</c:v>
                </c:pt>
                <c:pt idx="7080">
                  <c:v>180</c:v>
                </c:pt>
                <c:pt idx="7081">
                  <c:v>180.3</c:v>
                </c:pt>
                <c:pt idx="7082">
                  <c:v>180.7</c:v>
                </c:pt>
                <c:pt idx="7083">
                  <c:v>180.3</c:v>
                </c:pt>
                <c:pt idx="7084">
                  <c:v>180.2</c:v>
                </c:pt>
                <c:pt idx="7085">
                  <c:v>180.3</c:v>
                </c:pt>
                <c:pt idx="7086">
                  <c:v>180.4</c:v>
                </c:pt>
                <c:pt idx="7087">
                  <c:v>180.3</c:v>
                </c:pt>
                <c:pt idx="7088">
                  <c:v>180</c:v>
                </c:pt>
                <c:pt idx="7089">
                  <c:v>180.1</c:v>
                </c:pt>
                <c:pt idx="7090">
                  <c:v>180.7</c:v>
                </c:pt>
                <c:pt idx="7091">
                  <c:v>180.8</c:v>
                </c:pt>
                <c:pt idx="7092">
                  <c:v>180.8</c:v>
                </c:pt>
                <c:pt idx="7093">
                  <c:v>180.7</c:v>
                </c:pt>
                <c:pt idx="7094">
                  <c:v>181.1</c:v>
                </c:pt>
                <c:pt idx="7095">
                  <c:v>180.8</c:v>
                </c:pt>
                <c:pt idx="7096">
                  <c:v>180.4</c:v>
                </c:pt>
                <c:pt idx="7097">
                  <c:v>180.3</c:v>
                </c:pt>
                <c:pt idx="7098">
                  <c:v>180.1</c:v>
                </c:pt>
                <c:pt idx="7099">
                  <c:v>180.6</c:v>
                </c:pt>
                <c:pt idx="7100">
                  <c:v>181</c:v>
                </c:pt>
                <c:pt idx="7101">
                  <c:v>181.2</c:v>
                </c:pt>
                <c:pt idx="7102">
                  <c:v>180.7</c:v>
                </c:pt>
                <c:pt idx="7103">
                  <c:v>180.4</c:v>
                </c:pt>
                <c:pt idx="7104">
                  <c:v>180.7</c:v>
                </c:pt>
                <c:pt idx="7105">
                  <c:v>180.2</c:v>
                </c:pt>
                <c:pt idx="7106">
                  <c:v>180.2</c:v>
                </c:pt>
                <c:pt idx="7107">
                  <c:v>180.3</c:v>
                </c:pt>
                <c:pt idx="7108">
                  <c:v>180.4</c:v>
                </c:pt>
                <c:pt idx="7109">
                  <c:v>180.8</c:v>
                </c:pt>
                <c:pt idx="7110">
                  <c:v>180.7</c:v>
                </c:pt>
                <c:pt idx="7111">
                  <c:v>181.3</c:v>
                </c:pt>
                <c:pt idx="7112">
                  <c:v>181.7</c:v>
                </c:pt>
                <c:pt idx="7113">
                  <c:v>181.8</c:v>
                </c:pt>
                <c:pt idx="7114">
                  <c:v>181.6</c:v>
                </c:pt>
                <c:pt idx="7115">
                  <c:v>181.5</c:v>
                </c:pt>
                <c:pt idx="7116">
                  <c:v>181.2</c:v>
                </c:pt>
                <c:pt idx="7117">
                  <c:v>180.8</c:v>
                </c:pt>
                <c:pt idx="7118">
                  <c:v>180.7</c:v>
                </c:pt>
                <c:pt idx="7119">
                  <c:v>180.8</c:v>
                </c:pt>
                <c:pt idx="7120">
                  <c:v>181.5</c:v>
                </c:pt>
                <c:pt idx="7121">
                  <c:v>181.4</c:v>
                </c:pt>
                <c:pt idx="7122">
                  <c:v>181.5</c:v>
                </c:pt>
                <c:pt idx="7123">
                  <c:v>180.8</c:v>
                </c:pt>
                <c:pt idx="7124">
                  <c:v>180.5</c:v>
                </c:pt>
                <c:pt idx="7125">
                  <c:v>180.9</c:v>
                </c:pt>
                <c:pt idx="7126">
                  <c:v>180.6</c:v>
                </c:pt>
                <c:pt idx="7127">
                  <c:v>180.2</c:v>
                </c:pt>
                <c:pt idx="7128">
                  <c:v>180.1</c:v>
                </c:pt>
                <c:pt idx="7129">
                  <c:v>180.2</c:v>
                </c:pt>
                <c:pt idx="7130">
                  <c:v>180.5</c:v>
                </c:pt>
                <c:pt idx="7131">
                  <c:v>180.3</c:v>
                </c:pt>
                <c:pt idx="7132">
                  <c:v>180.2</c:v>
                </c:pt>
                <c:pt idx="7133">
                  <c:v>179.9</c:v>
                </c:pt>
                <c:pt idx="7134">
                  <c:v>179.7</c:v>
                </c:pt>
                <c:pt idx="7135">
                  <c:v>179.4</c:v>
                </c:pt>
                <c:pt idx="7136">
                  <c:v>179.3</c:v>
                </c:pt>
                <c:pt idx="7137">
                  <c:v>179.2</c:v>
                </c:pt>
                <c:pt idx="7138">
                  <c:v>179.1</c:v>
                </c:pt>
                <c:pt idx="7139">
                  <c:v>179.8</c:v>
                </c:pt>
                <c:pt idx="7140">
                  <c:v>180.2</c:v>
                </c:pt>
                <c:pt idx="7141">
                  <c:v>180.8</c:v>
                </c:pt>
                <c:pt idx="7142">
                  <c:v>181.6</c:v>
                </c:pt>
                <c:pt idx="7143">
                  <c:v>181.4</c:v>
                </c:pt>
                <c:pt idx="7144">
                  <c:v>181.8</c:v>
                </c:pt>
                <c:pt idx="7145">
                  <c:v>181.5</c:v>
                </c:pt>
                <c:pt idx="7146">
                  <c:v>181.3</c:v>
                </c:pt>
                <c:pt idx="7147">
                  <c:v>181.8</c:v>
                </c:pt>
                <c:pt idx="7148">
                  <c:v>181.4</c:v>
                </c:pt>
                <c:pt idx="7149">
                  <c:v>182</c:v>
                </c:pt>
                <c:pt idx="7150">
                  <c:v>181.6</c:v>
                </c:pt>
                <c:pt idx="7151">
                  <c:v>181.1</c:v>
                </c:pt>
                <c:pt idx="7152">
                  <c:v>180.8</c:v>
                </c:pt>
                <c:pt idx="7153">
                  <c:v>181.1</c:v>
                </c:pt>
                <c:pt idx="7154">
                  <c:v>181</c:v>
                </c:pt>
                <c:pt idx="7155">
                  <c:v>181.7</c:v>
                </c:pt>
                <c:pt idx="7156">
                  <c:v>181.4</c:v>
                </c:pt>
                <c:pt idx="7157">
                  <c:v>181</c:v>
                </c:pt>
                <c:pt idx="7158">
                  <c:v>181.3</c:v>
                </c:pt>
                <c:pt idx="7159">
                  <c:v>180.6</c:v>
                </c:pt>
                <c:pt idx="7160">
                  <c:v>180.2</c:v>
                </c:pt>
                <c:pt idx="7161">
                  <c:v>180</c:v>
                </c:pt>
                <c:pt idx="7162">
                  <c:v>179.9</c:v>
                </c:pt>
                <c:pt idx="7163">
                  <c:v>179.7</c:v>
                </c:pt>
                <c:pt idx="7164">
                  <c:v>179.9</c:v>
                </c:pt>
                <c:pt idx="7165">
                  <c:v>179.6</c:v>
                </c:pt>
                <c:pt idx="7166">
                  <c:v>179.9</c:v>
                </c:pt>
                <c:pt idx="7167">
                  <c:v>180.4</c:v>
                </c:pt>
                <c:pt idx="7168">
                  <c:v>180.3</c:v>
                </c:pt>
                <c:pt idx="7169">
                  <c:v>180.5</c:v>
                </c:pt>
                <c:pt idx="7170">
                  <c:v>180.8</c:v>
                </c:pt>
                <c:pt idx="7171">
                  <c:v>180.9</c:v>
                </c:pt>
                <c:pt idx="7172">
                  <c:v>180.5</c:v>
                </c:pt>
                <c:pt idx="7173">
                  <c:v>180.5</c:v>
                </c:pt>
                <c:pt idx="7174">
                  <c:v>180.7</c:v>
                </c:pt>
                <c:pt idx="7175">
                  <c:v>180.7</c:v>
                </c:pt>
                <c:pt idx="7176">
                  <c:v>180.9</c:v>
                </c:pt>
                <c:pt idx="7177">
                  <c:v>181.4</c:v>
                </c:pt>
                <c:pt idx="7178">
                  <c:v>181.6</c:v>
                </c:pt>
                <c:pt idx="7179">
                  <c:v>181.5</c:v>
                </c:pt>
                <c:pt idx="7180">
                  <c:v>181.5</c:v>
                </c:pt>
                <c:pt idx="7181">
                  <c:v>180.3</c:v>
                </c:pt>
                <c:pt idx="7182">
                  <c:v>179.6</c:v>
                </c:pt>
                <c:pt idx="7183">
                  <c:v>179.1</c:v>
                </c:pt>
                <c:pt idx="7184">
                  <c:v>178.7</c:v>
                </c:pt>
                <c:pt idx="7185">
                  <c:v>178.3</c:v>
                </c:pt>
                <c:pt idx="7186">
                  <c:v>178</c:v>
                </c:pt>
                <c:pt idx="7187">
                  <c:v>178.4</c:v>
                </c:pt>
                <c:pt idx="7188">
                  <c:v>179.3</c:v>
                </c:pt>
                <c:pt idx="7189">
                  <c:v>180</c:v>
                </c:pt>
                <c:pt idx="7190">
                  <c:v>179.9</c:v>
                </c:pt>
                <c:pt idx="7191">
                  <c:v>179.8</c:v>
                </c:pt>
                <c:pt idx="7192">
                  <c:v>179.8</c:v>
                </c:pt>
                <c:pt idx="7193">
                  <c:v>180.4</c:v>
                </c:pt>
                <c:pt idx="7194">
                  <c:v>180.4</c:v>
                </c:pt>
                <c:pt idx="7195">
                  <c:v>180.1</c:v>
                </c:pt>
                <c:pt idx="7196">
                  <c:v>180.3</c:v>
                </c:pt>
                <c:pt idx="7197">
                  <c:v>180.5</c:v>
                </c:pt>
                <c:pt idx="7198">
                  <c:v>180.6</c:v>
                </c:pt>
                <c:pt idx="7199">
                  <c:v>180.5</c:v>
                </c:pt>
                <c:pt idx="7200">
                  <c:v>180.6</c:v>
                </c:pt>
                <c:pt idx="7201">
                  <c:v>180.5</c:v>
                </c:pt>
                <c:pt idx="7202">
                  <c:v>180.1</c:v>
                </c:pt>
                <c:pt idx="7203">
                  <c:v>180.1</c:v>
                </c:pt>
                <c:pt idx="7204">
                  <c:v>179.8</c:v>
                </c:pt>
                <c:pt idx="7205">
                  <c:v>180</c:v>
                </c:pt>
                <c:pt idx="7206">
                  <c:v>180</c:v>
                </c:pt>
                <c:pt idx="7207">
                  <c:v>180.9</c:v>
                </c:pt>
                <c:pt idx="7208">
                  <c:v>181.2</c:v>
                </c:pt>
                <c:pt idx="7209">
                  <c:v>181</c:v>
                </c:pt>
                <c:pt idx="7210">
                  <c:v>180.7</c:v>
                </c:pt>
                <c:pt idx="7211">
                  <c:v>181.3</c:v>
                </c:pt>
                <c:pt idx="7212">
                  <c:v>181.2</c:v>
                </c:pt>
                <c:pt idx="7213">
                  <c:v>181</c:v>
                </c:pt>
                <c:pt idx="7214">
                  <c:v>181.4</c:v>
                </c:pt>
                <c:pt idx="7215">
                  <c:v>181.5</c:v>
                </c:pt>
                <c:pt idx="7216">
                  <c:v>180.8</c:v>
                </c:pt>
                <c:pt idx="7217">
                  <c:v>180.4</c:v>
                </c:pt>
                <c:pt idx="7218">
                  <c:v>180.3</c:v>
                </c:pt>
                <c:pt idx="7219">
                  <c:v>180.3</c:v>
                </c:pt>
                <c:pt idx="7220">
                  <c:v>180.1</c:v>
                </c:pt>
                <c:pt idx="7221">
                  <c:v>180</c:v>
                </c:pt>
                <c:pt idx="7222">
                  <c:v>180.3</c:v>
                </c:pt>
                <c:pt idx="7223">
                  <c:v>180.6</c:v>
                </c:pt>
                <c:pt idx="7224">
                  <c:v>180.6</c:v>
                </c:pt>
                <c:pt idx="7225">
                  <c:v>181.1</c:v>
                </c:pt>
                <c:pt idx="7226">
                  <c:v>183</c:v>
                </c:pt>
                <c:pt idx="7227">
                  <c:v>183</c:v>
                </c:pt>
                <c:pt idx="7228">
                  <c:v>182.8</c:v>
                </c:pt>
                <c:pt idx="7229">
                  <c:v>182.3</c:v>
                </c:pt>
                <c:pt idx="7230">
                  <c:v>181.5</c:v>
                </c:pt>
                <c:pt idx="7231">
                  <c:v>180.9</c:v>
                </c:pt>
                <c:pt idx="7232">
                  <c:v>180.3</c:v>
                </c:pt>
                <c:pt idx="7233">
                  <c:v>180.1</c:v>
                </c:pt>
                <c:pt idx="7234">
                  <c:v>179.8</c:v>
                </c:pt>
                <c:pt idx="7235">
                  <c:v>180</c:v>
                </c:pt>
                <c:pt idx="7236">
                  <c:v>179.8</c:v>
                </c:pt>
                <c:pt idx="7237">
                  <c:v>179.4</c:v>
                </c:pt>
                <c:pt idx="7238">
                  <c:v>179.3</c:v>
                </c:pt>
                <c:pt idx="7239">
                  <c:v>179.8</c:v>
                </c:pt>
                <c:pt idx="7240">
                  <c:v>180.3</c:v>
                </c:pt>
                <c:pt idx="7241">
                  <c:v>180.3</c:v>
                </c:pt>
                <c:pt idx="7242">
                  <c:v>180.8</c:v>
                </c:pt>
                <c:pt idx="7243">
                  <c:v>181.2</c:v>
                </c:pt>
                <c:pt idx="7244">
                  <c:v>181.3</c:v>
                </c:pt>
                <c:pt idx="7245">
                  <c:v>181.2</c:v>
                </c:pt>
                <c:pt idx="7246">
                  <c:v>181.2</c:v>
                </c:pt>
                <c:pt idx="7247">
                  <c:v>181.1</c:v>
                </c:pt>
                <c:pt idx="7248">
                  <c:v>180.9</c:v>
                </c:pt>
                <c:pt idx="7249">
                  <c:v>180.6</c:v>
                </c:pt>
                <c:pt idx="7250">
                  <c:v>181.3</c:v>
                </c:pt>
                <c:pt idx="7251">
                  <c:v>181.5</c:v>
                </c:pt>
                <c:pt idx="7252">
                  <c:v>181.3</c:v>
                </c:pt>
                <c:pt idx="7253">
                  <c:v>181.2</c:v>
                </c:pt>
                <c:pt idx="7254">
                  <c:v>182.1</c:v>
                </c:pt>
                <c:pt idx="7255">
                  <c:v>182</c:v>
                </c:pt>
                <c:pt idx="7256">
                  <c:v>182.6</c:v>
                </c:pt>
                <c:pt idx="7257">
                  <c:v>183.5</c:v>
                </c:pt>
                <c:pt idx="7258">
                  <c:v>183.1</c:v>
                </c:pt>
                <c:pt idx="7259">
                  <c:v>183.1</c:v>
                </c:pt>
                <c:pt idx="7260">
                  <c:v>183.4</c:v>
                </c:pt>
                <c:pt idx="7261">
                  <c:v>183.6</c:v>
                </c:pt>
                <c:pt idx="7262">
                  <c:v>183.4</c:v>
                </c:pt>
                <c:pt idx="7263">
                  <c:v>182.8</c:v>
                </c:pt>
                <c:pt idx="7264">
                  <c:v>182.6</c:v>
                </c:pt>
                <c:pt idx="7265">
                  <c:v>183.3</c:v>
                </c:pt>
                <c:pt idx="7266">
                  <c:v>183.8</c:v>
                </c:pt>
                <c:pt idx="7267">
                  <c:v>183.6</c:v>
                </c:pt>
                <c:pt idx="7268">
                  <c:v>183.5</c:v>
                </c:pt>
                <c:pt idx="7269">
                  <c:v>183.5</c:v>
                </c:pt>
                <c:pt idx="7270">
                  <c:v>184.1</c:v>
                </c:pt>
                <c:pt idx="7271">
                  <c:v>184.7</c:v>
                </c:pt>
                <c:pt idx="7272">
                  <c:v>184</c:v>
                </c:pt>
                <c:pt idx="7273">
                  <c:v>183.3</c:v>
                </c:pt>
                <c:pt idx="7274">
                  <c:v>183.1</c:v>
                </c:pt>
                <c:pt idx="7275">
                  <c:v>182.4</c:v>
                </c:pt>
                <c:pt idx="7276">
                  <c:v>181.7</c:v>
                </c:pt>
                <c:pt idx="7277">
                  <c:v>181.6</c:v>
                </c:pt>
                <c:pt idx="7278">
                  <c:v>181.6</c:v>
                </c:pt>
                <c:pt idx="7279">
                  <c:v>181.7</c:v>
                </c:pt>
                <c:pt idx="7280">
                  <c:v>181.2</c:v>
                </c:pt>
                <c:pt idx="7281">
                  <c:v>180.7</c:v>
                </c:pt>
                <c:pt idx="7282">
                  <c:v>180.5</c:v>
                </c:pt>
                <c:pt idx="7283">
                  <c:v>180.8</c:v>
                </c:pt>
                <c:pt idx="7284">
                  <c:v>181.9</c:v>
                </c:pt>
                <c:pt idx="7285">
                  <c:v>181.7</c:v>
                </c:pt>
                <c:pt idx="7286">
                  <c:v>181.3</c:v>
                </c:pt>
                <c:pt idx="7287">
                  <c:v>181.2</c:v>
                </c:pt>
                <c:pt idx="7288">
                  <c:v>181.8</c:v>
                </c:pt>
                <c:pt idx="7289">
                  <c:v>182.3</c:v>
                </c:pt>
                <c:pt idx="7290">
                  <c:v>182.5</c:v>
                </c:pt>
                <c:pt idx="7291">
                  <c:v>182.3</c:v>
                </c:pt>
                <c:pt idx="7292">
                  <c:v>182.3</c:v>
                </c:pt>
                <c:pt idx="7293">
                  <c:v>182.1</c:v>
                </c:pt>
                <c:pt idx="7294">
                  <c:v>181.8</c:v>
                </c:pt>
                <c:pt idx="7295">
                  <c:v>182</c:v>
                </c:pt>
                <c:pt idx="7296">
                  <c:v>181.6</c:v>
                </c:pt>
                <c:pt idx="7297">
                  <c:v>181</c:v>
                </c:pt>
                <c:pt idx="7298">
                  <c:v>180.8</c:v>
                </c:pt>
                <c:pt idx="7299">
                  <c:v>180.5</c:v>
                </c:pt>
                <c:pt idx="7300">
                  <c:v>180.2</c:v>
                </c:pt>
                <c:pt idx="7301">
                  <c:v>180</c:v>
                </c:pt>
                <c:pt idx="7302">
                  <c:v>179.8</c:v>
                </c:pt>
                <c:pt idx="7303">
                  <c:v>179.8</c:v>
                </c:pt>
                <c:pt idx="7304">
                  <c:v>180.3</c:v>
                </c:pt>
                <c:pt idx="7305">
                  <c:v>180.7</c:v>
                </c:pt>
                <c:pt idx="7306">
                  <c:v>180.5</c:v>
                </c:pt>
                <c:pt idx="7307">
                  <c:v>181</c:v>
                </c:pt>
                <c:pt idx="7308">
                  <c:v>180.8</c:v>
                </c:pt>
                <c:pt idx="7309">
                  <c:v>180.8</c:v>
                </c:pt>
                <c:pt idx="7310">
                  <c:v>180.8</c:v>
                </c:pt>
                <c:pt idx="7311">
                  <c:v>180.6</c:v>
                </c:pt>
                <c:pt idx="7312">
                  <c:v>180.3</c:v>
                </c:pt>
                <c:pt idx="7313">
                  <c:v>180.7</c:v>
                </c:pt>
                <c:pt idx="7314">
                  <c:v>181</c:v>
                </c:pt>
                <c:pt idx="7315">
                  <c:v>181.3</c:v>
                </c:pt>
                <c:pt idx="7316">
                  <c:v>181.8</c:v>
                </c:pt>
                <c:pt idx="7317">
                  <c:v>182.1</c:v>
                </c:pt>
                <c:pt idx="7318">
                  <c:v>181.7</c:v>
                </c:pt>
                <c:pt idx="7319">
                  <c:v>181.7</c:v>
                </c:pt>
                <c:pt idx="7320">
                  <c:v>181.5</c:v>
                </c:pt>
                <c:pt idx="7321">
                  <c:v>181.6</c:v>
                </c:pt>
                <c:pt idx="7322">
                  <c:v>181.4</c:v>
                </c:pt>
                <c:pt idx="7323">
                  <c:v>181.1</c:v>
                </c:pt>
                <c:pt idx="7324">
                  <c:v>181</c:v>
                </c:pt>
                <c:pt idx="7325">
                  <c:v>180.4</c:v>
                </c:pt>
                <c:pt idx="7326">
                  <c:v>180.3</c:v>
                </c:pt>
                <c:pt idx="7327">
                  <c:v>180.4</c:v>
                </c:pt>
                <c:pt idx="7328">
                  <c:v>180.8</c:v>
                </c:pt>
                <c:pt idx="7329">
                  <c:v>181.2</c:v>
                </c:pt>
                <c:pt idx="7330">
                  <c:v>181</c:v>
                </c:pt>
                <c:pt idx="7331">
                  <c:v>180.9</c:v>
                </c:pt>
                <c:pt idx="7332">
                  <c:v>180.2</c:v>
                </c:pt>
                <c:pt idx="7333">
                  <c:v>180.4</c:v>
                </c:pt>
                <c:pt idx="7334">
                  <c:v>180.8</c:v>
                </c:pt>
                <c:pt idx="7335">
                  <c:v>180.8</c:v>
                </c:pt>
                <c:pt idx="7336">
                  <c:v>180.7</c:v>
                </c:pt>
                <c:pt idx="7337">
                  <c:v>180.6</c:v>
                </c:pt>
                <c:pt idx="7338">
                  <c:v>180.6</c:v>
                </c:pt>
                <c:pt idx="7339">
                  <c:v>181.1</c:v>
                </c:pt>
                <c:pt idx="7340">
                  <c:v>181.4</c:v>
                </c:pt>
                <c:pt idx="7341">
                  <c:v>182</c:v>
                </c:pt>
                <c:pt idx="7342">
                  <c:v>181.9</c:v>
                </c:pt>
                <c:pt idx="7343">
                  <c:v>181.7</c:v>
                </c:pt>
                <c:pt idx="7344">
                  <c:v>180.9</c:v>
                </c:pt>
                <c:pt idx="7345">
                  <c:v>180.5</c:v>
                </c:pt>
                <c:pt idx="7346">
                  <c:v>180.8</c:v>
                </c:pt>
                <c:pt idx="7347">
                  <c:v>181.8</c:v>
                </c:pt>
                <c:pt idx="7348">
                  <c:v>180.8</c:v>
                </c:pt>
                <c:pt idx="7349">
                  <c:v>180.1</c:v>
                </c:pt>
                <c:pt idx="7350">
                  <c:v>179.6</c:v>
                </c:pt>
                <c:pt idx="7351">
                  <c:v>179.5</c:v>
                </c:pt>
                <c:pt idx="7352">
                  <c:v>179.2</c:v>
                </c:pt>
                <c:pt idx="7353">
                  <c:v>179.1</c:v>
                </c:pt>
                <c:pt idx="7354">
                  <c:v>178.3</c:v>
                </c:pt>
                <c:pt idx="7355">
                  <c:v>178.6</c:v>
                </c:pt>
                <c:pt idx="7356">
                  <c:v>178.9</c:v>
                </c:pt>
                <c:pt idx="7357">
                  <c:v>86.3</c:v>
                </c:pt>
                <c:pt idx="7358">
                  <c:v>0</c:v>
                </c:pt>
                <c:pt idx="7359">
                  <c:v>0</c:v>
                </c:pt>
                <c:pt idx="7360">
                  <c:v>0</c:v>
                </c:pt>
                <c:pt idx="7361">
                  <c:v>0</c:v>
                </c:pt>
                <c:pt idx="7362">
                  <c:v>0</c:v>
                </c:pt>
                <c:pt idx="7363">
                  <c:v>0</c:v>
                </c:pt>
                <c:pt idx="7364">
                  <c:v>0</c:v>
                </c:pt>
                <c:pt idx="7365">
                  <c:v>0</c:v>
                </c:pt>
                <c:pt idx="7366">
                  <c:v>0</c:v>
                </c:pt>
                <c:pt idx="7367">
                  <c:v>0</c:v>
                </c:pt>
                <c:pt idx="7368">
                  <c:v>0</c:v>
                </c:pt>
                <c:pt idx="7369">
                  <c:v>0</c:v>
                </c:pt>
                <c:pt idx="7370">
                  <c:v>0</c:v>
                </c:pt>
                <c:pt idx="7371">
                  <c:v>0</c:v>
                </c:pt>
                <c:pt idx="7372">
                  <c:v>0</c:v>
                </c:pt>
                <c:pt idx="7373">
                  <c:v>0</c:v>
                </c:pt>
                <c:pt idx="7374">
                  <c:v>0</c:v>
                </c:pt>
                <c:pt idx="7375">
                  <c:v>0</c:v>
                </c:pt>
                <c:pt idx="7376">
                  <c:v>0</c:v>
                </c:pt>
                <c:pt idx="7377">
                  <c:v>0</c:v>
                </c:pt>
                <c:pt idx="7378">
                  <c:v>0</c:v>
                </c:pt>
                <c:pt idx="7379">
                  <c:v>0</c:v>
                </c:pt>
                <c:pt idx="7380">
                  <c:v>0</c:v>
                </c:pt>
                <c:pt idx="7381">
                  <c:v>0</c:v>
                </c:pt>
                <c:pt idx="7382">
                  <c:v>0</c:v>
                </c:pt>
                <c:pt idx="7383">
                  <c:v>0</c:v>
                </c:pt>
                <c:pt idx="7384">
                  <c:v>0</c:v>
                </c:pt>
                <c:pt idx="7385">
                  <c:v>0</c:v>
                </c:pt>
                <c:pt idx="7386">
                  <c:v>0</c:v>
                </c:pt>
                <c:pt idx="7387">
                  <c:v>0</c:v>
                </c:pt>
                <c:pt idx="7388">
                  <c:v>0</c:v>
                </c:pt>
                <c:pt idx="7389">
                  <c:v>0</c:v>
                </c:pt>
                <c:pt idx="7390">
                  <c:v>0</c:v>
                </c:pt>
                <c:pt idx="7391">
                  <c:v>0</c:v>
                </c:pt>
                <c:pt idx="7392">
                  <c:v>0</c:v>
                </c:pt>
                <c:pt idx="7393">
                  <c:v>0</c:v>
                </c:pt>
                <c:pt idx="7394">
                  <c:v>0</c:v>
                </c:pt>
                <c:pt idx="7395">
                  <c:v>0</c:v>
                </c:pt>
                <c:pt idx="7396">
                  <c:v>0</c:v>
                </c:pt>
                <c:pt idx="7397">
                  <c:v>0</c:v>
                </c:pt>
                <c:pt idx="7398">
                  <c:v>0</c:v>
                </c:pt>
                <c:pt idx="7399">
                  <c:v>0</c:v>
                </c:pt>
                <c:pt idx="7400">
                  <c:v>0</c:v>
                </c:pt>
                <c:pt idx="7401">
                  <c:v>0</c:v>
                </c:pt>
                <c:pt idx="7402">
                  <c:v>0</c:v>
                </c:pt>
                <c:pt idx="7403">
                  <c:v>0</c:v>
                </c:pt>
                <c:pt idx="7404">
                  <c:v>0</c:v>
                </c:pt>
                <c:pt idx="7405">
                  <c:v>0</c:v>
                </c:pt>
                <c:pt idx="7406">
                  <c:v>0</c:v>
                </c:pt>
                <c:pt idx="7407">
                  <c:v>0</c:v>
                </c:pt>
                <c:pt idx="7408">
                  <c:v>0</c:v>
                </c:pt>
                <c:pt idx="7409">
                  <c:v>0</c:v>
                </c:pt>
                <c:pt idx="7410">
                  <c:v>0</c:v>
                </c:pt>
                <c:pt idx="7411">
                  <c:v>0</c:v>
                </c:pt>
                <c:pt idx="7412">
                  <c:v>0</c:v>
                </c:pt>
                <c:pt idx="7413">
                  <c:v>0</c:v>
                </c:pt>
                <c:pt idx="7414">
                  <c:v>0</c:v>
                </c:pt>
                <c:pt idx="7415">
                  <c:v>0</c:v>
                </c:pt>
                <c:pt idx="7416">
                  <c:v>0</c:v>
                </c:pt>
                <c:pt idx="7417">
                  <c:v>0</c:v>
                </c:pt>
                <c:pt idx="7418">
                  <c:v>0</c:v>
                </c:pt>
                <c:pt idx="7419">
                  <c:v>0</c:v>
                </c:pt>
                <c:pt idx="7420">
                  <c:v>0</c:v>
                </c:pt>
                <c:pt idx="7421">
                  <c:v>0</c:v>
                </c:pt>
                <c:pt idx="7422">
                  <c:v>0</c:v>
                </c:pt>
                <c:pt idx="7423">
                  <c:v>0</c:v>
                </c:pt>
                <c:pt idx="7424">
                  <c:v>0</c:v>
                </c:pt>
                <c:pt idx="7425">
                  <c:v>0</c:v>
                </c:pt>
                <c:pt idx="7426">
                  <c:v>0</c:v>
                </c:pt>
                <c:pt idx="7427">
                  <c:v>0</c:v>
                </c:pt>
                <c:pt idx="7428">
                  <c:v>0</c:v>
                </c:pt>
                <c:pt idx="7429">
                  <c:v>0</c:v>
                </c:pt>
                <c:pt idx="7430">
                  <c:v>0</c:v>
                </c:pt>
                <c:pt idx="7431">
                  <c:v>0</c:v>
                </c:pt>
                <c:pt idx="7432">
                  <c:v>0</c:v>
                </c:pt>
                <c:pt idx="7433">
                  <c:v>0</c:v>
                </c:pt>
                <c:pt idx="7434">
                  <c:v>0</c:v>
                </c:pt>
                <c:pt idx="7435">
                  <c:v>0</c:v>
                </c:pt>
                <c:pt idx="7436">
                  <c:v>0</c:v>
                </c:pt>
                <c:pt idx="7437">
                  <c:v>0</c:v>
                </c:pt>
                <c:pt idx="7438">
                  <c:v>0</c:v>
                </c:pt>
                <c:pt idx="7439">
                  <c:v>0</c:v>
                </c:pt>
                <c:pt idx="7440">
                  <c:v>0</c:v>
                </c:pt>
                <c:pt idx="7441">
                  <c:v>0</c:v>
                </c:pt>
                <c:pt idx="7442">
                  <c:v>0</c:v>
                </c:pt>
                <c:pt idx="7443">
                  <c:v>0</c:v>
                </c:pt>
                <c:pt idx="7444">
                  <c:v>0</c:v>
                </c:pt>
                <c:pt idx="7445">
                  <c:v>0</c:v>
                </c:pt>
                <c:pt idx="7446">
                  <c:v>0</c:v>
                </c:pt>
                <c:pt idx="7447">
                  <c:v>0</c:v>
                </c:pt>
                <c:pt idx="7448">
                  <c:v>0</c:v>
                </c:pt>
                <c:pt idx="7449">
                  <c:v>0</c:v>
                </c:pt>
                <c:pt idx="7450">
                  <c:v>0</c:v>
                </c:pt>
                <c:pt idx="7451">
                  <c:v>0</c:v>
                </c:pt>
                <c:pt idx="7452">
                  <c:v>0</c:v>
                </c:pt>
                <c:pt idx="7453">
                  <c:v>0</c:v>
                </c:pt>
                <c:pt idx="7454">
                  <c:v>0</c:v>
                </c:pt>
                <c:pt idx="7455">
                  <c:v>0</c:v>
                </c:pt>
                <c:pt idx="7456">
                  <c:v>0</c:v>
                </c:pt>
                <c:pt idx="7457">
                  <c:v>0</c:v>
                </c:pt>
                <c:pt idx="7458">
                  <c:v>0</c:v>
                </c:pt>
                <c:pt idx="7459">
                  <c:v>0</c:v>
                </c:pt>
                <c:pt idx="7460">
                  <c:v>0</c:v>
                </c:pt>
                <c:pt idx="7461">
                  <c:v>0</c:v>
                </c:pt>
                <c:pt idx="7462">
                  <c:v>0</c:v>
                </c:pt>
                <c:pt idx="7463">
                  <c:v>0</c:v>
                </c:pt>
                <c:pt idx="7464">
                  <c:v>0</c:v>
                </c:pt>
                <c:pt idx="7465">
                  <c:v>0</c:v>
                </c:pt>
                <c:pt idx="7466">
                  <c:v>0</c:v>
                </c:pt>
                <c:pt idx="7467">
                  <c:v>0</c:v>
                </c:pt>
                <c:pt idx="7468">
                  <c:v>0</c:v>
                </c:pt>
                <c:pt idx="7469">
                  <c:v>0</c:v>
                </c:pt>
                <c:pt idx="7470">
                  <c:v>0</c:v>
                </c:pt>
                <c:pt idx="7471">
                  <c:v>0</c:v>
                </c:pt>
                <c:pt idx="7472">
                  <c:v>0</c:v>
                </c:pt>
                <c:pt idx="7473">
                  <c:v>0</c:v>
                </c:pt>
                <c:pt idx="7474">
                  <c:v>0</c:v>
                </c:pt>
                <c:pt idx="7475">
                  <c:v>0</c:v>
                </c:pt>
                <c:pt idx="7476">
                  <c:v>0</c:v>
                </c:pt>
                <c:pt idx="7477">
                  <c:v>0</c:v>
                </c:pt>
                <c:pt idx="7478">
                  <c:v>0</c:v>
                </c:pt>
                <c:pt idx="7479">
                  <c:v>0</c:v>
                </c:pt>
                <c:pt idx="7480">
                  <c:v>0</c:v>
                </c:pt>
                <c:pt idx="7481">
                  <c:v>0</c:v>
                </c:pt>
                <c:pt idx="7482">
                  <c:v>0</c:v>
                </c:pt>
                <c:pt idx="7483">
                  <c:v>0</c:v>
                </c:pt>
                <c:pt idx="7484">
                  <c:v>0</c:v>
                </c:pt>
                <c:pt idx="7485">
                  <c:v>0</c:v>
                </c:pt>
                <c:pt idx="7486">
                  <c:v>0</c:v>
                </c:pt>
                <c:pt idx="7487">
                  <c:v>0</c:v>
                </c:pt>
                <c:pt idx="7488">
                  <c:v>0</c:v>
                </c:pt>
                <c:pt idx="7489">
                  <c:v>0</c:v>
                </c:pt>
                <c:pt idx="7490">
                  <c:v>0</c:v>
                </c:pt>
                <c:pt idx="7491">
                  <c:v>0</c:v>
                </c:pt>
                <c:pt idx="7492">
                  <c:v>0</c:v>
                </c:pt>
                <c:pt idx="7493">
                  <c:v>0</c:v>
                </c:pt>
                <c:pt idx="7494">
                  <c:v>0</c:v>
                </c:pt>
                <c:pt idx="7495">
                  <c:v>0</c:v>
                </c:pt>
                <c:pt idx="7496">
                  <c:v>0</c:v>
                </c:pt>
                <c:pt idx="7497">
                  <c:v>0</c:v>
                </c:pt>
                <c:pt idx="7498">
                  <c:v>0</c:v>
                </c:pt>
                <c:pt idx="7499">
                  <c:v>0</c:v>
                </c:pt>
                <c:pt idx="7500">
                  <c:v>0</c:v>
                </c:pt>
                <c:pt idx="7501">
                  <c:v>0</c:v>
                </c:pt>
                <c:pt idx="7502">
                  <c:v>0</c:v>
                </c:pt>
                <c:pt idx="7503">
                  <c:v>0</c:v>
                </c:pt>
                <c:pt idx="7504">
                  <c:v>0</c:v>
                </c:pt>
                <c:pt idx="7505">
                  <c:v>0</c:v>
                </c:pt>
                <c:pt idx="7506">
                  <c:v>0</c:v>
                </c:pt>
                <c:pt idx="7507">
                  <c:v>0</c:v>
                </c:pt>
                <c:pt idx="7508">
                  <c:v>0</c:v>
                </c:pt>
                <c:pt idx="7509">
                  <c:v>0</c:v>
                </c:pt>
                <c:pt idx="7510">
                  <c:v>0</c:v>
                </c:pt>
                <c:pt idx="7511">
                  <c:v>0</c:v>
                </c:pt>
                <c:pt idx="7512">
                  <c:v>0</c:v>
                </c:pt>
                <c:pt idx="7513">
                  <c:v>0</c:v>
                </c:pt>
                <c:pt idx="7514">
                  <c:v>0</c:v>
                </c:pt>
                <c:pt idx="7515">
                  <c:v>0</c:v>
                </c:pt>
                <c:pt idx="7516">
                  <c:v>0</c:v>
                </c:pt>
                <c:pt idx="7517">
                  <c:v>0</c:v>
                </c:pt>
                <c:pt idx="7518">
                  <c:v>0</c:v>
                </c:pt>
                <c:pt idx="7519">
                  <c:v>0</c:v>
                </c:pt>
                <c:pt idx="7520">
                  <c:v>0</c:v>
                </c:pt>
                <c:pt idx="7521">
                  <c:v>0</c:v>
                </c:pt>
                <c:pt idx="7522">
                  <c:v>0</c:v>
                </c:pt>
                <c:pt idx="7523">
                  <c:v>0</c:v>
                </c:pt>
                <c:pt idx="7524">
                  <c:v>0</c:v>
                </c:pt>
                <c:pt idx="7525">
                  <c:v>0</c:v>
                </c:pt>
                <c:pt idx="7526">
                  <c:v>0</c:v>
                </c:pt>
                <c:pt idx="7527">
                  <c:v>0</c:v>
                </c:pt>
                <c:pt idx="7528">
                  <c:v>0</c:v>
                </c:pt>
                <c:pt idx="7529">
                  <c:v>0</c:v>
                </c:pt>
                <c:pt idx="7530">
                  <c:v>0</c:v>
                </c:pt>
                <c:pt idx="7531">
                  <c:v>0</c:v>
                </c:pt>
                <c:pt idx="7532">
                  <c:v>0</c:v>
                </c:pt>
                <c:pt idx="7533">
                  <c:v>0</c:v>
                </c:pt>
                <c:pt idx="7534">
                  <c:v>0</c:v>
                </c:pt>
                <c:pt idx="7535">
                  <c:v>0</c:v>
                </c:pt>
                <c:pt idx="7536">
                  <c:v>0</c:v>
                </c:pt>
                <c:pt idx="7537">
                  <c:v>0</c:v>
                </c:pt>
                <c:pt idx="7538">
                  <c:v>0</c:v>
                </c:pt>
                <c:pt idx="7539">
                  <c:v>0</c:v>
                </c:pt>
                <c:pt idx="7540">
                  <c:v>0</c:v>
                </c:pt>
                <c:pt idx="7541">
                  <c:v>0</c:v>
                </c:pt>
                <c:pt idx="7542">
                  <c:v>0</c:v>
                </c:pt>
                <c:pt idx="7543">
                  <c:v>0</c:v>
                </c:pt>
                <c:pt idx="7544">
                  <c:v>0</c:v>
                </c:pt>
                <c:pt idx="7545">
                  <c:v>0</c:v>
                </c:pt>
                <c:pt idx="7546">
                  <c:v>0</c:v>
                </c:pt>
                <c:pt idx="7547">
                  <c:v>0</c:v>
                </c:pt>
                <c:pt idx="7548">
                  <c:v>0</c:v>
                </c:pt>
                <c:pt idx="7549">
                  <c:v>0</c:v>
                </c:pt>
                <c:pt idx="7550">
                  <c:v>0</c:v>
                </c:pt>
                <c:pt idx="7551">
                  <c:v>0</c:v>
                </c:pt>
                <c:pt idx="7552">
                  <c:v>0</c:v>
                </c:pt>
                <c:pt idx="7553">
                  <c:v>0</c:v>
                </c:pt>
                <c:pt idx="7554">
                  <c:v>0</c:v>
                </c:pt>
                <c:pt idx="7555">
                  <c:v>0</c:v>
                </c:pt>
                <c:pt idx="7556">
                  <c:v>0</c:v>
                </c:pt>
                <c:pt idx="7557">
                  <c:v>0</c:v>
                </c:pt>
                <c:pt idx="7558">
                  <c:v>0</c:v>
                </c:pt>
                <c:pt idx="7559">
                  <c:v>0</c:v>
                </c:pt>
                <c:pt idx="7560">
                  <c:v>0</c:v>
                </c:pt>
                <c:pt idx="7561">
                  <c:v>0</c:v>
                </c:pt>
                <c:pt idx="7562">
                  <c:v>0</c:v>
                </c:pt>
                <c:pt idx="7563">
                  <c:v>0</c:v>
                </c:pt>
                <c:pt idx="7564">
                  <c:v>0</c:v>
                </c:pt>
                <c:pt idx="7565">
                  <c:v>0</c:v>
                </c:pt>
                <c:pt idx="7566">
                  <c:v>0</c:v>
                </c:pt>
                <c:pt idx="7567">
                  <c:v>0</c:v>
                </c:pt>
                <c:pt idx="7568">
                  <c:v>0</c:v>
                </c:pt>
                <c:pt idx="7569">
                  <c:v>0</c:v>
                </c:pt>
                <c:pt idx="7570">
                  <c:v>0</c:v>
                </c:pt>
                <c:pt idx="7571">
                  <c:v>0</c:v>
                </c:pt>
                <c:pt idx="7572">
                  <c:v>0</c:v>
                </c:pt>
                <c:pt idx="7573">
                  <c:v>0</c:v>
                </c:pt>
                <c:pt idx="7574">
                  <c:v>0</c:v>
                </c:pt>
                <c:pt idx="7575">
                  <c:v>0</c:v>
                </c:pt>
                <c:pt idx="7576">
                  <c:v>0</c:v>
                </c:pt>
                <c:pt idx="7577">
                  <c:v>0</c:v>
                </c:pt>
                <c:pt idx="7578">
                  <c:v>0</c:v>
                </c:pt>
                <c:pt idx="7579">
                  <c:v>0</c:v>
                </c:pt>
                <c:pt idx="7580">
                  <c:v>0</c:v>
                </c:pt>
                <c:pt idx="7581">
                  <c:v>0</c:v>
                </c:pt>
                <c:pt idx="7582">
                  <c:v>0</c:v>
                </c:pt>
                <c:pt idx="7583">
                  <c:v>0</c:v>
                </c:pt>
                <c:pt idx="7584">
                  <c:v>0</c:v>
                </c:pt>
                <c:pt idx="7585">
                  <c:v>0</c:v>
                </c:pt>
                <c:pt idx="7586">
                  <c:v>0</c:v>
                </c:pt>
                <c:pt idx="7587">
                  <c:v>0</c:v>
                </c:pt>
                <c:pt idx="7588">
                  <c:v>0</c:v>
                </c:pt>
                <c:pt idx="7589">
                  <c:v>0</c:v>
                </c:pt>
                <c:pt idx="7590">
                  <c:v>0</c:v>
                </c:pt>
                <c:pt idx="7591">
                  <c:v>0</c:v>
                </c:pt>
                <c:pt idx="7592">
                  <c:v>0</c:v>
                </c:pt>
                <c:pt idx="7593">
                  <c:v>0</c:v>
                </c:pt>
                <c:pt idx="7594">
                  <c:v>0</c:v>
                </c:pt>
                <c:pt idx="7595">
                  <c:v>0</c:v>
                </c:pt>
                <c:pt idx="7596">
                  <c:v>0</c:v>
                </c:pt>
                <c:pt idx="7597">
                  <c:v>0</c:v>
                </c:pt>
                <c:pt idx="7598">
                  <c:v>0</c:v>
                </c:pt>
                <c:pt idx="7599">
                  <c:v>0</c:v>
                </c:pt>
                <c:pt idx="7600">
                  <c:v>0</c:v>
                </c:pt>
                <c:pt idx="7601">
                  <c:v>0</c:v>
                </c:pt>
                <c:pt idx="7602">
                  <c:v>0</c:v>
                </c:pt>
                <c:pt idx="7603">
                  <c:v>0</c:v>
                </c:pt>
                <c:pt idx="7604">
                  <c:v>0</c:v>
                </c:pt>
                <c:pt idx="7605">
                  <c:v>0</c:v>
                </c:pt>
                <c:pt idx="7606">
                  <c:v>0</c:v>
                </c:pt>
                <c:pt idx="7607">
                  <c:v>0</c:v>
                </c:pt>
                <c:pt idx="7608">
                  <c:v>0</c:v>
                </c:pt>
                <c:pt idx="7609">
                  <c:v>0</c:v>
                </c:pt>
                <c:pt idx="7610">
                  <c:v>0</c:v>
                </c:pt>
                <c:pt idx="7611">
                  <c:v>0</c:v>
                </c:pt>
                <c:pt idx="7612">
                  <c:v>0</c:v>
                </c:pt>
                <c:pt idx="7613">
                  <c:v>0</c:v>
                </c:pt>
                <c:pt idx="7614">
                  <c:v>0</c:v>
                </c:pt>
                <c:pt idx="7615">
                  <c:v>0</c:v>
                </c:pt>
                <c:pt idx="7616">
                  <c:v>0</c:v>
                </c:pt>
                <c:pt idx="7617">
                  <c:v>0</c:v>
                </c:pt>
                <c:pt idx="7618">
                  <c:v>0</c:v>
                </c:pt>
                <c:pt idx="7619">
                  <c:v>0</c:v>
                </c:pt>
                <c:pt idx="7620">
                  <c:v>0</c:v>
                </c:pt>
                <c:pt idx="7621">
                  <c:v>0</c:v>
                </c:pt>
                <c:pt idx="7622">
                  <c:v>0</c:v>
                </c:pt>
                <c:pt idx="7623">
                  <c:v>0</c:v>
                </c:pt>
                <c:pt idx="7624">
                  <c:v>0</c:v>
                </c:pt>
                <c:pt idx="7625">
                  <c:v>0</c:v>
                </c:pt>
                <c:pt idx="7626">
                  <c:v>0</c:v>
                </c:pt>
                <c:pt idx="7627">
                  <c:v>0</c:v>
                </c:pt>
                <c:pt idx="7628">
                  <c:v>0</c:v>
                </c:pt>
                <c:pt idx="7629">
                  <c:v>0</c:v>
                </c:pt>
                <c:pt idx="7630">
                  <c:v>0</c:v>
                </c:pt>
                <c:pt idx="7631">
                  <c:v>0</c:v>
                </c:pt>
                <c:pt idx="7632">
                  <c:v>0</c:v>
                </c:pt>
                <c:pt idx="7633">
                  <c:v>0</c:v>
                </c:pt>
                <c:pt idx="7634">
                  <c:v>0</c:v>
                </c:pt>
                <c:pt idx="7635">
                  <c:v>0</c:v>
                </c:pt>
                <c:pt idx="7636">
                  <c:v>0</c:v>
                </c:pt>
                <c:pt idx="7637">
                  <c:v>0</c:v>
                </c:pt>
                <c:pt idx="7638">
                  <c:v>0</c:v>
                </c:pt>
                <c:pt idx="7639">
                  <c:v>0</c:v>
                </c:pt>
                <c:pt idx="7640">
                  <c:v>0</c:v>
                </c:pt>
                <c:pt idx="7641">
                  <c:v>0</c:v>
                </c:pt>
                <c:pt idx="7642">
                  <c:v>0</c:v>
                </c:pt>
                <c:pt idx="7643">
                  <c:v>0</c:v>
                </c:pt>
                <c:pt idx="7644">
                  <c:v>0</c:v>
                </c:pt>
                <c:pt idx="7645">
                  <c:v>0</c:v>
                </c:pt>
                <c:pt idx="7646">
                  <c:v>0</c:v>
                </c:pt>
                <c:pt idx="7647">
                  <c:v>0</c:v>
                </c:pt>
                <c:pt idx="7648">
                  <c:v>0</c:v>
                </c:pt>
                <c:pt idx="7649">
                  <c:v>0</c:v>
                </c:pt>
                <c:pt idx="7650">
                  <c:v>0</c:v>
                </c:pt>
                <c:pt idx="7651">
                  <c:v>0</c:v>
                </c:pt>
                <c:pt idx="7652">
                  <c:v>0</c:v>
                </c:pt>
                <c:pt idx="7653">
                  <c:v>0</c:v>
                </c:pt>
                <c:pt idx="7654">
                  <c:v>0</c:v>
                </c:pt>
                <c:pt idx="7655">
                  <c:v>0</c:v>
                </c:pt>
                <c:pt idx="7656">
                  <c:v>0</c:v>
                </c:pt>
                <c:pt idx="7657">
                  <c:v>0</c:v>
                </c:pt>
                <c:pt idx="7658">
                  <c:v>0</c:v>
                </c:pt>
                <c:pt idx="7659">
                  <c:v>0</c:v>
                </c:pt>
                <c:pt idx="7660">
                  <c:v>0</c:v>
                </c:pt>
                <c:pt idx="7661">
                  <c:v>0</c:v>
                </c:pt>
                <c:pt idx="7662">
                  <c:v>0</c:v>
                </c:pt>
                <c:pt idx="7663">
                  <c:v>0</c:v>
                </c:pt>
                <c:pt idx="7664">
                  <c:v>0</c:v>
                </c:pt>
                <c:pt idx="7665">
                  <c:v>0</c:v>
                </c:pt>
                <c:pt idx="7666">
                  <c:v>0</c:v>
                </c:pt>
                <c:pt idx="7667">
                  <c:v>0</c:v>
                </c:pt>
                <c:pt idx="7668">
                  <c:v>0</c:v>
                </c:pt>
                <c:pt idx="7669">
                  <c:v>0</c:v>
                </c:pt>
                <c:pt idx="7670">
                  <c:v>0</c:v>
                </c:pt>
                <c:pt idx="7671">
                  <c:v>0</c:v>
                </c:pt>
                <c:pt idx="7672">
                  <c:v>0</c:v>
                </c:pt>
                <c:pt idx="7673">
                  <c:v>0</c:v>
                </c:pt>
                <c:pt idx="7674">
                  <c:v>0</c:v>
                </c:pt>
                <c:pt idx="7675">
                  <c:v>0</c:v>
                </c:pt>
                <c:pt idx="7676">
                  <c:v>0</c:v>
                </c:pt>
                <c:pt idx="7677">
                  <c:v>0</c:v>
                </c:pt>
                <c:pt idx="7678">
                  <c:v>0</c:v>
                </c:pt>
                <c:pt idx="7679">
                  <c:v>0</c:v>
                </c:pt>
                <c:pt idx="7680">
                  <c:v>0</c:v>
                </c:pt>
                <c:pt idx="7681">
                  <c:v>0</c:v>
                </c:pt>
                <c:pt idx="7682">
                  <c:v>0</c:v>
                </c:pt>
                <c:pt idx="7683">
                  <c:v>0</c:v>
                </c:pt>
                <c:pt idx="7684">
                  <c:v>0</c:v>
                </c:pt>
                <c:pt idx="7685">
                  <c:v>0</c:v>
                </c:pt>
                <c:pt idx="7686">
                  <c:v>0</c:v>
                </c:pt>
                <c:pt idx="7687">
                  <c:v>0</c:v>
                </c:pt>
                <c:pt idx="7688">
                  <c:v>0</c:v>
                </c:pt>
                <c:pt idx="7689">
                  <c:v>0</c:v>
                </c:pt>
                <c:pt idx="7690">
                  <c:v>0</c:v>
                </c:pt>
                <c:pt idx="7691">
                  <c:v>0</c:v>
                </c:pt>
                <c:pt idx="7692">
                  <c:v>0</c:v>
                </c:pt>
                <c:pt idx="7693">
                  <c:v>0</c:v>
                </c:pt>
                <c:pt idx="7694">
                  <c:v>0</c:v>
                </c:pt>
                <c:pt idx="7695">
                  <c:v>0</c:v>
                </c:pt>
                <c:pt idx="7696">
                  <c:v>0</c:v>
                </c:pt>
                <c:pt idx="7697">
                  <c:v>0</c:v>
                </c:pt>
                <c:pt idx="7698">
                  <c:v>0</c:v>
                </c:pt>
                <c:pt idx="7699">
                  <c:v>0</c:v>
                </c:pt>
                <c:pt idx="7700">
                  <c:v>0</c:v>
                </c:pt>
                <c:pt idx="7701">
                  <c:v>0</c:v>
                </c:pt>
                <c:pt idx="7702">
                  <c:v>0</c:v>
                </c:pt>
                <c:pt idx="7703">
                  <c:v>0</c:v>
                </c:pt>
                <c:pt idx="7704">
                  <c:v>0</c:v>
                </c:pt>
                <c:pt idx="7705">
                  <c:v>0</c:v>
                </c:pt>
                <c:pt idx="7706">
                  <c:v>0</c:v>
                </c:pt>
                <c:pt idx="7707">
                  <c:v>0</c:v>
                </c:pt>
                <c:pt idx="7708">
                  <c:v>0</c:v>
                </c:pt>
                <c:pt idx="7709">
                  <c:v>0</c:v>
                </c:pt>
                <c:pt idx="7710">
                  <c:v>0</c:v>
                </c:pt>
                <c:pt idx="7711">
                  <c:v>0</c:v>
                </c:pt>
                <c:pt idx="7712">
                  <c:v>0</c:v>
                </c:pt>
                <c:pt idx="7713">
                  <c:v>0</c:v>
                </c:pt>
                <c:pt idx="7714">
                  <c:v>0</c:v>
                </c:pt>
                <c:pt idx="7715">
                  <c:v>0</c:v>
                </c:pt>
                <c:pt idx="7716">
                  <c:v>0</c:v>
                </c:pt>
                <c:pt idx="7717">
                  <c:v>0</c:v>
                </c:pt>
                <c:pt idx="7718">
                  <c:v>0</c:v>
                </c:pt>
                <c:pt idx="7719">
                  <c:v>0</c:v>
                </c:pt>
                <c:pt idx="7720">
                  <c:v>0</c:v>
                </c:pt>
                <c:pt idx="7721">
                  <c:v>0</c:v>
                </c:pt>
                <c:pt idx="7722">
                  <c:v>0</c:v>
                </c:pt>
                <c:pt idx="7723">
                  <c:v>0</c:v>
                </c:pt>
                <c:pt idx="7724">
                  <c:v>0</c:v>
                </c:pt>
                <c:pt idx="7725">
                  <c:v>0</c:v>
                </c:pt>
                <c:pt idx="7726">
                  <c:v>0</c:v>
                </c:pt>
                <c:pt idx="7727">
                  <c:v>0</c:v>
                </c:pt>
                <c:pt idx="7728">
                  <c:v>0</c:v>
                </c:pt>
                <c:pt idx="7729">
                  <c:v>0</c:v>
                </c:pt>
                <c:pt idx="7730">
                  <c:v>0</c:v>
                </c:pt>
                <c:pt idx="7731">
                  <c:v>0</c:v>
                </c:pt>
                <c:pt idx="7732">
                  <c:v>0</c:v>
                </c:pt>
                <c:pt idx="7733">
                  <c:v>0</c:v>
                </c:pt>
                <c:pt idx="7734">
                  <c:v>0</c:v>
                </c:pt>
                <c:pt idx="7735">
                  <c:v>0</c:v>
                </c:pt>
                <c:pt idx="7736">
                  <c:v>0</c:v>
                </c:pt>
                <c:pt idx="7737">
                  <c:v>0</c:v>
                </c:pt>
                <c:pt idx="7738">
                  <c:v>0</c:v>
                </c:pt>
                <c:pt idx="7739">
                  <c:v>0</c:v>
                </c:pt>
                <c:pt idx="7740">
                  <c:v>0</c:v>
                </c:pt>
                <c:pt idx="7741">
                  <c:v>0</c:v>
                </c:pt>
                <c:pt idx="7742">
                  <c:v>0</c:v>
                </c:pt>
                <c:pt idx="7743">
                  <c:v>0</c:v>
                </c:pt>
                <c:pt idx="7744">
                  <c:v>0</c:v>
                </c:pt>
                <c:pt idx="7745">
                  <c:v>0</c:v>
                </c:pt>
                <c:pt idx="7746">
                  <c:v>0</c:v>
                </c:pt>
                <c:pt idx="7747">
                  <c:v>0</c:v>
                </c:pt>
                <c:pt idx="7748">
                  <c:v>0</c:v>
                </c:pt>
                <c:pt idx="7749">
                  <c:v>0</c:v>
                </c:pt>
                <c:pt idx="7750">
                  <c:v>0</c:v>
                </c:pt>
                <c:pt idx="7751">
                  <c:v>0</c:v>
                </c:pt>
                <c:pt idx="7752">
                  <c:v>0</c:v>
                </c:pt>
                <c:pt idx="7753">
                  <c:v>0</c:v>
                </c:pt>
                <c:pt idx="7754">
                  <c:v>0</c:v>
                </c:pt>
                <c:pt idx="7755">
                  <c:v>0</c:v>
                </c:pt>
                <c:pt idx="7756">
                  <c:v>0</c:v>
                </c:pt>
                <c:pt idx="7757">
                  <c:v>0</c:v>
                </c:pt>
                <c:pt idx="7758">
                  <c:v>0</c:v>
                </c:pt>
                <c:pt idx="7759">
                  <c:v>0</c:v>
                </c:pt>
                <c:pt idx="7760">
                  <c:v>0</c:v>
                </c:pt>
                <c:pt idx="7761">
                  <c:v>0</c:v>
                </c:pt>
                <c:pt idx="7762">
                  <c:v>0</c:v>
                </c:pt>
                <c:pt idx="7763">
                  <c:v>0</c:v>
                </c:pt>
                <c:pt idx="7764">
                  <c:v>0</c:v>
                </c:pt>
                <c:pt idx="7765">
                  <c:v>0</c:v>
                </c:pt>
                <c:pt idx="7766">
                  <c:v>0</c:v>
                </c:pt>
                <c:pt idx="7767">
                  <c:v>0</c:v>
                </c:pt>
                <c:pt idx="7768">
                  <c:v>0</c:v>
                </c:pt>
                <c:pt idx="7769">
                  <c:v>0</c:v>
                </c:pt>
                <c:pt idx="7770">
                  <c:v>0</c:v>
                </c:pt>
                <c:pt idx="7771">
                  <c:v>0</c:v>
                </c:pt>
                <c:pt idx="7772">
                  <c:v>0</c:v>
                </c:pt>
                <c:pt idx="7773">
                  <c:v>0</c:v>
                </c:pt>
                <c:pt idx="7774">
                  <c:v>0</c:v>
                </c:pt>
                <c:pt idx="7775">
                  <c:v>0</c:v>
                </c:pt>
                <c:pt idx="7776">
                  <c:v>0</c:v>
                </c:pt>
                <c:pt idx="7777">
                  <c:v>0</c:v>
                </c:pt>
                <c:pt idx="7778">
                  <c:v>0</c:v>
                </c:pt>
                <c:pt idx="7779">
                  <c:v>0</c:v>
                </c:pt>
                <c:pt idx="7780">
                  <c:v>0</c:v>
                </c:pt>
                <c:pt idx="7781">
                  <c:v>0</c:v>
                </c:pt>
                <c:pt idx="7782">
                  <c:v>0</c:v>
                </c:pt>
                <c:pt idx="7783">
                  <c:v>0</c:v>
                </c:pt>
                <c:pt idx="7784">
                  <c:v>0</c:v>
                </c:pt>
                <c:pt idx="7785">
                  <c:v>0</c:v>
                </c:pt>
                <c:pt idx="7786">
                  <c:v>0</c:v>
                </c:pt>
                <c:pt idx="7787">
                  <c:v>0</c:v>
                </c:pt>
                <c:pt idx="7788">
                  <c:v>0</c:v>
                </c:pt>
                <c:pt idx="7789">
                  <c:v>0</c:v>
                </c:pt>
                <c:pt idx="7790">
                  <c:v>0</c:v>
                </c:pt>
                <c:pt idx="7791">
                  <c:v>0</c:v>
                </c:pt>
                <c:pt idx="7792">
                  <c:v>0</c:v>
                </c:pt>
                <c:pt idx="7793">
                  <c:v>0</c:v>
                </c:pt>
                <c:pt idx="7794">
                  <c:v>0</c:v>
                </c:pt>
                <c:pt idx="7795">
                  <c:v>0</c:v>
                </c:pt>
                <c:pt idx="7796">
                  <c:v>0</c:v>
                </c:pt>
                <c:pt idx="7797">
                  <c:v>0</c:v>
                </c:pt>
                <c:pt idx="7798">
                  <c:v>0</c:v>
                </c:pt>
                <c:pt idx="7799">
                  <c:v>0</c:v>
                </c:pt>
                <c:pt idx="7800">
                  <c:v>0</c:v>
                </c:pt>
                <c:pt idx="7801">
                  <c:v>0</c:v>
                </c:pt>
                <c:pt idx="7802">
                  <c:v>0</c:v>
                </c:pt>
                <c:pt idx="7803">
                  <c:v>0</c:v>
                </c:pt>
                <c:pt idx="7804">
                  <c:v>0</c:v>
                </c:pt>
                <c:pt idx="7805">
                  <c:v>0</c:v>
                </c:pt>
                <c:pt idx="7806">
                  <c:v>0</c:v>
                </c:pt>
                <c:pt idx="7807">
                  <c:v>0</c:v>
                </c:pt>
                <c:pt idx="7808">
                  <c:v>0</c:v>
                </c:pt>
                <c:pt idx="7809">
                  <c:v>0</c:v>
                </c:pt>
                <c:pt idx="7810">
                  <c:v>0</c:v>
                </c:pt>
                <c:pt idx="7811">
                  <c:v>0</c:v>
                </c:pt>
                <c:pt idx="7812">
                  <c:v>0</c:v>
                </c:pt>
                <c:pt idx="7813">
                  <c:v>0</c:v>
                </c:pt>
                <c:pt idx="7814">
                  <c:v>0</c:v>
                </c:pt>
                <c:pt idx="7815">
                  <c:v>0</c:v>
                </c:pt>
                <c:pt idx="7816">
                  <c:v>0</c:v>
                </c:pt>
                <c:pt idx="7817">
                  <c:v>0</c:v>
                </c:pt>
                <c:pt idx="7818">
                  <c:v>0</c:v>
                </c:pt>
                <c:pt idx="7819">
                  <c:v>0</c:v>
                </c:pt>
                <c:pt idx="7820">
                  <c:v>0</c:v>
                </c:pt>
                <c:pt idx="7821">
                  <c:v>0</c:v>
                </c:pt>
                <c:pt idx="7822">
                  <c:v>0</c:v>
                </c:pt>
                <c:pt idx="7823">
                  <c:v>0</c:v>
                </c:pt>
                <c:pt idx="7824">
                  <c:v>0</c:v>
                </c:pt>
                <c:pt idx="7825">
                  <c:v>0</c:v>
                </c:pt>
                <c:pt idx="7826">
                  <c:v>0</c:v>
                </c:pt>
                <c:pt idx="7827">
                  <c:v>0</c:v>
                </c:pt>
                <c:pt idx="7828">
                  <c:v>0</c:v>
                </c:pt>
                <c:pt idx="7829">
                  <c:v>0</c:v>
                </c:pt>
                <c:pt idx="7830">
                  <c:v>0</c:v>
                </c:pt>
                <c:pt idx="7831">
                  <c:v>0</c:v>
                </c:pt>
                <c:pt idx="7832">
                  <c:v>0</c:v>
                </c:pt>
                <c:pt idx="7833">
                  <c:v>0</c:v>
                </c:pt>
                <c:pt idx="7834">
                  <c:v>0</c:v>
                </c:pt>
                <c:pt idx="7835">
                  <c:v>0</c:v>
                </c:pt>
                <c:pt idx="7836">
                  <c:v>0</c:v>
                </c:pt>
                <c:pt idx="7837">
                  <c:v>0</c:v>
                </c:pt>
                <c:pt idx="7838">
                  <c:v>0</c:v>
                </c:pt>
                <c:pt idx="7839">
                  <c:v>0</c:v>
                </c:pt>
                <c:pt idx="7840">
                  <c:v>0</c:v>
                </c:pt>
                <c:pt idx="7841">
                  <c:v>0</c:v>
                </c:pt>
                <c:pt idx="7842">
                  <c:v>0</c:v>
                </c:pt>
                <c:pt idx="7843">
                  <c:v>0</c:v>
                </c:pt>
                <c:pt idx="7844">
                  <c:v>0</c:v>
                </c:pt>
                <c:pt idx="7845">
                  <c:v>0</c:v>
                </c:pt>
                <c:pt idx="7846">
                  <c:v>0</c:v>
                </c:pt>
                <c:pt idx="7847">
                  <c:v>0</c:v>
                </c:pt>
                <c:pt idx="7848">
                  <c:v>0</c:v>
                </c:pt>
                <c:pt idx="7849">
                  <c:v>0</c:v>
                </c:pt>
                <c:pt idx="7850">
                  <c:v>0</c:v>
                </c:pt>
                <c:pt idx="7851">
                  <c:v>0</c:v>
                </c:pt>
                <c:pt idx="7852">
                  <c:v>0</c:v>
                </c:pt>
                <c:pt idx="7853">
                  <c:v>0</c:v>
                </c:pt>
                <c:pt idx="7854">
                  <c:v>0</c:v>
                </c:pt>
                <c:pt idx="7855">
                  <c:v>0</c:v>
                </c:pt>
                <c:pt idx="7856">
                  <c:v>0</c:v>
                </c:pt>
                <c:pt idx="7857">
                  <c:v>0</c:v>
                </c:pt>
                <c:pt idx="7858">
                  <c:v>0</c:v>
                </c:pt>
                <c:pt idx="7859">
                  <c:v>0</c:v>
                </c:pt>
                <c:pt idx="7860">
                  <c:v>0</c:v>
                </c:pt>
                <c:pt idx="7861">
                  <c:v>0</c:v>
                </c:pt>
                <c:pt idx="7862">
                  <c:v>0</c:v>
                </c:pt>
                <c:pt idx="7863">
                  <c:v>0</c:v>
                </c:pt>
                <c:pt idx="7864">
                  <c:v>0</c:v>
                </c:pt>
                <c:pt idx="7865">
                  <c:v>0</c:v>
                </c:pt>
                <c:pt idx="7866">
                  <c:v>0</c:v>
                </c:pt>
                <c:pt idx="7867">
                  <c:v>0</c:v>
                </c:pt>
                <c:pt idx="7868">
                  <c:v>0</c:v>
                </c:pt>
                <c:pt idx="7869">
                  <c:v>0</c:v>
                </c:pt>
                <c:pt idx="7870">
                  <c:v>0</c:v>
                </c:pt>
                <c:pt idx="7871">
                  <c:v>0</c:v>
                </c:pt>
                <c:pt idx="7872">
                  <c:v>0</c:v>
                </c:pt>
                <c:pt idx="7873">
                  <c:v>0</c:v>
                </c:pt>
                <c:pt idx="7874">
                  <c:v>0</c:v>
                </c:pt>
                <c:pt idx="7875">
                  <c:v>0</c:v>
                </c:pt>
                <c:pt idx="7876">
                  <c:v>0</c:v>
                </c:pt>
                <c:pt idx="7877">
                  <c:v>0</c:v>
                </c:pt>
                <c:pt idx="7878">
                  <c:v>0</c:v>
                </c:pt>
                <c:pt idx="7879">
                  <c:v>0</c:v>
                </c:pt>
                <c:pt idx="7880">
                  <c:v>0</c:v>
                </c:pt>
                <c:pt idx="7881">
                  <c:v>0</c:v>
                </c:pt>
                <c:pt idx="7882">
                  <c:v>0</c:v>
                </c:pt>
                <c:pt idx="7883">
                  <c:v>0</c:v>
                </c:pt>
                <c:pt idx="7884">
                  <c:v>0</c:v>
                </c:pt>
                <c:pt idx="7885">
                  <c:v>0</c:v>
                </c:pt>
                <c:pt idx="7886">
                  <c:v>0</c:v>
                </c:pt>
                <c:pt idx="7887">
                  <c:v>0</c:v>
                </c:pt>
                <c:pt idx="7888">
                  <c:v>0</c:v>
                </c:pt>
                <c:pt idx="7889">
                  <c:v>0</c:v>
                </c:pt>
                <c:pt idx="7890">
                  <c:v>0</c:v>
                </c:pt>
                <c:pt idx="7891">
                  <c:v>0</c:v>
                </c:pt>
                <c:pt idx="7892">
                  <c:v>0</c:v>
                </c:pt>
                <c:pt idx="7893">
                  <c:v>0</c:v>
                </c:pt>
                <c:pt idx="7894">
                  <c:v>0</c:v>
                </c:pt>
                <c:pt idx="7895">
                  <c:v>0</c:v>
                </c:pt>
                <c:pt idx="7896">
                  <c:v>0</c:v>
                </c:pt>
                <c:pt idx="7897">
                  <c:v>0</c:v>
                </c:pt>
                <c:pt idx="7898">
                  <c:v>0</c:v>
                </c:pt>
                <c:pt idx="7899">
                  <c:v>0</c:v>
                </c:pt>
                <c:pt idx="7900">
                  <c:v>0</c:v>
                </c:pt>
                <c:pt idx="7901">
                  <c:v>0</c:v>
                </c:pt>
                <c:pt idx="7902">
                  <c:v>0</c:v>
                </c:pt>
                <c:pt idx="7903">
                  <c:v>0</c:v>
                </c:pt>
                <c:pt idx="7904">
                  <c:v>0</c:v>
                </c:pt>
                <c:pt idx="7905">
                  <c:v>0</c:v>
                </c:pt>
                <c:pt idx="7906">
                  <c:v>0</c:v>
                </c:pt>
                <c:pt idx="7907">
                  <c:v>0</c:v>
                </c:pt>
                <c:pt idx="7908">
                  <c:v>0</c:v>
                </c:pt>
                <c:pt idx="7909">
                  <c:v>0</c:v>
                </c:pt>
                <c:pt idx="7910">
                  <c:v>0</c:v>
                </c:pt>
                <c:pt idx="7911">
                  <c:v>0</c:v>
                </c:pt>
                <c:pt idx="7912">
                  <c:v>0</c:v>
                </c:pt>
                <c:pt idx="7913">
                  <c:v>0</c:v>
                </c:pt>
                <c:pt idx="7914">
                  <c:v>0</c:v>
                </c:pt>
                <c:pt idx="7915">
                  <c:v>0</c:v>
                </c:pt>
                <c:pt idx="7916">
                  <c:v>0</c:v>
                </c:pt>
                <c:pt idx="7917">
                  <c:v>0</c:v>
                </c:pt>
                <c:pt idx="7918">
                  <c:v>0</c:v>
                </c:pt>
                <c:pt idx="7919">
                  <c:v>0</c:v>
                </c:pt>
                <c:pt idx="7920">
                  <c:v>0</c:v>
                </c:pt>
                <c:pt idx="7921">
                  <c:v>0</c:v>
                </c:pt>
                <c:pt idx="7922">
                  <c:v>0</c:v>
                </c:pt>
                <c:pt idx="7923">
                  <c:v>0</c:v>
                </c:pt>
                <c:pt idx="7924">
                  <c:v>0</c:v>
                </c:pt>
                <c:pt idx="7925">
                  <c:v>0</c:v>
                </c:pt>
                <c:pt idx="7926">
                  <c:v>0</c:v>
                </c:pt>
                <c:pt idx="7927">
                  <c:v>0</c:v>
                </c:pt>
                <c:pt idx="7928">
                  <c:v>0</c:v>
                </c:pt>
                <c:pt idx="7929">
                  <c:v>0</c:v>
                </c:pt>
                <c:pt idx="7930">
                  <c:v>0</c:v>
                </c:pt>
                <c:pt idx="7931">
                  <c:v>0</c:v>
                </c:pt>
                <c:pt idx="7932">
                  <c:v>0</c:v>
                </c:pt>
                <c:pt idx="7933">
                  <c:v>0</c:v>
                </c:pt>
                <c:pt idx="7934">
                  <c:v>0</c:v>
                </c:pt>
                <c:pt idx="7935">
                  <c:v>0</c:v>
                </c:pt>
                <c:pt idx="7936">
                  <c:v>0</c:v>
                </c:pt>
                <c:pt idx="7937">
                  <c:v>0</c:v>
                </c:pt>
                <c:pt idx="7938">
                  <c:v>0</c:v>
                </c:pt>
                <c:pt idx="7939">
                  <c:v>0</c:v>
                </c:pt>
                <c:pt idx="7940">
                  <c:v>0</c:v>
                </c:pt>
                <c:pt idx="7941">
                  <c:v>0</c:v>
                </c:pt>
                <c:pt idx="7942">
                  <c:v>0</c:v>
                </c:pt>
                <c:pt idx="7943">
                  <c:v>0</c:v>
                </c:pt>
                <c:pt idx="7944">
                  <c:v>0</c:v>
                </c:pt>
                <c:pt idx="7945">
                  <c:v>0</c:v>
                </c:pt>
                <c:pt idx="7946">
                  <c:v>0</c:v>
                </c:pt>
                <c:pt idx="7947">
                  <c:v>0</c:v>
                </c:pt>
                <c:pt idx="7948">
                  <c:v>0</c:v>
                </c:pt>
                <c:pt idx="7949">
                  <c:v>0</c:v>
                </c:pt>
                <c:pt idx="7950">
                  <c:v>0</c:v>
                </c:pt>
                <c:pt idx="7951">
                  <c:v>0</c:v>
                </c:pt>
                <c:pt idx="7952">
                  <c:v>0</c:v>
                </c:pt>
                <c:pt idx="7953">
                  <c:v>0</c:v>
                </c:pt>
                <c:pt idx="7954">
                  <c:v>0</c:v>
                </c:pt>
                <c:pt idx="7955">
                  <c:v>0</c:v>
                </c:pt>
                <c:pt idx="7956">
                  <c:v>0</c:v>
                </c:pt>
                <c:pt idx="7957">
                  <c:v>0</c:v>
                </c:pt>
                <c:pt idx="7958">
                  <c:v>0</c:v>
                </c:pt>
                <c:pt idx="7959">
                  <c:v>0</c:v>
                </c:pt>
                <c:pt idx="7960">
                  <c:v>0</c:v>
                </c:pt>
                <c:pt idx="7961">
                  <c:v>0</c:v>
                </c:pt>
                <c:pt idx="7962">
                  <c:v>0</c:v>
                </c:pt>
                <c:pt idx="7963">
                  <c:v>0</c:v>
                </c:pt>
                <c:pt idx="7964">
                  <c:v>0</c:v>
                </c:pt>
                <c:pt idx="7965">
                  <c:v>0</c:v>
                </c:pt>
                <c:pt idx="7966">
                  <c:v>0</c:v>
                </c:pt>
                <c:pt idx="7967">
                  <c:v>0</c:v>
                </c:pt>
                <c:pt idx="7968">
                  <c:v>0</c:v>
                </c:pt>
                <c:pt idx="7969">
                  <c:v>0</c:v>
                </c:pt>
                <c:pt idx="7970">
                  <c:v>0</c:v>
                </c:pt>
                <c:pt idx="7971">
                  <c:v>0</c:v>
                </c:pt>
                <c:pt idx="7972">
                  <c:v>0</c:v>
                </c:pt>
                <c:pt idx="7973">
                  <c:v>0</c:v>
                </c:pt>
                <c:pt idx="7974">
                  <c:v>0</c:v>
                </c:pt>
                <c:pt idx="7975">
                  <c:v>0</c:v>
                </c:pt>
                <c:pt idx="7976">
                  <c:v>0</c:v>
                </c:pt>
                <c:pt idx="7977">
                  <c:v>0</c:v>
                </c:pt>
                <c:pt idx="7978">
                  <c:v>0</c:v>
                </c:pt>
                <c:pt idx="7979">
                  <c:v>0</c:v>
                </c:pt>
                <c:pt idx="7980">
                  <c:v>0</c:v>
                </c:pt>
                <c:pt idx="7981">
                  <c:v>0</c:v>
                </c:pt>
                <c:pt idx="7982">
                  <c:v>0</c:v>
                </c:pt>
                <c:pt idx="7983">
                  <c:v>0</c:v>
                </c:pt>
                <c:pt idx="7984">
                  <c:v>0</c:v>
                </c:pt>
                <c:pt idx="7985">
                  <c:v>0</c:v>
                </c:pt>
                <c:pt idx="7986">
                  <c:v>0</c:v>
                </c:pt>
                <c:pt idx="7987">
                  <c:v>0</c:v>
                </c:pt>
                <c:pt idx="7988">
                  <c:v>0</c:v>
                </c:pt>
                <c:pt idx="7989">
                  <c:v>0</c:v>
                </c:pt>
                <c:pt idx="7990">
                  <c:v>0</c:v>
                </c:pt>
                <c:pt idx="7991">
                  <c:v>0</c:v>
                </c:pt>
                <c:pt idx="7992">
                  <c:v>0</c:v>
                </c:pt>
                <c:pt idx="7993">
                  <c:v>0</c:v>
                </c:pt>
                <c:pt idx="7994">
                  <c:v>0</c:v>
                </c:pt>
                <c:pt idx="7995">
                  <c:v>0</c:v>
                </c:pt>
                <c:pt idx="7996">
                  <c:v>0</c:v>
                </c:pt>
                <c:pt idx="7997">
                  <c:v>0</c:v>
                </c:pt>
                <c:pt idx="7998">
                  <c:v>0</c:v>
                </c:pt>
                <c:pt idx="7999">
                  <c:v>0</c:v>
                </c:pt>
                <c:pt idx="8000">
                  <c:v>0</c:v>
                </c:pt>
                <c:pt idx="8001">
                  <c:v>0</c:v>
                </c:pt>
                <c:pt idx="8002">
                  <c:v>0</c:v>
                </c:pt>
                <c:pt idx="8003">
                  <c:v>0</c:v>
                </c:pt>
                <c:pt idx="8004">
                  <c:v>0</c:v>
                </c:pt>
                <c:pt idx="8005">
                  <c:v>0</c:v>
                </c:pt>
                <c:pt idx="8006">
                  <c:v>0</c:v>
                </c:pt>
                <c:pt idx="8007">
                  <c:v>0</c:v>
                </c:pt>
                <c:pt idx="8008">
                  <c:v>0</c:v>
                </c:pt>
                <c:pt idx="8009">
                  <c:v>0</c:v>
                </c:pt>
                <c:pt idx="8010">
                  <c:v>0</c:v>
                </c:pt>
                <c:pt idx="8011">
                  <c:v>0</c:v>
                </c:pt>
                <c:pt idx="8012">
                  <c:v>0</c:v>
                </c:pt>
                <c:pt idx="8013">
                  <c:v>0</c:v>
                </c:pt>
                <c:pt idx="8014">
                  <c:v>0</c:v>
                </c:pt>
                <c:pt idx="8015">
                  <c:v>0</c:v>
                </c:pt>
                <c:pt idx="8016">
                  <c:v>0</c:v>
                </c:pt>
                <c:pt idx="8017">
                  <c:v>0</c:v>
                </c:pt>
                <c:pt idx="8018">
                  <c:v>0</c:v>
                </c:pt>
                <c:pt idx="8019">
                  <c:v>0</c:v>
                </c:pt>
                <c:pt idx="8020">
                  <c:v>0</c:v>
                </c:pt>
                <c:pt idx="8021">
                  <c:v>0</c:v>
                </c:pt>
                <c:pt idx="8022">
                  <c:v>0</c:v>
                </c:pt>
                <c:pt idx="8023">
                  <c:v>0</c:v>
                </c:pt>
                <c:pt idx="8024">
                  <c:v>0</c:v>
                </c:pt>
                <c:pt idx="8025">
                  <c:v>0</c:v>
                </c:pt>
                <c:pt idx="8026">
                  <c:v>0</c:v>
                </c:pt>
                <c:pt idx="8027">
                  <c:v>0</c:v>
                </c:pt>
                <c:pt idx="8028">
                  <c:v>0</c:v>
                </c:pt>
                <c:pt idx="8029">
                  <c:v>0</c:v>
                </c:pt>
                <c:pt idx="8030">
                  <c:v>0</c:v>
                </c:pt>
                <c:pt idx="8031">
                  <c:v>0</c:v>
                </c:pt>
                <c:pt idx="8032">
                  <c:v>0</c:v>
                </c:pt>
                <c:pt idx="8033">
                  <c:v>0</c:v>
                </c:pt>
                <c:pt idx="8034">
                  <c:v>0</c:v>
                </c:pt>
                <c:pt idx="8035">
                  <c:v>0</c:v>
                </c:pt>
                <c:pt idx="8036">
                  <c:v>0</c:v>
                </c:pt>
                <c:pt idx="8037">
                  <c:v>0</c:v>
                </c:pt>
                <c:pt idx="8038">
                  <c:v>0</c:v>
                </c:pt>
                <c:pt idx="8039">
                  <c:v>0</c:v>
                </c:pt>
                <c:pt idx="8040">
                  <c:v>0</c:v>
                </c:pt>
                <c:pt idx="8041">
                  <c:v>0</c:v>
                </c:pt>
                <c:pt idx="8042">
                  <c:v>0</c:v>
                </c:pt>
                <c:pt idx="8043">
                  <c:v>0</c:v>
                </c:pt>
                <c:pt idx="8044">
                  <c:v>0</c:v>
                </c:pt>
                <c:pt idx="8045">
                  <c:v>0</c:v>
                </c:pt>
                <c:pt idx="8046">
                  <c:v>0</c:v>
                </c:pt>
                <c:pt idx="8047">
                  <c:v>0</c:v>
                </c:pt>
                <c:pt idx="8048">
                  <c:v>0</c:v>
                </c:pt>
                <c:pt idx="8049">
                  <c:v>0</c:v>
                </c:pt>
                <c:pt idx="8050">
                  <c:v>0</c:v>
                </c:pt>
                <c:pt idx="8051">
                  <c:v>0</c:v>
                </c:pt>
                <c:pt idx="8052">
                  <c:v>0</c:v>
                </c:pt>
                <c:pt idx="8053">
                  <c:v>0</c:v>
                </c:pt>
                <c:pt idx="8054">
                  <c:v>0</c:v>
                </c:pt>
                <c:pt idx="8055">
                  <c:v>0</c:v>
                </c:pt>
                <c:pt idx="8056">
                  <c:v>0</c:v>
                </c:pt>
                <c:pt idx="8057">
                  <c:v>0</c:v>
                </c:pt>
                <c:pt idx="8058">
                  <c:v>0</c:v>
                </c:pt>
                <c:pt idx="8059">
                  <c:v>0</c:v>
                </c:pt>
                <c:pt idx="8060">
                  <c:v>0</c:v>
                </c:pt>
                <c:pt idx="8061">
                  <c:v>0</c:v>
                </c:pt>
                <c:pt idx="8062">
                  <c:v>0</c:v>
                </c:pt>
                <c:pt idx="8063">
                  <c:v>0</c:v>
                </c:pt>
                <c:pt idx="8064">
                  <c:v>0</c:v>
                </c:pt>
                <c:pt idx="8065">
                  <c:v>0</c:v>
                </c:pt>
                <c:pt idx="8066">
                  <c:v>0</c:v>
                </c:pt>
                <c:pt idx="8067">
                  <c:v>0</c:v>
                </c:pt>
                <c:pt idx="8068">
                  <c:v>0</c:v>
                </c:pt>
                <c:pt idx="8069">
                  <c:v>0</c:v>
                </c:pt>
                <c:pt idx="8070">
                  <c:v>0</c:v>
                </c:pt>
                <c:pt idx="8071">
                  <c:v>0</c:v>
                </c:pt>
                <c:pt idx="8072">
                  <c:v>0</c:v>
                </c:pt>
                <c:pt idx="8073">
                  <c:v>0</c:v>
                </c:pt>
                <c:pt idx="8074">
                  <c:v>0</c:v>
                </c:pt>
                <c:pt idx="8075">
                  <c:v>0</c:v>
                </c:pt>
                <c:pt idx="8076">
                  <c:v>0</c:v>
                </c:pt>
                <c:pt idx="8077">
                  <c:v>0</c:v>
                </c:pt>
                <c:pt idx="8078">
                  <c:v>0</c:v>
                </c:pt>
                <c:pt idx="8079">
                  <c:v>0</c:v>
                </c:pt>
                <c:pt idx="8080">
                  <c:v>0</c:v>
                </c:pt>
                <c:pt idx="8081">
                  <c:v>0</c:v>
                </c:pt>
                <c:pt idx="8082">
                  <c:v>0</c:v>
                </c:pt>
                <c:pt idx="8083">
                  <c:v>0</c:v>
                </c:pt>
                <c:pt idx="8084">
                  <c:v>0</c:v>
                </c:pt>
                <c:pt idx="8085">
                  <c:v>0</c:v>
                </c:pt>
                <c:pt idx="8086">
                  <c:v>0</c:v>
                </c:pt>
                <c:pt idx="8087">
                  <c:v>0</c:v>
                </c:pt>
                <c:pt idx="8088">
                  <c:v>0</c:v>
                </c:pt>
                <c:pt idx="8089">
                  <c:v>0</c:v>
                </c:pt>
                <c:pt idx="8090">
                  <c:v>0</c:v>
                </c:pt>
                <c:pt idx="8091">
                  <c:v>0</c:v>
                </c:pt>
                <c:pt idx="8092">
                  <c:v>0</c:v>
                </c:pt>
                <c:pt idx="8093">
                  <c:v>0</c:v>
                </c:pt>
                <c:pt idx="8094">
                  <c:v>0</c:v>
                </c:pt>
                <c:pt idx="8095">
                  <c:v>0</c:v>
                </c:pt>
                <c:pt idx="8096">
                  <c:v>0</c:v>
                </c:pt>
                <c:pt idx="8097">
                  <c:v>0</c:v>
                </c:pt>
                <c:pt idx="8098">
                  <c:v>0</c:v>
                </c:pt>
                <c:pt idx="8099">
                  <c:v>0</c:v>
                </c:pt>
                <c:pt idx="8100">
                  <c:v>0</c:v>
                </c:pt>
                <c:pt idx="8101">
                  <c:v>0</c:v>
                </c:pt>
                <c:pt idx="8102">
                  <c:v>0</c:v>
                </c:pt>
                <c:pt idx="8103">
                  <c:v>0</c:v>
                </c:pt>
                <c:pt idx="8104">
                  <c:v>0</c:v>
                </c:pt>
                <c:pt idx="8105">
                  <c:v>0</c:v>
                </c:pt>
                <c:pt idx="8106">
                  <c:v>0</c:v>
                </c:pt>
                <c:pt idx="8107">
                  <c:v>0</c:v>
                </c:pt>
                <c:pt idx="8108">
                  <c:v>0</c:v>
                </c:pt>
                <c:pt idx="8109">
                  <c:v>0</c:v>
                </c:pt>
                <c:pt idx="8110">
                  <c:v>0</c:v>
                </c:pt>
                <c:pt idx="8111">
                  <c:v>0</c:v>
                </c:pt>
                <c:pt idx="8112">
                  <c:v>0</c:v>
                </c:pt>
                <c:pt idx="8113">
                  <c:v>0</c:v>
                </c:pt>
                <c:pt idx="8114">
                  <c:v>0</c:v>
                </c:pt>
                <c:pt idx="8115">
                  <c:v>0</c:v>
                </c:pt>
                <c:pt idx="8116">
                  <c:v>0</c:v>
                </c:pt>
                <c:pt idx="8117">
                  <c:v>0</c:v>
                </c:pt>
                <c:pt idx="8118">
                  <c:v>0</c:v>
                </c:pt>
                <c:pt idx="8119">
                  <c:v>0</c:v>
                </c:pt>
                <c:pt idx="8120">
                  <c:v>0</c:v>
                </c:pt>
                <c:pt idx="8121">
                  <c:v>0</c:v>
                </c:pt>
                <c:pt idx="8122">
                  <c:v>0</c:v>
                </c:pt>
                <c:pt idx="8123">
                  <c:v>0</c:v>
                </c:pt>
                <c:pt idx="8124">
                  <c:v>0</c:v>
                </c:pt>
                <c:pt idx="8125">
                  <c:v>0</c:v>
                </c:pt>
                <c:pt idx="8126">
                  <c:v>0</c:v>
                </c:pt>
                <c:pt idx="8127">
                  <c:v>0</c:v>
                </c:pt>
                <c:pt idx="8128">
                  <c:v>0</c:v>
                </c:pt>
                <c:pt idx="8129">
                  <c:v>0</c:v>
                </c:pt>
                <c:pt idx="8130">
                  <c:v>0</c:v>
                </c:pt>
                <c:pt idx="8131">
                  <c:v>0</c:v>
                </c:pt>
                <c:pt idx="8132">
                  <c:v>0</c:v>
                </c:pt>
                <c:pt idx="8133">
                  <c:v>0</c:v>
                </c:pt>
                <c:pt idx="8134">
                  <c:v>0</c:v>
                </c:pt>
                <c:pt idx="8135">
                  <c:v>0</c:v>
                </c:pt>
                <c:pt idx="8136">
                  <c:v>0</c:v>
                </c:pt>
                <c:pt idx="8137">
                  <c:v>0</c:v>
                </c:pt>
                <c:pt idx="8138">
                  <c:v>0</c:v>
                </c:pt>
                <c:pt idx="8139">
                  <c:v>0</c:v>
                </c:pt>
                <c:pt idx="8140">
                  <c:v>0</c:v>
                </c:pt>
                <c:pt idx="8141">
                  <c:v>0</c:v>
                </c:pt>
                <c:pt idx="8142">
                  <c:v>0</c:v>
                </c:pt>
                <c:pt idx="8143">
                  <c:v>0</c:v>
                </c:pt>
                <c:pt idx="8144">
                  <c:v>0</c:v>
                </c:pt>
                <c:pt idx="8145">
                  <c:v>0</c:v>
                </c:pt>
                <c:pt idx="8146">
                  <c:v>0</c:v>
                </c:pt>
                <c:pt idx="8147">
                  <c:v>0</c:v>
                </c:pt>
                <c:pt idx="8148">
                  <c:v>0</c:v>
                </c:pt>
                <c:pt idx="8149">
                  <c:v>0</c:v>
                </c:pt>
                <c:pt idx="8150">
                  <c:v>0</c:v>
                </c:pt>
                <c:pt idx="8151">
                  <c:v>0</c:v>
                </c:pt>
                <c:pt idx="8152">
                  <c:v>0</c:v>
                </c:pt>
                <c:pt idx="8153">
                  <c:v>0</c:v>
                </c:pt>
                <c:pt idx="8154">
                  <c:v>0</c:v>
                </c:pt>
                <c:pt idx="8155">
                  <c:v>0</c:v>
                </c:pt>
                <c:pt idx="8156">
                  <c:v>0</c:v>
                </c:pt>
                <c:pt idx="8157">
                  <c:v>0</c:v>
                </c:pt>
                <c:pt idx="8158">
                  <c:v>0</c:v>
                </c:pt>
                <c:pt idx="8159">
                  <c:v>0</c:v>
                </c:pt>
                <c:pt idx="8160">
                  <c:v>0</c:v>
                </c:pt>
                <c:pt idx="8161">
                  <c:v>0</c:v>
                </c:pt>
                <c:pt idx="8162">
                  <c:v>0</c:v>
                </c:pt>
                <c:pt idx="8163">
                  <c:v>0</c:v>
                </c:pt>
                <c:pt idx="8164">
                  <c:v>0</c:v>
                </c:pt>
                <c:pt idx="8165">
                  <c:v>0</c:v>
                </c:pt>
                <c:pt idx="8166">
                  <c:v>0</c:v>
                </c:pt>
                <c:pt idx="8167">
                  <c:v>0</c:v>
                </c:pt>
                <c:pt idx="8168">
                  <c:v>0</c:v>
                </c:pt>
                <c:pt idx="8169">
                  <c:v>0</c:v>
                </c:pt>
                <c:pt idx="8170">
                  <c:v>0</c:v>
                </c:pt>
                <c:pt idx="8171">
                  <c:v>0</c:v>
                </c:pt>
                <c:pt idx="8172">
                  <c:v>0</c:v>
                </c:pt>
                <c:pt idx="8173">
                  <c:v>0</c:v>
                </c:pt>
                <c:pt idx="8174">
                  <c:v>0</c:v>
                </c:pt>
                <c:pt idx="8175">
                  <c:v>0</c:v>
                </c:pt>
                <c:pt idx="8176">
                  <c:v>0</c:v>
                </c:pt>
                <c:pt idx="8177">
                  <c:v>0</c:v>
                </c:pt>
                <c:pt idx="8178">
                  <c:v>0</c:v>
                </c:pt>
                <c:pt idx="8179">
                  <c:v>0</c:v>
                </c:pt>
                <c:pt idx="8180">
                  <c:v>0</c:v>
                </c:pt>
                <c:pt idx="8181">
                  <c:v>0</c:v>
                </c:pt>
                <c:pt idx="8182">
                  <c:v>0</c:v>
                </c:pt>
                <c:pt idx="8183">
                  <c:v>0</c:v>
                </c:pt>
                <c:pt idx="8184">
                  <c:v>0</c:v>
                </c:pt>
                <c:pt idx="8185">
                  <c:v>0</c:v>
                </c:pt>
                <c:pt idx="8186">
                  <c:v>0</c:v>
                </c:pt>
                <c:pt idx="8187">
                  <c:v>0</c:v>
                </c:pt>
                <c:pt idx="8188">
                  <c:v>0</c:v>
                </c:pt>
                <c:pt idx="8189">
                  <c:v>0</c:v>
                </c:pt>
                <c:pt idx="8190">
                  <c:v>0</c:v>
                </c:pt>
                <c:pt idx="8191">
                  <c:v>0</c:v>
                </c:pt>
                <c:pt idx="8192">
                  <c:v>0</c:v>
                </c:pt>
                <c:pt idx="8193">
                  <c:v>0</c:v>
                </c:pt>
                <c:pt idx="8194">
                  <c:v>0</c:v>
                </c:pt>
                <c:pt idx="8195">
                  <c:v>0</c:v>
                </c:pt>
                <c:pt idx="8196">
                  <c:v>0</c:v>
                </c:pt>
                <c:pt idx="8197">
                  <c:v>0</c:v>
                </c:pt>
                <c:pt idx="8198">
                  <c:v>0</c:v>
                </c:pt>
                <c:pt idx="8199">
                  <c:v>0</c:v>
                </c:pt>
                <c:pt idx="8200">
                  <c:v>0</c:v>
                </c:pt>
                <c:pt idx="8201">
                  <c:v>0</c:v>
                </c:pt>
                <c:pt idx="8202">
                  <c:v>0</c:v>
                </c:pt>
                <c:pt idx="8203">
                  <c:v>0</c:v>
                </c:pt>
                <c:pt idx="8204">
                  <c:v>0</c:v>
                </c:pt>
                <c:pt idx="8205">
                  <c:v>0</c:v>
                </c:pt>
                <c:pt idx="8206">
                  <c:v>0</c:v>
                </c:pt>
                <c:pt idx="8207">
                  <c:v>0</c:v>
                </c:pt>
                <c:pt idx="8208">
                  <c:v>0</c:v>
                </c:pt>
                <c:pt idx="8209">
                  <c:v>0</c:v>
                </c:pt>
                <c:pt idx="8210">
                  <c:v>0</c:v>
                </c:pt>
                <c:pt idx="8211">
                  <c:v>0</c:v>
                </c:pt>
                <c:pt idx="8212">
                  <c:v>0</c:v>
                </c:pt>
                <c:pt idx="8213">
                  <c:v>0</c:v>
                </c:pt>
                <c:pt idx="8214">
                  <c:v>0</c:v>
                </c:pt>
                <c:pt idx="8215">
                  <c:v>0</c:v>
                </c:pt>
                <c:pt idx="8216">
                  <c:v>0</c:v>
                </c:pt>
                <c:pt idx="8217">
                  <c:v>0</c:v>
                </c:pt>
                <c:pt idx="8218">
                  <c:v>0</c:v>
                </c:pt>
                <c:pt idx="8219">
                  <c:v>0</c:v>
                </c:pt>
                <c:pt idx="8220">
                  <c:v>0</c:v>
                </c:pt>
                <c:pt idx="8221">
                  <c:v>0</c:v>
                </c:pt>
                <c:pt idx="8222">
                  <c:v>0</c:v>
                </c:pt>
                <c:pt idx="8223">
                  <c:v>0</c:v>
                </c:pt>
                <c:pt idx="8224">
                  <c:v>0</c:v>
                </c:pt>
                <c:pt idx="8225">
                  <c:v>0</c:v>
                </c:pt>
                <c:pt idx="8226">
                  <c:v>0</c:v>
                </c:pt>
                <c:pt idx="8227">
                  <c:v>0</c:v>
                </c:pt>
                <c:pt idx="8228">
                  <c:v>0</c:v>
                </c:pt>
                <c:pt idx="8229">
                  <c:v>0</c:v>
                </c:pt>
                <c:pt idx="8230">
                  <c:v>0</c:v>
                </c:pt>
                <c:pt idx="8231">
                  <c:v>0</c:v>
                </c:pt>
                <c:pt idx="8232">
                  <c:v>0</c:v>
                </c:pt>
                <c:pt idx="8233">
                  <c:v>0</c:v>
                </c:pt>
                <c:pt idx="8234">
                  <c:v>0</c:v>
                </c:pt>
                <c:pt idx="8235">
                  <c:v>0</c:v>
                </c:pt>
                <c:pt idx="8236">
                  <c:v>0</c:v>
                </c:pt>
                <c:pt idx="8237">
                  <c:v>0</c:v>
                </c:pt>
                <c:pt idx="8238">
                  <c:v>0</c:v>
                </c:pt>
                <c:pt idx="8239">
                  <c:v>0</c:v>
                </c:pt>
                <c:pt idx="8240">
                  <c:v>0</c:v>
                </c:pt>
                <c:pt idx="8241">
                  <c:v>0</c:v>
                </c:pt>
                <c:pt idx="8242">
                  <c:v>0</c:v>
                </c:pt>
                <c:pt idx="8243">
                  <c:v>0</c:v>
                </c:pt>
                <c:pt idx="8244">
                  <c:v>0</c:v>
                </c:pt>
                <c:pt idx="8245">
                  <c:v>0</c:v>
                </c:pt>
                <c:pt idx="8246">
                  <c:v>0</c:v>
                </c:pt>
                <c:pt idx="8247">
                  <c:v>0</c:v>
                </c:pt>
                <c:pt idx="8248">
                  <c:v>0</c:v>
                </c:pt>
                <c:pt idx="8249">
                  <c:v>0</c:v>
                </c:pt>
                <c:pt idx="8250">
                  <c:v>0</c:v>
                </c:pt>
                <c:pt idx="8251">
                  <c:v>0</c:v>
                </c:pt>
                <c:pt idx="8252">
                  <c:v>0</c:v>
                </c:pt>
                <c:pt idx="8253">
                  <c:v>0</c:v>
                </c:pt>
                <c:pt idx="8254">
                  <c:v>0</c:v>
                </c:pt>
                <c:pt idx="8255">
                  <c:v>0</c:v>
                </c:pt>
                <c:pt idx="8256">
                  <c:v>0</c:v>
                </c:pt>
                <c:pt idx="8257">
                  <c:v>0</c:v>
                </c:pt>
                <c:pt idx="8258">
                  <c:v>0</c:v>
                </c:pt>
                <c:pt idx="8259">
                  <c:v>0</c:v>
                </c:pt>
                <c:pt idx="8260">
                  <c:v>0</c:v>
                </c:pt>
                <c:pt idx="8261">
                  <c:v>0</c:v>
                </c:pt>
                <c:pt idx="8262">
                  <c:v>0</c:v>
                </c:pt>
                <c:pt idx="8263">
                  <c:v>0</c:v>
                </c:pt>
                <c:pt idx="8264">
                  <c:v>0</c:v>
                </c:pt>
                <c:pt idx="8265">
                  <c:v>0</c:v>
                </c:pt>
                <c:pt idx="8266">
                  <c:v>0</c:v>
                </c:pt>
                <c:pt idx="8267">
                  <c:v>0</c:v>
                </c:pt>
                <c:pt idx="8268">
                  <c:v>0</c:v>
                </c:pt>
                <c:pt idx="8269">
                  <c:v>0</c:v>
                </c:pt>
                <c:pt idx="8270">
                  <c:v>0</c:v>
                </c:pt>
                <c:pt idx="8271">
                  <c:v>0</c:v>
                </c:pt>
                <c:pt idx="8272">
                  <c:v>0</c:v>
                </c:pt>
                <c:pt idx="8273">
                  <c:v>0</c:v>
                </c:pt>
                <c:pt idx="8274">
                  <c:v>0</c:v>
                </c:pt>
                <c:pt idx="8275">
                  <c:v>0</c:v>
                </c:pt>
                <c:pt idx="8276">
                  <c:v>0</c:v>
                </c:pt>
                <c:pt idx="8277">
                  <c:v>0</c:v>
                </c:pt>
                <c:pt idx="8278">
                  <c:v>0</c:v>
                </c:pt>
                <c:pt idx="8279">
                  <c:v>0</c:v>
                </c:pt>
                <c:pt idx="8280">
                  <c:v>0</c:v>
                </c:pt>
                <c:pt idx="8281">
                  <c:v>0</c:v>
                </c:pt>
                <c:pt idx="8282">
                  <c:v>0</c:v>
                </c:pt>
                <c:pt idx="8283">
                  <c:v>0</c:v>
                </c:pt>
                <c:pt idx="8284">
                  <c:v>0</c:v>
                </c:pt>
                <c:pt idx="8285">
                  <c:v>0</c:v>
                </c:pt>
                <c:pt idx="8286">
                  <c:v>0</c:v>
                </c:pt>
                <c:pt idx="8287">
                  <c:v>0</c:v>
                </c:pt>
                <c:pt idx="8288">
                  <c:v>0</c:v>
                </c:pt>
                <c:pt idx="8289">
                  <c:v>0</c:v>
                </c:pt>
                <c:pt idx="8290">
                  <c:v>0</c:v>
                </c:pt>
                <c:pt idx="8291">
                  <c:v>0</c:v>
                </c:pt>
                <c:pt idx="8292">
                  <c:v>0</c:v>
                </c:pt>
                <c:pt idx="8293">
                  <c:v>0</c:v>
                </c:pt>
                <c:pt idx="8294">
                  <c:v>0</c:v>
                </c:pt>
                <c:pt idx="8295">
                  <c:v>0</c:v>
                </c:pt>
                <c:pt idx="8296">
                  <c:v>0</c:v>
                </c:pt>
                <c:pt idx="8297">
                  <c:v>0</c:v>
                </c:pt>
                <c:pt idx="8298">
                  <c:v>0</c:v>
                </c:pt>
                <c:pt idx="8299">
                  <c:v>0</c:v>
                </c:pt>
                <c:pt idx="8300">
                  <c:v>0</c:v>
                </c:pt>
                <c:pt idx="8301">
                  <c:v>0</c:v>
                </c:pt>
                <c:pt idx="8302">
                  <c:v>0</c:v>
                </c:pt>
                <c:pt idx="8303">
                  <c:v>0</c:v>
                </c:pt>
                <c:pt idx="8304">
                  <c:v>0</c:v>
                </c:pt>
                <c:pt idx="8305">
                  <c:v>0</c:v>
                </c:pt>
                <c:pt idx="8306">
                  <c:v>0</c:v>
                </c:pt>
                <c:pt idx="8307">
                  <c:v>0</c:v>
                </c:pt>
                <c:pt idx="8308">
                  <c:v>0</c:v>
                </c:pt>
                <c:pt idx="8309">
                  <c:v>0</c:v>
                </c:pt>
                <c:pt idx="8310">
                  <c:v>0</c:v>
                </c:pt>
                <c:pt idx="8311">
                  <c:v>0</c:v>
                </c:pt>
                <c:pt idx="8312">
                  <c:v>0</c:v>
                </c:pt>
                <c:pt idx="8313">
                  <c:v>0</c:v>
                </c:pt>
                <c:pt idx="8314">
                  <c:v>0</c:v>
                </c:pt>
                <c:pt idx="8315">
                  <c:v>0</c:v>
                </c:pt>
                <c:pt idx="8316">
                  <c:v>0</c:v>
                </c:pt>
                <c:pt idx="8317">
                  <c:v>0</c:v>
                </c:pt>
                <c:pt idx="8318">
                  <c:v>0</c:v>
                </c:pt>
                <c:pt idx="8319">
                  <c:v>0</c:v>
                </c:pt>
                <c:pt idx="8320">
                  <c:v>0</c:v>
                </c:pt>
                <c:pt idx="8321">
                  <c:v>0</c:v>
                </c:pt>
                <c:pt idx="8322">
                  <c:v>0</c:v>
                </c:pt>
                <c:pt idx="8323">
                  <c:v>0</c:v>
                </c:pt>
                <c:pt idx="8324">
                  <c:v>0</c:v>
                </c:pt>
                <c:pt idx="8325">
                  <c:v>0</c:v>
                </c:pt>
                <c:pt idx="8326">
                  <c:v>0</c:v>
                </c:pt>
                <c:pt idx="8327">
                  <c:v>0</c:v>
                </c:pt>
                <c:pt idx="8328">
                  <c:v>0</c:v>
                </c:pt>
                <c:pt idx="8329">
                  <c:v>0</c:v>
                </c:pt>
                <c:pt idx="8330">
                  <c:v>0</c:v>
                </c:pt>
                <c:pt idx="8331">
                  <c:v>0</c:v>
                </c:pt>
                <c:pt idx="8332">
                  <c:v>0</c:v>
                </c:pt>
                <c:pt idx="8333">
                  <c:v>0</c:v>
                </c:pt>
                <c:pt idx="8334">
                  <c:v>0</c:v>
                </c:pt>
                <c:pt idx="8335">
                  <c:v>0</c:v>
                </c:pt>
                <c:pt idx="8336">
                  <c:v>0</c:v>
                </c:pt>
                <c:pt idx="8337">
                  <c:v>0</c:v>
                </c:pt>
                <c:pt idx="8338">
                  <c:v>0</c:v>
                </c:pt>
                <c:pt idx="8339">
                  <c:v>0</c:v>
                </c:pt>
                <c:pt idx="8340">
                  <c:v>0</c:v>
                </c:pt>
                <c:pt idx="8341">
                  <c:v>0</c:v>
                </c:pt>
                <c:pt idx="8342">
                  <c:v>0</c:v>
                </c:pt>
                <c:pt idx="8343">
                  <c:v>0</c:v>
                </c:pt>
                <c:pt idx="8344">
                  <c:v>0</c:v>
                </c:pt>
                <c:pt idx="8345">
                  <c:v>0</c:v>
                </c:pt>
                <c:pt idx="8346">
                  <c:v>0</c:v>
                </c:pt>
                <c:pt idx="8347">
                  <c:v>0</c:v>
                </c:pt>
                <c:pt idx="8348">
                  <c:v>0</c:v>
                </c:pt>
                <c:pt idx="8349">
                  <c:v>0</c:v>
                </c:pt>
                <c:pt idx="8350">
                  <c:v>0</c:v>
                </c:pt>
                <c:pt idx="8351">
                  <c:v>0</c:v>
                </c:pt>
                <c:pt idx="8352">
                  <c:v>0</c:v>
                </c:pt>
                <c:pt idx="8353">
                  <c:v>0</c:v>
                </c:pt>
                <c:pt idx="8354">
                  <c:v>0</c:v>
                </c:pt>
                <c:pt idx="8355">
                  <c:v>0</c:v>
                </c:pt>
                <c:pt idx="8356">
                  <c:v>0</c:v>
                </c:pt>
                <c:pt idx="8357">
                  <c:v>0</c:v>
                </c:pt>
                <c:pt idx="8358">
                  <c:v>0</c:v>
                </c:pt>
                <c:pt idx="8359">
                  <c:v>0</c:v>
                </c:pt>
                <c:pt idx="8360">
                  <c:v>0</c:v>
                </c:pt>
                <c:pt idx="8361">
                  <c:v>0</c:v>
                </c:pt>
                <c:pt idx="8362">
                  <c:v>0</c:v>
                </c:pt>
                <c:pt idx="8363">
                  <c:v>0</c:v>
                </c:pt>
                <c:pt idx="8364">
                  <c:v>0</c:v>
                </c:pt>
                <c:pt idx="8365">
                  <c:v>0</c:v>
                </c:pt>
                <c:pt idx="8366">
                  <c:v>0</c:v>
                </c:pt>
                <c:pt idx="8367">
                  <c:v>0</c:v>
                </c:pt>
                <c:pt idx="8368">
                  <c:v>0</c:v>
                </c:pt>
                <c:pt idx="8369">
                  <c:v>0</c:v>
                </c:pt>
                <c:pt idx="8370">
                  <c:v>0</c:v>
                </c:pt>
                <c:pt idx="8371">
                  <c:v>0</c:v>
                </c:pt>
                <c:pt idx="8372">
                  <c:v>0</c:v>
                </c:pt>
                <c:pt idx="8373">
                  <c:v>0</c:v>
                </c:pt>
                <c:pt idx="8374">
                  <c:v>0</c:v>
                </c:pt>
                <c:pt idx="8375">
                  <c:v>0</c:v>
                </c:pt>
                <c:pt idx="8376">
                  <c:v>0</c:v>
                </c:pt>
                <c:pt idx="8377">
                  <c:v>0</c:v>
                </c:pt>
                <c:pt idx="8378">
                  <c:v>0</c:v>
                </c:pt>
                <c:pt idx="8379">
                  <c:v>0</c:v>
                </c:pt>
                <c:pt idx="8380">
                  <c:v>0</c:v>
                </c:pt>
                <c:pt idx="8381">
                  <c:v>0</c:v>
                </c:pt>
                <c:pt idx="8382">
                  <c:v>0</c:v>
                </c:pt>
                <c:pt idx="8383">
                  <c:v>0</c:v>
                </c:pt>
                <c:pt idx="8384">
                  <c:v>0</c:v>
                </c:pt>
                <c:pt idx="8385">
                  <c:v>0</c:v>
                </c:pt>
                <c:pt idx="8386">
                  <c:v>0</c:v>
                </c:pt>
                <c:pt idx="8387">
                  <c:v>0</c:v>
                </c:pt>
                <c:pt idx="8388">
                  <c:v>0</c:v>
                </c:pt>
                <c:pt idx="8389">
                  <c:v>0</c:v>
                </c:pt>
                <c:pt idx="8390">
                  <c:v>0</c:v>
                </c:pt>
                <c:pt idx="8391">
                  <c:v>0</c:v>
                </c:pt>
                <c:pt idx="8392">
                  <c:v>0</c:v>
                </c:pt>
                <c:pt idx="8393">
                  <c:v>0</c:v>
                </c:pt>
                <c:pt idx="8394">
                  <c:v>0</c:v>
                </c:pt>
                <c:pt idx="8395">
                  <c:v>0</c:v>
                </c:pt>
                <c:pt idx="8396">
                  <c:v>0</c:v>
                </c:pt>
                <c:pt idx="8397">
                  <c:v>0</c:v>
                </c:pt>
                <c:pt idx="8398">
                  <c:v>0</c:v>
                </c:pt>
                <c:pt idx="8399">
                  <c:v>0</c:v>
                </c:pt>
                <c:pt idx="8400">
                  <c:v>0</c:v>
                </c:pt>
                <c:pt idx="8401">
                  <c:v>0</c:v>
                </c:pt>
                <c:pt idx="8402">
                  <c:v>0</c:v>
                </c:pt>
                <c:pt idx="8403">
                  <c:v>0</c:v>
                </c:pt>
                <c:pt idx="8404">
                  <c:v>0</c:v>
                </c:pt>
                <c:pt idx="8405">
                  <c:v>0</c:v>
                </c:pt>
                <c:pt idx="8406">
                  <c:v>0</c:v>
                </c:pt>
                <c:pt idx="8407">
                  <c:v>0</c:v>
                </c:pt>
                <c:pt idx="8408">
                  <c:v>0</c:v>
                </c:pt>
                <c:pt idx="8409">
                  <c:v>0</c:v>
                </c:pt>
                <c:pt idx="8410">
                  <c:v>0</c:v>
                </c:pt>
                <c:pt idx="8411">
                  <c:v>0</c:v>
                </c:pt>
                <c:pt idx="8412">
                  <c:v>0</c:v>
                </c:pt>
                <c:pt idx="8413">
                  <c:v>0</c:v>
                </c:pt>
                <c:pt idx="8414">
                  <c:v>0</c:v>
                </c:pt>
                <c:pt idx="8415">
                  <c:v>0</c:v>
                </c:pt>
                <c:pt idx="8416">
                  <c:v>0</c:v>
                </c:pt>
                <c:pt idx="8417">
                  <c:v>0</c:v>
                </c:pt>
                <c:pt idx="8418">
                  <c:v>0</c:v>
                </c:pt>
                <c:pt idx="8419">
                  <c:v>0</c:v>
                </c:pt>
                <c:pt idx="8420">
                  <c:v>0</c:v>
                </c:pt>
                <c:pt idx="8421">
                  <c:v>0</c:v>
                </c:pt>
                <c:pt idx="8422">
                  <c:v>0</c:v>
                </c:pt>
                <c:pt idx="8423">
                  <c:v>0</c:v>
                </c:pt>
                <c:pt idx="8424">
                  <c:v>0</c:v>
                </c:pt>
                <c:pt idx="8425">
                  <c:v>0</c:v>
                </c:pt>
                <c:pt idx="8426">
                  <c:v>0</c:v>
                </c:pt>
                <c:pt idx="8427">
                  <c:v>0</c:v>
                </c:pt>
                <c:pt idx="8428">
                  <c:v>0</c:v>
                </c:pt>
                <c:pt idx="8429">
                  <c:v>0</c:v>
                </c:pt>
                <c:pt idx="8430">
                  <c:v>0</c:v>
                </c:pt>
                <c:pt idx="8431">
                  <c:v>0</c:v>
                </c:pt>
                <c:pt idx="8432">
                  <c:v>0</c:v>
                </c:pt>
                <c:pt idx="8433">
                  <c:v>0</c:v>
                </c:pt>
                <c:pt idx="8434">
                  <c:v>0</c:v>
                </c:pt>
                <c:pt idx="8435">
                  <c:v>0</c:v>
                </c:pt>
                <c:pt idx="8436">
                  <c:v>0</c:v>
                </c:pt>
                <c:pt idx="8437">
                  <c:v>0</c:v>
                </c:pt>
                <c:pt idx="8438">
                  <c:v>0</c:v>
                </c:pt>
                <c:pt idx="8439">
                  <c:v>0</c:v>
                </c:pt>
                <c:pt idx="8440">
                  <c:v>0</c:v>
                </c:pt>
                <c:pt idx="8441">
                  <c:v>0</c:v>
                </c:pt>
                <c:pt idx="8442">
                  <c:v>0</c:v>
                </c:pt>
                <c:pt idx="8443">
                  <c:v>0</c:v>
                </c:pt>
                <c:pt idx="8444">
                  <c:v>0</c:v>
                </c:pt>
                <c:pt idx="8445">
                  <c:v>0</c:v>
                </c:pt>
                <c:pt idx="8446">
                  <c:v>0</c:v>
                </c:pt>
                <c:pt idx="8447">
                  <c:v>0</c:v>
                </c:pt>
                <c:pt idx="8448">
                  <c:v>0</c:v>
                </c:pt>
                <c:pt idx="8449">
                  <c:v>0</c:v>
                </c:pt>
                <c:pt idx="8450">
                  <c:v>0</c:v>
                </c:pt>
                <c:pt idx="8451">
                  <c:v>0</c:v>
                </c:pt>
                <c:pt idx="8452">
                  <c:v>0</c:v>
                </c:pt>
                <c:pt idx="8453">
                  <c:v>0</c:v>
                </c:pt>
                <c:pt idx="8454">
                  <c:v>0</c:v>
                </c:pt>
                <c:pt idx="8455">
                  <c:v>0</c:v>
                </c:pt>
                <c:pt idx="8456">
                  <c:v>0</c:v>
                </c:pt>
                <c:pt idx="8457">
                  <c:v>0</c:v>
                </c:pt>
                <c:pt idx="8458">
                  <c:v>0</c:v>
                </c:pt>
                <c:pt idx="8459">
                  <c:v>0</c:v>
                </c:pt>
                <c:pt idx="8460">
                  <c:v>0</c:v>
                </c:pt>
                <c:pt idx="8461">
                  <c:v>0</c:v>
                </c:pt>
                <c:pt idx="8462">
                  <c:v>0</c:v>
                </c:pt>
                <c:pt idx="8463">
                  <c:v>0</c:v>
                </c:pt>
                <c:pt idx="8464">
                  <c:v>0</c:v>
                </c:pt>
                <c:pt idx="8465">
                  <c:v>0</c:v>
                </c:pt>
                <c:pt idx="8466">
                  <c:v>0</c:v>
                </c:pt>
                <c:pt idx="8467">
                  <c:v>0</c:v>
                </c:pt>
                <c:pt idx="8468">
                  <c:v>0</c:v>
                </c:pt>
                <c:pt idx="8469">
                  <c:v>0</c:v>
                </c:pt>
                <c:pt idx="8470">
                  <c:v>0</c:v>
                </c:pt>
                <c:pt idx="8471">
                  <c:v>0</c:v>
                </c:pt>
                <c:pt idx="8472">
                  <c:v>0</c:v>
                </c:pt>
                <c:pt idx="8473">
                  <c:v>0</c:v>
                </c:pt>
                <c:pt idx="8474">
                  <c:v>0</c:v>
                </c:pt>
                <c:pt idx="8475">
                  <c:v>0</c:v>
                </c:pt>
                <c:pt idx="8476">
                  <c:v>0</c:v>
                </c:pt>
                <c:pt idx="8477">
                  <c:v>0</c:v>
                </c:pt>
                <c:pt idx="8478">
                  <c:v>0</c:v>
                </c:pt>
                <c:pt idx="8479">
                  <c:v>0</c:v>
                </c:pt>
                <c:pt idx="8480">
                  <c:v>0</c:v>
                </c:pt>
                <c:pt idx="8481">
                  <c:v>0</c:v>
                </c:pt>
                <c:pt idx="8482">
                  <c:v>0</c:v>
                </c:pt>
                <c:pt idx="8483">
                  <c:v>0</c:v>
                </c:pt>
                <c:pt idx="8484">
                  <c:v>0</c:v>
                </c:pt>
                <c:pt idx="8485">
                  <c:v>0</c:v>
                </c:pt>
                <c:pt idx="8486">
                  <c:v>0</c:v>
                </c:pt>
                <c:pt idx="8487">
                  <c:v>0</c:v>
                </c:pt>
                <c:pt idx="8488">
                  <c:v>0</c:v>
                </c:pt>
                <c:pt idx="8489">
                  <c:v>0</c:v>
                </c:pt>
                <c:pt idx="8490">
                  <c:v>0</c:v>
                </c:pt>
                <c:pt idx="8491">
                  <c:v>0</c:v>
                </c:pt>
                <c:pt idx="8492">
                  <c:v>0</c:v>
                </c:pt>
                <c:pt idx="8493">
                  <c:v>0</c:v>
                </c:pt>
                <c:pt idx="8494">
                  <c:v>0</c:v>
                </c:pt>
                <c:pt idx="8495">
                  <c:v>0</c:v>
                </c:pt>
                <c:pt idx="8496">
                  <c:v>0</c:v>
                </c:pt>
                <c:pt idx="8497">
                  <c:v>0</c:v>
                </c:pt>
                <c:pt idx="8498">
                  <c:v>0</c:v>
                </c:pt>
                <c:pt idx="8499">
                  <c:v>0</c:v>
                </c:pt>
                <c:pt idx="8500">
                  <c:v>0</c:v>
                </c:pt>
                <c:pt idx="8501">
                  <c:v>0</c:v>
                </c:pt>
                <c:pt idx="8502">
                  <c:v>0</c:v>
                </c:pt>
                <c:pt idx="8503">
                  <c:v>0</c:v>
                </c:pt>
                <c:pt idx="8504">
                  <c:v>0</c:v>
                </c:pt>
                <c:pt idx="8505">
                  <c:v>0</c:v>
                </c:pt>
                <c:pt idx="8506">
                  <c:v>0</c:v>
                </c:pt>
                <c:pt idx="8507">
                  <c:v>0</c:v>
                </c:pt>
                <c:pt idx="8508">
                  <c:v>0</c:v>
                </c:pt>
                <c:pt idx="8509">
                  <c:v>0</c:v>
                </c:pt>
                <c:pt idx="8510">
                  <c:v>0</c:v>
                </c:pt>
                <c:pt idx="8511">
                  <c:v>0</c:v>
                </c:pt>
                <c:pt idx="8512">
                  <c:v>0</c:v>
                </c:pt>
                <c:pt idx="8513">
                  <c:v>0</c:v>
                </c:pt>
                <c:pt idx="8514">
                  <c:v>0</c:v>
                </c:pt>
                <c:pt idx="8515">
                  <c:v>0</c:v>
                </c:pt>
                <c:pt idx="8516">
                  <c:v>0</c:v>
                </c:pt>
                <c:pt idx="8517">
                  <c:v>0</c:v>
                </c:pt>
                <c:pt idx="8518">
                  <c:v>0</c:v>
                </c:pt>
                <c:pt idx="8519">
                  <c:v>0</c:v>
                </c:pt>
                <c:pt idx="8520">
                  <c:v>0</c:v>
                </c:pt>
                <c:pt idx="8521">
                  <c:v>0</c:v>
                </c:pt>
                <c:pt idx="8522">
                  <c:v>0</c:v>
                </c:pt>
                <c:pt idx="8523">
                  <c:v>0</c:v>
                </c:pt>
                <c:pt idx="8524">
                  <c:v>0</c:v>
                </c:pt>
                <c:pt idx="8525">
                  <c:v>0</c:v>
                </c:pt>
                <c:pt idx="8526">
                  <c:v>0</c:v>
                </c:pt>
                <c:pt idx="8527">
                  <c:v>0</c:v>
                </c:pt>
                <c:pt idx="8528">
                  <c:v>0</c:v>
                </c:pt>
                <c:pt idx="8529">
                  <c:v>0</c:v>
                </c:pt>
                <c:pt idx="8530">
                  <c:v>0</c:v>
                </c:pt>
                <c:pt idx="8531">
                  <c:v>0</c:v>
                </c:pt>
                <c:pt idx="8532">
                  <c:v>0</c:v>
                </c:pt>
                <c:pt idx="8533">
                  <c:v>0</c:v>
                </c:pt>
                <c:pt idx="8534">
                  <c:v>0</c:v>
                </c:pt>
                <c:pt idx="8535">
                  <c:v>0</c:v>
                </c:pt>
                <c:pt idx="8536">
                  <c:v>0</c:v>
                </c:pt>
                <c:pt idx="8537">
                  <c:v>0</c:v>
                </c:pt>
                <c:pt idx="8538">
                  <c:v>0</c:v>
                </c:pt>
                <c:pt idx="8539">
                  <c:v>0</c:v>
                </c:pt>
                <c:pt idx="8540">
                  <c:v>0</c:v>
                </c:pt>
                <c:pt idx="8541">
                  <c:v>0</c:v>
                </c:pt>
                <c:pt idx="8542">
                  <c:v>0</c:v>
                </c:pt>
                <c:pt idx="8543">
                  <c:v>0</c:v>
                </c:pt>
                <c:pt idx="8544">
                  <c:v>0</c:v>
                </c:pt>
                <c:pt idx="8545">
                  <c:v>0</c:v>
                </c:pt>
                <c:pt idx="8546">
                  <c:v>0</c:v>
                </c:pt>
                <c:pt idx="8547">
                  <c:v>0</c:v>
                </c:pt>
                <c:pt idx="8548">
                  <c:v>0</c:v>
                </c:pt>
                <c:pt idx="8549">
                  <c:v>0</c:v>
                </c:pt>
                <c:pt idx="8550">
                  <c:v>0</c:v>
                </c:pt>
                <c:pt idx="8551">
                  <c:v>0</c:v>
                </c:pt>
                <c:pt idx="8552">
                  <c:v>0</c:v>
                </c:pt>
                <c:pt idx="8553">
                  <c:v>0</c:v>
                </c:pt>
                <c:pt idx="8554">
                  <c:v>0</c:v>
                </c:pt>
                <c:pt idx="8555">
                  <c:v>0</c:v>
                </c:pt>
                <c:pt idx="8556">
                  <c:v>0</c:v>
                </c:pt>
                <c:pt idx="8557">
                  <c:v>0</c:v>
                </c:pt>
                <c:pt idx="8558">
                  <c:v>0</c:v>
                </c:pt>
                <c:pt idx="8559">
                  <c:v>0</c:v>
                </c:pt>
                <c:pt idx="8560">
                  <c:v>0</c:v>
                </c:pt>
                <c:pt idx="8561">
                  <c:v>0</c:v>
                </c:pt>
                <c:pt idx="8562">
                  <c:v>0</c:v>
                </c:pt>
                <c:pt idx="8563">
                  <c:v>0</c:v>
                </c:pt>
                <c:pt idx="8564">
                  <c:v>0</c:v>
                </c:pt>
                <c:pt idx="8565">
                  <c:v>0</c:v>
                </c:pt>
                <c:pt idx="8566">
                  <c:v>0</c:v>
                </c:pt>
                <c:pt idx="8567">
                  <c:v>0</c:v>
                </c:pt>
                <c:pt idx="8568">
                  <c:v>0</c:v>
                </c:pt>
                <c:pt idx="8569">
                  <c:v>0</c:v>
                </c:pt>
                <c:pt idx="8570">
                  <c:v>0</c:v>
                </c:pt>
                <c:pt idx="8571">
                  <c:v>0</c:v>
                </c:pt>
                <c:pt idx="8572">
                  <c:v>0</c:v>
                </c:pt>
                <c:pt idx="8573">
                  <c:v>0</c:v>
                </c:pt>
                <c:pt idx="8574">
                  <c:v>0</c:v>
                </c:pt>
                <c:pt idx="8575">
                  <c:v>0</c:v>
                </c:pt>
                <c:pt idx="8576">
                  <c:v>0</c:v>
                </c:pt>
                <c:pt idx="8577">
                  <c:v>0</c:v>
                </c:pt>
                <c:pt idx="8578">
                  <c:v>0</c:v>
                </c:pt>
                <c:pt idx="8579">
                  <c:v>0</c:v>
                </c:pt>
                <c:pt idx="8580">
                  <c:v>0</c:v>
                </c:pt>
                <c:pt idx="8581">
                  <c:v>0</c:v>
                </c:pt>
                <c:pt idx="8582">
                  <c:v>0</c:v>
                </c:pt>
                <c:pt idx="8583">
                  <c:v>0</c:v>
                </c:pt>
                <c:pt idx="8584">
                  <c:v>0</c:v>
                </c:pt>
                <c:pt idx="8585">
                  <c:v>0</c:v>
                </c:pt>
                <c:pt idx="8586">
                  <c:v>0</c:v>
                </c:pt>
                <c:pt idx="8587">
                  <c:v>0</c:v>
                </c:pt>
                <c:pt idx="8588">
                  <c:v>0</c:v>
                </c:pt>
                <c:pt idx="8589">
                  <c:v>0</c:v>
                </c:pt>
                <c:pt idx="8590">
                  <c:v>0</c:v>
                </c:pt>
                <c:pt idx="8591">
                  <c:v>0</c:v>
                </c:pt>
                <c:pt idx="8592">
                  <c:v>0</c:v>
                </c:pt>
                <c:pt idx="8593">
                  <c:v>0</c:v>
                </c:pt>
                <c:pt idx="8594">
                  <c:v>0</c:v>
                </c:pt>
                <c:pt idx="8595">
                  <c:v>0</c:v>
                </c:pt>
                <c:pt idx="8596">
                  <c:v>0</c:v>
                </c:pt>
                <c:pt idx="8597">
                  <c:v>0</c:v>
                </c:pt>
                <c:pt idx="8598">
                  <c:v>0</c:v>
                </c:pt>
                <c:pt idx="8599">
                  <c:v>0</c:v>
                </c:pt>
                <c:pt idx="8600">
                  <c:v>0</c:v>
                </c:pt>
                <c:pt idx="8601">
                  <c:v>0</c:v>
                </c:pt>
                <c:pt idx="8602">
                  <c:v>0</c:v>
                </c:pt>
                <c:pt idx="8603">
                  <c:v>0</c:v>
                </c:pt>
                <c:pt idx="8604">
                  <c:v>0</c:v>
                </c:pt>
                <c:pt idx="8605">
                  <c:v>0</c:v>
                </c:pt>
                <c:pt idx="8606">
                  <c:v>0</c:v>
                </c:pt>
                <c:pt idx="8607">
                  <c:v>0</c:v>
                </c:pt>
                <c:pt idx="8608">
                  <c:v>0</c:v>
                </c:pt>
                <c:pt idx="8609">
                  <c:v>0</c:v>
                </c:pt>
                <c:pt idx="8610">
                  <c:v>0</c:v>
                </c:pt>
                <c:pt idx="8611">
                  <c:v>0</c:v>
                </c:pt>
                <c:pt idx="8612">
                  <c:v>0</c:v>
                </c:pt>
                <c:pt idx="8613">
                  <c:v>0</c:v>
                </c:pt>
                <c:pt idx="8614">
                  <c:v>0</c:v>
                </c:pt>
                <c:pt idx="8615">
                  <c:v>0</c:v>
                </c:pt>
                <c:pt idx="8616">
                  <c:v>0</c:v>
                </c:pt>
                <c:pt idx="8617">
                  <c:v>0</c:v>
                </c:pt>
                <c:pt idx="8618">
                  <c:v>0</c:v>
                </c:pt>
                <c:pt idx="8619">
                  <c:v>0</c:v>
                </c:pt>
                <c:pt idx="8620">
                  <c:v>0</c:v>
                </c:pt>
                <c:pt idx="8621">
                  <c:v>0</c:v>
                </c:pt>
                <c:pt idx="8622">
                  <c:v>0</c:v>
                </c:pt>
                <c:pt idx="8623">
                  <c:v>0</c:v>
                </c:pt>
                <c:pt idx="8624">
                  <c:v>0</c:v>
                </c:pt>
                <c:pt idx="8625">
                  <c:v>0</c:v>
                </c:pt>
                <c:pt idx="8626">
                  <c:v>0</c:v>
                </c:pt>
                <c:pt idx="8627">
                  <c:v>0</c:v>
                </c:pt>
                <c:pt idx="8628">
                  <c:v>0</c:v>
                </c:pt>
                <c:pt idx="8629">
                  <c:v>0</c:v>
                </c:pt>
                <c:pt idx="8630">
                  <c:v>0</c:v>
                </c:pt>
                <c:pt idx="8631">
                  <c:v>0</c:v>
                </c:pt>
                <c:pt idx="8632">
                  <c:v>0</c:v>
                </c:pt>
                <c:pt idx="8633">
                  <c:v>0</c:v>
                </c:pt>
                <c:pt idx="8634">
                  <c:v>0</c:v>
                </c:pt>
                <c:pt idx="8635">
                  <c:v>0</c:v>
                </c:pt>
                <c:pt idx="8636">
                  <c:v>0</c:v>
                </c:pt>
                <c:pt idx="8637">
                  <c:v>0</c:v>
                </c:pt>
                <c:pt idx="8638">
                  <c:v>0</c:v>
                </c:pt>
                <c:pt idx="8639">
                  <c:v>0</c:v>
                </c:pt>
                <c:pt idx="8640">
                  <c:v>0</c:v>
                </c:pt>
                <c:pt idx="8641">
                  <c:v>0</c:v>
                </c:pt>
                <c:pt idx="8642">
                  <c:v>0</c:v>
                </c:pt>
                <c:pt idx="8643">
                  <c:v>0</c:v>
                </c:pt>
                <c:pt idx="8644">
                  <c:v>0</c:v>
                </c:pt>
                <c:pt idx="8645">
                  <c:v>0</c:v>
                </c:pt>
                <c:pt idx="8646">
                  <c:v>0</c:v>
                </c:pt>
                <c:pt idx="8647">
                  <c:v>0</c:v>
                </c:pt>
                <c:pt idx="8648">
                  <c:v>0</c:v>
                </c:pt>
                <c:pt idx="8649">
                  <c:v>0</c:v>
                </c:pt>
                <c:pt idx="8650">
                  <c:v>0</c:v>
                </c:pt>
                <c:pt idx="8651">
                  <c:v>0</c:v>
                </c:pt>
                <c:pt idx="8652">
                  <c:v>0</c:v>
                </c:pt>
                <c:pt idx="8653">
                  <c:v>0</c:v>
                </c:pt>
                <c:pt idx="8654">
                  <c:v>0</c:v>
                </c:pt>
                <c:pt idx="8655">
                  <c:v>0</c:v>
                </c:pt>
                <c:pt idx="8656">
                  <c:v>0</c:v>
                </c:pt>
                <c:pt idx="8657">
                  <c:v>0</c:v>
                </c:pt>
                <c:pt idx="8658">
                  <c:v>0</c:v>
                </c:pt>
                <c:pt idx="8659">
                  <c:v>0</c:v>
                </c:pt>
                <c:pt idx="8660">
                  <c:v>0</c:v>
                </c:pt>
                <c:pt idx="8661">
                  <c:v>0</c:v>
                </c:pt>
                <c:pt idx="8662">
                  <c:v>0</c:v>
                </c:pt>
                <c:pt idx="8663">
                  <c:v>0</c:v>
                </c:pt>
                <c:pt idx="8664">
                  <c:v>0</c:v>
                </c:pt>
                <c:pt idx="8665">
                  <c:v>0</c:v>
                </c:pt>
                <c:pt idx="8666">
                  <c:v>0</c:v>
                </c:pt>
                <c:pt idx="8667">
                  <c:v>0</c:v>
                </c:pt>
                <c:pt idx="8668">
                  <c:v>0</c:v>
                </c:pt>
                <c:pt idx="8669">
                  <c:v>0</c:v>
                </c:pt>
                <c:pt idx="8670">
                  <c:v>0</c:v>
                </c:pt>
                <c:pt idx="8671">
                  <c:v>0</c:v>
                </c:pt>
                <c:pt idx="8672">
                  <c:v>0</c:v>
                </c:pt>
                <c:pt idx="8673">
                  <c:v>0</c:v>
                </c:pt>
                <c:pt idx="8674">
                  <c:v>0</c:v>
                </c:pt>
                <c:pt idx="8675">
                  <c:v>0</c:v>
                </c:pt>
                <c:pt idx="8676">
                  <c:v>0</c:v>
                </c:pt>
                <c:pt idx="8677">
                  <c:v>0</c:v>
                </c:pt>
                <c:pt idx="8678">
                  <c:v>0</c:v>
                </c:pt>
                <c:pt idx="8679">
                  <c:v>0</c:v>
                </c:pt>
                <c:pt idx="8680">
                  <c:v>0</c:v>
                </c:pt>
                <c:pt idx="8681">
                  <c:v>0</c:v>
                </c:pt>
                <c:pt idx="8682">
                  <c:v>0</c:v>
                </c:pt>
                <c:pt idx="8683">
                  <c:v>0</c:v>
                </c:pt>
                <c:pt idx="8684">
                  <c:v>0</c:v>
                </c:pt>
                <c:pt idx="8685">
                  <c:v>0</c:v>
                </c:pt>
                <c:pt idx="8686">
                  <c:v>0</c:v>
                </c:pt>
                <c:pt idx="8687">
                  <c:v>0</c:v>
                </c:pt>
                <c:pt idx="8688">
                  <c:v>0</c:v>
                </c:pt>
                <c:pt idx="8689">
                  <c:v>0</c:v>
                </c:pt>
                <c:pt idx="8690">
                  <c:v>0</c:v>
                </c:pt>
                <c:pt idx="8691">
                  <c:v>0</c:v>
                </c:pt>
                <c:pt idx="8692">
                  <c:v>0</c:v>
                </c:pt>
                <c:pt idx="8693">
                  <c:v>0</c:v>
                </c:pt>
                <c:pt idx="8694">
                  <c:v>0</c:v>
                </c:pt>
                <c:pt idx="8695">
                  <c:v>0</c:v>
                </c:pt>
                <c:pt idx="8696">
                  <c:v>0</c:v>
                </c:pt>
                <c:pt idx="8697">
                  <c:v>0</c:v>
                </c:pt>
                <c:pt idx="8698">
                  <c:v>0</c:v>
                </c:pt>
                <c:pt idx="8699">
                  <c:v>0</c:v>
                </c:pt>
                <c:pt idx="8700">
                  <c:v>0</c:v>
                </c:pt>
                <c:pt idx="8701">
                  <c:v>0</c:v>
                </c:pt>
                <c:pt idx="8702">
                  <c:v>0</c:v>
                </c:pt>
                <c:pt idx="8703">
                  <c:v>0</c:v>
                </c:pt>
                <c:pt idx="8704">
                  <c:v>0</c:v>
                </c:pt>
                <c:pt idx="8705">
                  <c:v>0</c:v>
                </c:pt>
                <c:pt idx="8706">
                  <c:v>0</c:v>
                </c:pt>
                <c:pt idx="8707">
                  <c:v>0</c:v>
                </c:pt>
                <c:pt idx="8708">
                  <c:v>0</c:v>
                </c:pt>
                <c:pt idx="8709">
                  <c:v>0</c:v>
                </c:pt>
                <c:pt idx="8710">
                  <c:v>0</c:v>
                </c:pt>
                <c:pt idx="8711">
                  <c:v>0</c:v>
                </c:pt>
                <c:pt idx="8712">
                  <c:v>0</c:v>
                </c:pt>
                <c:pt idx="8713">
                  <c:v>0</c:v>
                </c:pt>
                <c:pt idx="8714">
                  <c:v>0</c:v>
                </c:pt>
                <c:pt idx="8715">
                  <c:v>0</c:v>
                </c:pt>
                <c:pt idx="8716">
                  <c:v>0</c:v>
                </c:pt>
                <c:pt idx="8717">
                  <c:v>0</c:v>
                </c:pt>
                <c:pt idx="8718">
                  <c:v>0</c:v>
                </c:pt>
                <c:pt idx="8719">
                  <c:v>0</c:v>
                </c:pt>
                <c:pt idx="8720">
                  <c:v>0</c:v>
                </c:pt>
                <c:pt idx="8721">
                  <c:v>0</c:v>
                </c:pt>
                <c:pt idx="8722">
                  <c:v>0</c:v>
                </c:pt>
                <c:pt idx="8723">
                  <c:v>0</c:v>
                </c:pt>
                <c:pt idx="8724">
                  <c:v>0</c:v>
                </c:pt>
                <c:pt idx="8725">
                  <c:v>0</c:v>
                </c:pt>
                <c:pt idx="8726">
                  <c:v>0</c:v>
                </c:pt>
                <c:pt idx="8727">
                  <c:v>0</c:v>
                </c:pt>
                <c:pt idx="8728">
                  <c:v>0</c:v>
                </c:pt>
                <c:pt idx="8729">
                  <c:v>0</c:v>
                </c:pt>
                <c:pt idx="8730">
                  <c:v>0</c:v>
                </c:pt>
                <c:pt idx="8731">
                  <c:v>0</c:v>
                </c:pt>
                <c:pt idx="8732">
                  <c:v>0</c:v>
                </c:pt>
                <c:pt idx="8733">
                  <c:v>0</c:v>
                </c:pt>
                <c:pt idx="8734">
                  <c:v>0</c:v>
                </c:pt>
                <c:pt idx="8735">
                  <c:v>0</c:v>
                </c:pt>
                <c:pt idx="8736">
                  <c:v>0</c:v>
                </c:pt>
                <c:pt idx="8737">
                  <c:v>0</c:v>
                </c:pt>
                <c:pt idx="8738">
                  <c:v>0</c:v>
                </c:pt>
                <c:pt idx="8739">
                  <c:v>0</c:v>
                </c:pt>
                <c:pt idx="8740">
                  <c:v>0</c:v>
                </c:pt>
                <c:pt idx="8741">
                  <c:v>0</c:v>
                </c:pt>
                <c:pt idx="8742">
                  <c:v>0</c:v>
                </c:pt>
                <c:pt idx="8743">
                  <c:v>0</c:v>
                </c:pt>
                <c:pt idx="8744">
                  <c:v>0</c:v>
                </c:pt>
                <c:pt idx="8745">
                  <c:v>0</c:v>
                </c:pt>
                <c:pt idx="8746">
                  <c:v>0</c:v>
                </c:pt>
                <c:pt idx="8747">
                  <c:v>0</c:v>
                </c:pt>
                <c:pt idx="8748">
                  <c:v>0</c:v>
                </c:pt>
                <c:pt idx="8749">
                  <c:v>0</c:v>
                </c:pt>
                <c:pt idx="8750">
                  <c:v>0</c:v>
                </c:pt>
                <c:pt idx="8751">
                  <c:v>0</c:v>
                </c:pt>
                <c:pt idx="8752">
                  <c:v>0</c:v>
                </c:pt>
                <c:pt idx="8753">
                  <c:v>0</c:v>
                </c:pt>
                <c:pt idx="8754">
                  <c:v>0</c:v>
                </c:pt>
                <c:pt idx="8755">
                  <c:v>0</c:v>
                </c:pt>
                <c:pt idx="8756">
                  <c:v>0</c:v>
                </c:pt>
                <c:pt idx="8757">
                  <c:v>0</c:v>
                </c:pt>
                <c:pt idx="8758">
                  <c:v>0</c:v>
                </c:pt>
                <c:pt idx="8759">
                  <c:v>0</c:v>
                </c:pt>
                <c:pt idx="8760">
                  <c:v>0</c:v>
                </c:pt>
                <c:pt idx="8761">
                  <c:v>0</c:v>
                </c:pt>
                <c:pt idx="8762">
                  <c:v>0</c:v>
                </c:pt>
                <c:pt idx="8763">
                  <c:v>0</c:v>
                </c:pt>
                <c:pt idx="8764">
                  <c:v>0</c:v>
                </c:pt>
                <c:pt idx="8765">
                  <c:v>0</c:v>
                </c:pt>
                <c:pt idx="8766">
                  <c:v>0</c:v>
                </c:pt>
                <c:pt idx="8767">
                  <c:v>0</c:v>
                </c:pt>
                <c:pt idx="8768">
                  <c:v>0</c:v>
                </c:pt>
                <c:pt idx="8769">
                  <c:v>0</c:v>
                </c:pt>
                <c:pt idx="8770">
                  <c:v>0</c:v>
                </c:pt>
                <c:pt idx="8771">
                  <c:v>0</c:v>
                </c:pt>
                <c:pt idx="8772">
                  <c:v>0</c:v>
                </c:pt>
                <c:pt idx="8773">
                  <c:v>0</c:v>
                </c:pt>
                <c:pt idx="8774">
                  <c:v>0</c:v>
                </c:pt>
                <c:pt idx="8775">
                  <c:v>0</c:v>
                </c:pt>
                <c:pt idx="8776">
                  <c:v>0</c:v>
                </c:pt>
                <c:pt idx="8777">
                  <c:v>0</c:v>
                </c:pt>
                <c:pt idx="8778">
                  <c:v>0</c:v>
                </c:pt>
                <c:pt idx="8779">
                  <c:v>0</c:v>
                </c:pt>
                <c:pt idx="8780">
                  <c:v>0</c:v>
                </c:pt>
                <c:pt idx="8781">
                  <c:v>0</c:v>
                </c:pt>
                <c:pt idx="8782">
                  <c:v>0</c:v>
                </c:pt>
                <c:pt idx="8783">
                  <c:v>0</c:v>
                </c:pt>
                <c:pt idx="8784">
                  <c:v>0</c:v>
                </c:pt>
                <c:pt idx="8785">
                  <c:v>0</c:v>
                </c:pt>
                <c:pt idx="8786">
                  <c:v>0</c:v>
                </c:pt>
                <c:pt idx="8787">
                  <c:v>0</c:v>
                </c:pt>
                <c:pt idx="8788">
                  <c:v>0</c:v>
                </c:pt>
                <c:pt idx="8789">
                  <c:v>0</c:v>
                </c:pt>
                <c:pt idx="8790">
                  <c:v>0</c:v>
                </c:pt>
                <c:pt idx="8791">
                  <c:v>0</c:v>
                </c:pt>
                <c:pt idx="8792">
                  <c:v>0</c:v>
                </c:pt>
                <c:pt idx="8793">
                  <c:v>0</c:v>
                </c:pt>
                <c:pt idx="8794">
                  <c:v>0</c:v>
                </c:pt>
                <c:pt idx="8795">
                  <c:v>0</c:v>
                </c:pt>
                <c:pt idx="8796">
                  <c:v>0</c:v>
                </c:pt>
                <c:pt idx="8797">
                  <c:v>0</c:v>
                </c:pt>
                <c:pt idx="8798">
                  <c:v>0</c:v>
                </c:pt>
                <c:pt idx="8799">
                  <c:v>0</c:v>
                </c:pt>
                <c:pt idx="8800">
                  <c:v>0</c:v>
                </c:pt>
                <c:pt idx="8801">
                  <c:v>0</c:v>
                </c:pt>
                <c:pt idx="8802">
                  <c:v>0</c:v>
                </c:pt>
                <c:pt idx="8803">
                  <c:v>0</c:v>
                </c:pt>
                <c:pt idx="8804">
                  <c:v>0</c:v>
                </c:pt>
                <c:pt idx="8805">
                  <c:v>0</c:v>
                </c:pt>
                <c:pt idx="8806">
                  <c:v>0</c:v>
                </c:pt>
                <c:pt idx="8807">
                  <c:v>0</c:v>
                </c:pt>
                <c:pt idx="8808">
                  <c:v>0</c:v>
                </c:pt>
                <c:pt idx="8809">
                  <c:v>0</c:v>
                </c:pt>
                <c:pt idx="8810">
                  <c:v>0</c:v>
                </c:pt>
                <c:pt idx="8811">
                  <c:v>0</c:v>
                </c:pt>
                <c:pt idx="8812">
                  <c:v>0</c:v>
                </c:pt>
                <c:pt idx="8813">
                  <c:v>0</c:v>
                </c:pt>
                <c:pt idx="8814">
                  <c:v>0</c:v>
                </c:pt>
                <c:pt idx="8815">
                  <c:v>0</c:v>
                </c:pt>
                <c:pt idx="8816">
                  <c:v>0</c:v>
                </c:pt>
                <c:pt idx="8817">
                  <c:v>0</c:v>
                </c:pt>
                <c:pt idx="8818">
                  <c:v>0</c:v>
                </c:pt>
                <c:pt idx="8819">
                  <c:v>0</c:v>
                </c:pt>
                <c:pt idx="8820">
                  <c:v>0</c:v>
                </c:pt>
                <c:pt idx="8821">
                  <c:v>0</c:v>
                </c:pt>
                <c:pt idx="8822">
                  <c:v>0</c:v>
                </c:pt>
                <c:pt idx="8823">
                  <c:v>0</c:v>
                </c:pt>
                <c:pt idx="8824">
                  <c:v>0</c:v>
                </c:pt>
                <c:pt idx="8825">
                  <c:v>0</c:v>
                </c:pt>
                <c:pt idx="8826">
                  <c:v>0</c:v>
                </c:pt>
                <c:pt idx="8827">
                  <c:v>0</c:v>
                </c:pt>
                <c:pt idx="8828">
                  <c:v>0</c:v>
                </c:pt>
                <c:pt idx="8829">
                  <c:v>0</c:v>
                </c:pt>
                <c:pt idx="8830">
                  <c:v>0</c:v>
                </c:pt>
                <c:pt idx="8831">
                  <c:v>0</c:v>
                </c:pt>
                <c:pt idx="8832">
                  <c:v>0</c:v>
                </c:pt>
                <c:pt idx="8833">
                  <c:v>0</c:v>
                </c:pt>
                <c:pt idx="8834">
                  <c:v>0</c:v>
                </c:pt>
                <c:pt idx="8835">
                  <c:v>0</c:v>
                </c:pt>
                <c:pt idx="8836">
                  <c:v>0</c:v>
                </c:pt>
                <c:pt idx="8837">
                  <c:v>0</c:v>
                </c:pt>
                <c:pt idx="8838">
                  <c:v>0</c:v>
                </c:pt>
                <c:pt idx="8839">
                  <c:v>0</c:v>
                </c:pt>
                <c:pt idx="8840">
                  <c:v>0</c:v>
                </c:pt>
                <c:pt idx="8841">
                  <c:v>0</c:v>
                </c:pt>
                <c:pt idx="8842">
                  <c:v>0</c:v>
                </c:pt>
                <c:pt idx="8843">
                  <c:v>0</c:v>
                </c:pt>
                <c:pt idx="8844">
                  <c:v>0</c:v>
                </c:pt>
                <c:pt idx="8845">
                  <c:v>0</c:v>
                </c:pt>
                <c:pt idx="8846">
                  <c:v>0</c:v>
                </c:pt>
                <c:pt idx="8847">
                  <c:v>0</c:v>
                </c:pt>
                <c:pt idx="8848">
                  <c:v>0</c:v>
                </c:pt>
                <c:pt idx="8849">
                  <c:v>0</c:v>
                </c:pt>
                <c:pt idx="8850">
                  <c:v>0</c:v>
                </c:pt>
                <c:pt idx="8851">
                  <c:v>0</c:v>
                </c:pt>
                <c:pt idx="8852">
                  <c:v>0</c:v>
                </c:pt>
                <c:pt idx="8853">
                  <c:v>0</c:v>
                </c:pt>
                <c:pt idx="8854">
                  <c:v>0</c:v>
                </c:pt>
                <c:pt idx="8855">
                  <c:v>0</c:v>
                </c:pt>
                <c:pt idx="8856">
                  <c:v>0</c:v>
                </c:pt>
                <c:pt idx="8857">
                  <c:v>0</c:v>
                </c:pt>
                <c:pt idx="8858">
                  <c:v>0</c:v>
                </c:pt>
                <c:pt idx="8859">
                  <c:v>0</c:v>
                </c:pt>
                <c:pt idx="8860">
                  <c:v>0</c:v>
                </c:pt>
                <c:pt idx="8861">
                  <c:v>0</c:v>
                </c:pt>
                <c:pt idx="8862">
                  <c:v>0</c:v>
                </c:pt>
                <c:pt idx="8863">
                  <c:v>0</c:v>
                </c:pt>
                <c:pt idx="8864">
                  <c:v>0</c:v>
                </c:pt>
                <c:pt idx="8865">
                  <c:v>0</c:v>
                </c:pt>
                <c:pt idx="8866">
                  <c:v>0</c:v>
                </c:pt>
                <c:pt idx="8867">
                  <c:v>0</c:v>
                </c:pt>
                <c:pt idx="8868">
                  <c:v>0</c:v>
                </c:pt>
                <c:pt idx="8869">
                  <c:v>0</c:v>
                </c:pt>
                <c:pt idx="8870">
                  <c:v>0</c:v>
                </c:pt>
                <c:pt idx="8871">
                  <c:v>0</c:v>
                </c:pt>
                <c:pt idx="8872">
                  <c:v>0</c:v>
                </c:pt>
                <c:pt idx="8873">
                  <c:v>0</c:v>
                </c:pt>
                <c:pt idx="8874">
                  <c:v>0</c:v>
                </c:pt>
                <c:pt idx="8875">
                  <c:v>0</c:v>
                </c:pt>
                <c:pt idx="8876">
                  <c:v>0</c:v>
                </c:pt>
                <c:pt idx="8877">
                  <c:v>0</c:v>
                </c:pt>
                <c:pt idx="8878">
                  <c:v>0</c:v>
                </c:pt>
                <c:pt idx="8879">
                  <c:v>0</c:v>
                </c:pt>
                <c:pt idx="8880">
                  <c:v>0</c:v>
                </c:pt>
                <c:pt idx="8881">
                  <c:v>0</c:v>
                </c:pt>
                <c:pt idx="8882">
                  <c:v>0</c:v>
                </c:pt>
                <c:pt idx="8883">
                  <c:v>0</c:v>
                </c:pt>
                <c:pt idx="8884">
                  <c:v>0</c:v>
                </c:pt>
                <c:pt idx="8885">
                  <c:v>0</c:v>
                </c:pt>
                <c:pt idx="8886">
                  <c:v>0</c:v>
                </c:pt>
                <c:pt idx="8887">
                  <c:v>0</c:v>
                </c:pt>
                <c:pt idx="8888">
                  <c:v>0</c:v>
                </c:pt>
                <c:pt idx="8889">
                  <c:v>0</c:v>
                </c:pt>
                <c:pt idx="8890">
                  <c:v>0</c:v>
                </c:pt>
                <c:pt idx="8891">
                  <c:v>0</c:v>
                </c:pt>
                <c:pt idx="8892">
                  <c:v>0</c:v>
                </c:pt>
                <c:pt idx="8893">
                  <c:v>0</c:v>
                </c:pt>
                <c:pt idx="8894">
                  <c:v>0</c:v>
                </c:pt>
                <c:pt idx="8895">
                  <c:v>0</c:v>
                </c:pt>
                <c:pt idx="8896">
                  <c:v>0</c:v>
                </c:pt>
                <c:pt idx="8897">
                  <c:v>0</c:v>
                </c:pt>
                <c:pt idx="8898">
                  <c:v>0</c:v>
                </c:pt>
                <c:pt idx="8899">
                  <c:v>0</c:v>
                </c:pt>
                <c:pt idx="8900">
                  <c:v>0</c:v>
                </c:pt>
                <c:pt idx="8901">
                  <c:v>0</c:v>
                </c:pt>
                <c:pt idx="8902">
                  <c:v>0</c:v>
                </c:pt>
                <c:pt idx="8903">
                  <c:v>0</c:v>
                </c:pt>
                <c:pt idx="8904">
                  <c:v>0</c:v>
                </c:pt>
                <c:pt idx="8905">
                  <c:v>0</c:v>
                </c:pt>
                <c:pt idx="8906">
                  <c:v>0</c:v>
                </c:pt>
                <c:pt idx="8907">
                  <c:v>0</c:v>
                </c:pt>
                <c:pt idx="8908">
                  <c:v>0</c:v>
                </c:pt>
                <c:pt idx="8909">
                  <c:v>0</c:v>
                </c:pt>
                <c:pt idx="8910">
                  <c:v>0</c:v>
                </c:pt>
                <c:pt idx="8911">
                  <c:v>0</c:v>
                </c:pt>
                <c:pt idx="8912">
                  <c:v>0</c:v>
                </c:pt>
                <c:pt idx="8913">
                  <c:v>0</c:v>
                </c:pt>
                <c:pt idx="8914">
                  <c:v>0</c:v>
                </c:pt>
                <c:pt idx="8915">
                  <c:v>0</c:v>
                </c:pt>
                <c:pt idx="8916">
                  <c:v>0</c:v>
                </c:pt>
                <c:pt idx="8917">
                  <c:v>0</c:v>
                </c:pt>
                <c:pt idx="8918">
                  <c:v>0</c:v>
                </c:pt>
                <c:pt idx="8919">
                  <c:v>0</c:v>
                </c:pt>
                <c:pt idx="8920">
                  <c:v>0</c:v>
                </c:pt>
                <c:pt idx="8921">
                  <c:v>0</c:v>
                </c:pt>
                <c:pt idx="8922">
                  <c:v>0</c:v>
                </c:pt>
                <c:pt idx="8923">
                  <c:v>0</c:v>
                </c:pt>
                <c:pt idx="8924">
                  <c:v>0</c:v>
                </c:pt>
                <c:pt idx="8925">
                  <c:v>0</c:v>
                </c:pt>
                <c:pt idx="8926">
                  <c:v>0</c:v>
                </c:pt>
                <c:pt idx="8927">
                  <c:v>0</c:v>
                </c:pt>
                <c:pt idx="8928">
                  <c:v>0</c:v>
                </c:pt>
                <c:pt idx="8929">
                  <c:v>0</c:v>
                </c:pt>
                <c:pt idx="8930">
                  <c:v>0</c:v>
                </c:pt>
                <c:pt idx="8931">
                  <c:v>0</c:v>
                </c:pt>
                <c:pt idx="8932">
                  <c:v>0</c:v>
                </c:pt>
                <c:pt idx="8933">
                  <c:v>0</c:v>
                </c:pt>
                <c:pt idx="8934">
                  <c:v>0</c:v>
                </c:pt>
                <c:pt idx="8935">
                  <c:v>0</c:v>
                </c:pt>
                <c:pt idx="8936">
                  <c:v>0</c:v>
                </c:pt>
                <c:pt idx="8937">
                  <c:v>0</c:v>
                </c:pt>
                <c:pt idx="8938">
                  <c:v>0</c:v>
                </c:pt>
                <c:pt idx="8939">
                  <c:v>0</c:v>
                </c:pt>
                <c:pt idx="8940">
                  <c:v>0</c:v>
                </c:pt>
                <c:pt idx="8941">
                  <c:v>0</c:v>
                </c:pt>
                <c:pt idx="8942">
                  <c:v>0</c:v>
                </c:pt>
                <c:pt idx="8943">
                  <c:v>0</c:v>
                </c:pt>
                <c:pt idx="8944">
                  <c:v>0</c:v>
                </c:pt>
                <c:pt idx="8945">
                  <c:v>0</c:v>
                </c:pt>
                <c:pt idx="8946">
                  <c:v>0</c:v>
                </c:pt>
                <c:pt idx="8947">
                  <c:v>0</c:v>
                </c:pt>
                <c:pt idx="8948">
                  <c:v>0</c:v>
                </c:pt>
                <c:pt idx="8949">
                  <c:v>0</c:v>
                </c:pt>
                <c:pt idx="8950">
                  <c:v>0</c:v>
                </c:pt>
                <c:pt idx="8951">
                  <c:v>0</c:v>
                </c:pt>
                <c:pt idx="8952">
                  <c:v>0</c:v>
                </c:pt>
                <c:pt idx="8953">
                  <c:v>0</c:v>
                </c:pt>
                <c:pt idx="8954">
                  <c:v>0</c:v>
                </c:pt>
                <c:pt idx="8955">
                  <c:v>0</c:v>
                </c:pt>
                <c:pt idx="8956">
                  <c:v>0</c:v>
                </c:pt>
                <c:pt idx="8957">
                  <c:v>0</c:v>
                </c:pt>
                <c:pt idx="8958">
                  <c:v>0</c:v>
                </c:pt>
                <c:pt idx="8959">
                  <c:v>0</c:v>
                </c:pt>
                <c:pt idx="8960">
                  <c:v>0</c:v>
                </c:pt>
                <c:pt idx="8961">
                  <c:v>0</c:v>
                </c:pt>
                <c:pt idx="8962">
                  <c:v>0</c:v>
                </c:pt>
                <c:pt idx="8963">
                  <c:v>0</c:v>
                </c:pt>
                <c:pt idx="8964">
                  <c:v>0</c:v>
                </c:pt>
                <c:pt idx="8965">
                  <c:v>0</c:v>
                </c:pt>
                <c:pt idx="8966">
                  <c:v>0</c:v>
                </c:pt>
                <c:pt idx="8967">
                  <c:v>0</c:v>
                </c:pt>
                <c:pt idx="8968">
                  <c:v>0</c:v>
                </c:pt>
                <c:pt idx="8969">
                  <c:v>0</c:v>
                </c:pt>
                <c:pt idx="8970">
                  <c:v>0</c:v>
                </c:pt>
                <c:pt idx="8971">
                  <c:v>0</c:v>
                </c:pt>
                <c:pt idx="8972">
                  <c:v>0</c:v>
                </c:pt>
                <c:pt idx="8973">
                  <c:v>0</c:v>
                </c:pt>
                <c:pt idx="8974">
                  <c:v>0</c:v>
                </c:pt>
                <c:pt idx="8975">
                  <c:v>0</c:v>
                </c:pt>
                <c:pt idx="8976">
                  <c:v>0</c:v>
                </c:pt>
                <c:pt idx="8977">
                  <c:v>0</c:v>
                </c:pt>
                <c:pt idx="8978">
                  <c:v>0</c:v>
                </c:pt>
                <c:pt idx="8979">
                  <c:v>0</c:v>
                </c:pt>
                <c:pt idx="8980">
                  <c:v>0</c:v>
                </c:pt>
                <c:pt idx="8981">
                  <c:v>0</c:v>
                </c:pt>
                <c:pt idx="8982">
                  <c:v>0</c:v>
                </c:pt>
                <c:pt idx="8983">
                  <c:v>0</c:v>
                </c:pt>
                <c:pt idx="8984">
                  <c:v>0</c:v>
                </c:pt>
                <c:pt idx="8985">
                  <c:v>0</c:v>
                </c:pt>
                <c:pt idx="8986">
                  <c:v>0</c:v>
                </c:pt>
                <c:pt idx="8987">
                  <c:v>0</c:v>
                </c:pt>
                <c:pt idx="8988">
                  <c:v>0</c:v>
                </c:pt>
                <c:pt idx="8989">
                  <c:v>0</c:v>
                </c:pt>
                <c:pt idx="8990">
                  <c:v>0</c:v>
                </c:pt>
                <c:pt idx="8991">
                  <c:v>0</c:v>
                </c:pt>
                <c:pt idx="8992">
                  <c:v>0</c:v>
                </c:pt>
                <c:pt idx="8993">
                  <c:v>0</c:v>
                </c:pt>
                <c:pt idx="8994">
                  <c:v>0</c:v>
                </c:pt>
                <c:pt idx="8995">
                  <c:v>0</c:v>
                </c:pt>
                <c:pt idx="8996">
                  <c:v>0</c:v>
                </c:pt>
                <c:pt idx="8997">
                  <c:v>0</c:v>
                </c:pt>
                <c:pt idx="8998">
                  <c:v>0</c:v>
                </c:pt>
                <c:pt idx="8999">
                  <c:v>0</c:v>
                </c:pt>
                <c:pt idx="9000">
                  <c:v>0</c:v>
                </c:pt>
                <c:pt idx="9001">
                  <c:v>0</c:v>
                </c:pt>
                <c:pt idx="9002">
                  <c:v>0</c:v>
                </c:pt>
                <c:pt idx="9003">
                  <c:v>0</c:v>
                </c:pt>
                <c:pt idx="9004">
                  <c:v>0</c:v>
                </c:pt>
                <c:pt idx="9005">
                  <c:v>0</c:v>
                </c:pt>
                <c:pt idx="9006">
                  <c:v>0</c:v>
                </c:pt>
                <c:pt idx="9007">
                  <c:v>0</c:v>
                </c:pt>
                <c:pt idx="9008">
                  <c:v>0</c:v>
                </c:pt>
                <c:pt idx="9009">
                  <c:v>0</c:v>
                </c:pt>
                <c:pt idx="9010">
                  <c:v>0</c:v>
                </c:pt>
                <c:pt idx="9011">
                  <c:v>0</c:v>
                </c:pt>
                <c:pt idx="9012">
                  <c:v>0</c:v>
                </c:pt>
                <c:pt idx="9013">
                  <c:v>0</c:v>
                </c:pt>
                <c:pt idx="9014">
                  <c:v>0</c:v>
                </c:pt>
                <c:pt idx="9015">
                  <c:v>0</c:v>
                </c:pt>
                <c:pt idx="9016">
                  <c:v>0</c:v>
                </c:pt>
                <c:pt idx="9017">
                  <c:v>0</c:v>
                </c:pt>
                <c:pt idx="9018">
                  <c:v>0</c:v>
                </c:pt>
                <c:pt idx="9019">
                  <c:v>0</c:v>
                </c:pt>
                <c:pt idx="9020">
                  <c:v>0</c:v>
                </c:pt>
                <c:pt idx="9021">
                  <c:v>0</c:v>
                </c:pt>
                <c:pt idx="9022">
                  <c:v>0</c:v>
                </c:pt>
                <c:pt idx="9023">
                  <c:v>0</c:v>
                </c:pt>
                <c:pt idx="9024">
                  <c:v>0</c:v>
                </c:pt>
                <c:pt idx="9025">
                  <c:v>0</c:v>
                </c:pt>
                <c:pt idx="9026">
                  <c:v>0</c:v>
                </c:pt>
                <c:pt idx="9027">
                  <c:v>0</c:v>
                </c:pt>
                <c:pt idx="9028">
                  <c:v>0</c:v>
                </c:pt>
                <c:pt idx="9029">
                  <c:v>0</c:v>
                </c:pt>
                <c:pt idx="9030">
                  <c:v>0</c:v>
                </c:pt>
                <c:pt idx="9031">
                  <c:v>0</c:v>
                </c:pt>
                <c:pt idx="9032">
                  <c:v>0</c:v>
                </c:pt>
                <c:pt idx="9033">
                  <c:v>0</c:v>
                </c:pt>
                <c:pt idx="9034">
                  <c:v>0</c:v>
                </c:pt>
                <c:pt idx="9035">
                  <c:v>0</c:v>
                </c:pt>
                <c:pt idx="9036">
                  <c:v>0</c:v>
                </c:pt>
                <c:pt idx="9037">
                  <c:v>0</c:v>
                </c:pt>
                <c:pt idx="9038">
                  <c:v>0</c:v>
                </c:pt>
                <c:pt idx="9039">
                  <c:v>0</c:v>
                </c:pt>
                <c:pt idx="9040">
                  <c:v>0</c:v>
                </c:pt>
                <c:pt idx="9041">
                  <c:v>0</c:v>
                </c:pt>
                <c:pt idx="9042">
                  <c:v>0</c:v>
                </c:pt>
                <c:pt idx="9043">
                  <c:v>0</c:v>
                </c:pt>
                <c:pt idx="9044">
                  <c:v>0</c:v>
                </c:pt>
                <c:pt idx="9045">
                  <c:v>0</c:v>
                </c:pt>
                <c:pt idx="9046">
                  <c:v>0</c:v>
                </c:pt>
                <c:pt idx="9047">
                  <c:v>0</c:v>
                </c:pt>
                <c:pt idx="9048">
                  <c:v>0</c:v>
                </c:pt>
              </c:numCache>
            </c:numRef>
          </c:val>
          <c:smooth val="0"/>
        </c:ser>
        <c:dLbls>
          <c:showLegendKey val="0"/>
          <c:showVal val="0"/>
          <c:showCatName val="0"/>
          <c:showSerName val="0"/>
          <c:showPercent val="0"/>
          <c:showBubbleSize val="0"/>
        </c:dLbls>
        <c:marker val="0"/>
        <c:smooth val="0"/>
        <c:axId val="658058063"/>
        <c:axId val="658048079"/>
      </c:lineChart>
      <c:catAx>
        <c:axId val="34956751"/>
        <c:scaling>
          <c:orientation val="minMax"/>
        </c:scaling>
        <c:delete val="0"/>
        <c:axPos val="b"/>
        <c:title>
          <c:tx>
            <c:rich>
              <a:bodyPr rot="0" spcFirstLastPara="1" vertOverflow="ellipsis" vert="horz" wrap="square" anchor="ctr" anchorCtr="1"/>
              <a:lstStyle/>
              <a:p>
                <a:pPr>
                  <a:defRPr lang="zh-CN" sz="1000" b="0" i="0" u="none" strike="noStrike" kern="1200" baseline="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defRPr>
                </a:pPr>
                <a:r>
                  <a:rPr lang="zh-CN"/>
                  <a:t>施工时间（</a:t>
                </a:r>
                <a:r>
                  <a:rPr lang="en-US"/>
                  <a:t>s</a:t>
                </a:r>
                <a:r>
                  <a:rPr lang="zh-CN"/>
                  <a:t>）</a:t>
                </a:r>
                <a:endParaRPr lang="zh-CN"/>
              </a:p>
            </c:rich>
          </c:tx>
          <c:layout/>
          <c:overlay val="0"/>
          <c:spPr>
            <a:noFill/>
            <a:ln>
              <a:noFill/>
            </a:ln>
            <a:effectLst/>
          </c:sp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zh-CN" sz="700" b="0" i="0" u="none" strike="noStrike" kern="1200" baseline="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defRPr>
            </a:pPr>
          </a:p>
        </c:txPr>
        <c:crossAx val="34940943"/>
        <c:crosses val="autoZero"/>
        <c:auto val="1"/>
        <c:lblAlgn val="ctr"/>
        <c:lblOffset val="100"/>
        <c:noMultiLvlLbl val="0"/>
      </c:catAx>
      <c:valAx>
        <c:axId val="34940943"/>
        <c:scaling>
          <c:orientation val="minMax"/>
        </c:scaling>
        <c:delete val="0"/>
        <c:axPos val="l"/>
        <c:title>
          <c:tx>
            <c:rich>
              <a:bodyPr rot="-5400000" spcFirstLastPara="1" vertOverflow="ellipsis" vert="horz" wrap="square" anchor="ctr" anchorCtr="1"/>
              <a:lstStyle/>
              <a:p>
                <a:pPr>
                  <a:defRPr lang="zh-CN" sz="1000" b="0" i="0" u="none" strike="noStrike" kern="1200" baseline="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defRPr>
                </a:pPr>
                <a:r>
                  <a:rPr lang="zh-CN"/>
                  <a:t>施工压力（</a:t>
                </a:r>
                <a:r>
                  <a:rPr lang="en-US"/>
                  <a:t>MPa</a:t>
                </a:r>
                <a:r>
                  <a:rPr lang="zh-CN"/>
                  <a:t>）</a:t>
                </a:r>
                <a:endParaRPr lang="en-US"/>
              </a:p>
              <a:p>
                <a:pPr>
                  <a:defRPr lang="zh-CN" sz="1000" b="0" i="0" u="none" strike="noStrike" kern="1200" baseline="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defRPr>
                </a:pPr>
                <a:r>
                  <a:rPr lang="zh-CN"/>
                  <a:t>井底净压力（</a:t>
                </a:r>
                <a:r>
                  <a:rPr lang="en-US"/>
                  <a:t>MPa</a:t>
                </a:r>
                <a:r>
                  <a:rPr lang="zh-CN"/>
                  <a:t>）</a:t>
                </a:r>
                <a:endParaRPr lang="en-US" altLang="zh-CN"/>
              </a:p>
              <a:p>
                <a:pPr>
                  <a:defRPr lang="zh-CN" sz="1000" b="0" i="0" u="none" strike="noStrike" kern="1200" baseline="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defRPr>
                </a:pPr>
                <a:r>
                  <a:rPr lang="zh-CN" altLang="en-US"/>
                  <a:t>施工排量（方</a:t>
                </a:r>
                <a:r>
                  <a:rPr lang="en-US" altLang="zh-CN"/>
                  <a:t>/</a:t>
                </a:r>
                <a:r>
                  <a:rPr lang="zh-CN" altLang="en-US"/>
                  <a:t>分）</a:t>
                </a:r>
                <a:endParaRPr lang="zh-CN"/>
              </a:p>
            </c:rich>
          </c:tx>
          <c:layout>
            <c:manualLayout>
              <c:xMode val="edge"/>
              <c:yMode val="edge"/>
              <c:x val="0.00818246879644518"/>
              <c:y val="0.293242750160721"/>
            </c:manualLayout>
          </c:layout>
          <c:overlay val="0"/>
          <c:spPr>
            <a:noFill/>
            <a:ln>
              <a:noFill/>
            </a:ln>
            <a:effectLst/>
          </c:sp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lang="zh-CN" sz="700" b="0" i="0" u="none" strike="noStrike" kern="1200" baseline="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defRPr>
            </a:pPr>
          </a:p>
        </c:txPr>
        <c:crossAx val="34956751"/>
        <c:crosses val="autoZero"/>
        <c:crossBetween val="between"/>
      </c:valAx>
      <c:catAx>
        <c:axId val="658058063"/>
        <c:scaling>
          <c:orientation val="minMax"/>
        </c:scaling>
        <c:delete val="1"/>
        <c:axPos val="b"/>
        <c:majorTickMark val="out"/>
        <c:minorTickMark val="none"/>
        <c:tickLblPos val="nextTo"/>
        <c:txPr>
          <a:bodyPr rot="-60000000" spcFirstLastPara="0" vertOverflow="ellipsis" vert="horz" wrap="square" anchor="ctr" anchorCtr="1"/>
          <a:lstStyle/>
          <a:p>
            <a:pPr>
              <a:defRPr lang="zh-CN" sz="900" b="0" i="0" u="none" strike="noStrike" kern="1200" baseline="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defRPr>
            </a:pPr>
          </a:p>
        </c:txPr>
        <c:crossAx val="658048079"/>
        <c:crosses val="autoZero"/>
        <c:auto val="1"/>
        <c:lblAlgn val="ctr"/>
        <c:lblOffset val="100"/>
        <c:noMultiLvlLbl val="0"/>
      </c:catAx>
      <c:valAx>
        <c:axId val="658048079"/>
        <c:scaling>
          <c:orientation val="minMax"/>
          <c:max val="2000"/>
          <c:min val="0"/>
        </c:scaling>
        <c:delete val="0"/>
        <c:axPos val="r"/>
        <c:title>
          <c:tx>
            <c:rich>
              <a:bodyPr rot="-5400000" spcFirstLastPara="1" vertOverflow="ellipsis" vert="horz" wrap="square" anchor="ctr" anchorCtr="1"/>
              <a:lstStyle/>
              <a:p>
                <a:pPr>
                  <a:defRPr lang="zh-CN" sz="1000" b="0" i="0" u="none" strike="noStrike" kern="1200" baseline="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defRPr>
                </a:pPr>
                <a:r>
                  <a:rPr lang="zh-CN" altLang="en-US" dirty="0"/>
                  <a:t>砂浓度（</a:t>
                </a:r>
                <a:r>
                  <a:rPr lang="en-US" altLang="zh-CN" dirty="0"/>
                  <a:t>kg/m³)</a:t>
                </a:r>
                <a:endParaRPr lang="zh-CN" altLang="en-US" dirty="0"/>
              </a:p>
            </c:rich>
          </c:tx>
          <c:layout/>
          <c:overlay val="0"/>
          <c:spPr>
            <a:noFill/>
            <a:ln>
              <a:noFill/>
            </a:ln>
            <a:effectLst/>
          </c:sp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defRPr>
            </a:pPr>
          </a:p>
        </c:txPr>
        <c:crossAx val="658058063"/>
        <c:crosses val="max"/>
        <c:crossBetween val="between"/>
      </c:valAx>
      <c:spPr>
        <a:noFill/>
        <a:ln>
          <a:solidFill>
            <a:schemeClr val="tx1"/>
          </a:solidFill>
        </a:ln>
        <a:effectLst/>
      </c:spPr>
    </c:plotArea>
    <c:legend>
      <c:legendPos val="r"/>
      <c:layout>
        <c:manualLayout>
          <c:xMode val="edge"/>
          <c:yMode val="edge"/>
          <c:x val="0.714796258486116"/>
          <c:y val="0.0580153430131043"/>
          <c:w val="0.223528998526233"/>
          <c:h val="0.114621453272128"/>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defRPr>
          </a:pPr>
        </a:p>
      </c:txPr>
    </c:legend>
    <c:plotVisOnly val="1"/>
    <c:dispBlanksAs val="gap"/>
    <c:showDLblsOverMax val="0"/>
    <c:extLst>
      <c:ext uri="{0b15fc19-7d7d-44ad-8c2d-2c3a37ce22c3}">
        <chartProps xmlns="https://web.wps.cn/et/2018/main" chartId="{ef949ba4-fdc4-4db2-8caf-73fe3397c358}"/>
      </c:ext>
    </c:extLst>
  </c:chart>
  <c:spPr>
    <a:noFill/>
    <a:ln>
      <a:noFill/>
    </a:ln>
    <a:effectLst/>
  </c:spPr>
  <c:txPr>
    <a:bodyPr/>
    <a:lstStyle/>
    <a:p>
      <a:pPr>
        <a:defRPr lang="zh-CN">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zh-CN" altLang="en-US" sz="900"/>
              <a:t>施工排量（</a:t>
            </a:r>
            <a:r>
              <a:rPr lang="en-US" sz="900"/>
              <a:t>m3/min）</a:t>
            </a:r>
            <a:endParaRPr lang="en-US" sz="900"/>
          </a:p>
        </c:rich>
      </c:tx>
      <c:layout>
        <c:manualLayout>
          <c:xMode val="edge"/>
          <c:yMode val="edge"/>
          <c:x val="0.346377994624259"/>
          <c:y val="0.0186104218362283"/>
        </c:manualLayout>
      </c:layout>
      <c:overlay val="0"/>
      <c:spPr>
        <a:noFill/>
        <a:ln>
          <a:noFill/>
        </a:ln>
        <a:effectLst/>
      </c:spPr>
    </c:title>
    <c:autoTitleDeleted val="0"/>
    <c:plotArea>
      <c:layout/>
      <c:barChart>
        <c:barDir val="col"/>
        <c:grouping val="clustered"/>
        <c:varyColors val="0"/>
        <c:ser>
          <c:idx val="0"/>
          <c:order val="0"/>
          <c:spPr>
            <a:solidFill>
              <a:srgbClr val="00B050"/>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[泸203H10平台施工参数表6.30.xlsx]Sheet4!$BK$1:$BK$3</c:f>
              <c:strCache>
                <c:ptCount val="3"/>
                <c:pt idx="0">
                  <c:v>主体段</c:v>
                </c:pt>
                <c:pt idx="1">
                  <c:v>渐进段</c:v>
                </c:pt>
                <c:pt idx="2">
                  <c:v>风险段</c:v>
                </c:pt>
              </c:strCache>
            </c:strRef>
          </c:cat>
          <c:val>
            <c:numRef>
              <c:f>[泸203H10平台施工参数表6.30.xlsx]Sheet4!$BL$1:$BL$3</c:f>
              <c:numCache>
                <c:formatCode>General</c:formatCode>
                <c:ptCount val="3"/>
                <c:pt idx="0">
                  <c:v>19.1</c:v>
                </c:pt>
                <c:pt idx="1">
                  <c:v>17.5</c:v>
                </c:pt>
                <c:pt idx="2">
                  <c:v>6</c:v>
                </c:pt>
              </c:numCache>
            </c:numRef>
          </c:val>
        </c:ser>
        <c:dLbls>
          <c:showLegendKey val="0"/>
          <c:showVal val="1"/>
          <c:showCatName val="0"/>
          <c:showSerName val="0"/>
          <c:showPercent val="0"/>
          <c:showBubbleSize val="0"/>
        </c:dLbls>
        <c:gapWidth val="260"/>
        <c:overlap val="-32"/>
        <c:axId val="507202074"/>
        <c:axId val="858502323"/>
      </c:barChart>
      <c:catAx>
        <c:axId val="507202074"/>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58502323"/>
        <c:crosses val="autoZero"/>
        <c:auto val="1"/>
        <c:lblAlgn val="ctr"/>
        <c:lblOffset val="100"/>
        <c:noMultiLvlLbl val="0"/>
      </c:catAx>
      <c:valAx>
        <c:axId val="858502323"/>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07202074"/>
        <c:crosses val="autoZero"/>
        <c:crossBetween val="between"/>
      </c:valAx>
      <c:spPr>
        <a:noFill/>
        <a:ln>
          <a:noFill/>
        </a:ln>
        <a:effectLst/>
      </c:spPr>
    </c:plotArea>
    <c:plotVisOnly val="1"/>
    <c:dispBlanksAs val="gap"/>
    <c:showDLblsOverMax val="0"/>
    <c:extLst>
      <c:ext uri="{0b15fc19-7d7d-44ad-8c2d-2c3a37ce22c3}">
        <chartProps xmlns="https://web.wps.cn/et/2018/main" chartId="{6b903f26-d901-4f67-b8db-239767702677}"/>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zh-CN" altLang="en-US" sz="900"/>
              <a:t>用液强度（</a:t>
            </a:r>
            <a:r>
              <a:rPr lang="en-US" altLang="zh-CN" sz="900"/>
              <a:t>m3/m</a:t>
            </a:r>
            <a:r>
              <a:rPr lang="zh-CN" altLang="en-US" sz="900"/>
              <a:t>）</a:t>
            </a:r>
            <a:endParaRPr lang="zh-CN" altLang="en-US" sz="900"/>
          </a:p>
        </c:rich>
      </c:tx>
      <c:layout>
        <c:manualLayout>
          <c:xMode val="edge"/>
          <c:yMode val="edge"/>
          <c:x val="0.343488072211476"/>
          <c:y val="0.063716814159292"/>
        </c:manualLayout>
      </c:layout>
      <c:overlay val="0"/>
      <c:spPr>
        <a:noFill/>
        <a:ln>
          <a:noFill/>
        </a:ln>
        <a:effectLst/>
      </c:spPr>
    </c:title>
    <c:autoTitleDeleted val="0"/>
    <c:plotArea>
      <c:layout/>
      <c:barChart>
        <c:barDir val="col"/>
        <c:grouping val="clustered"/>
        <c:varyColors val="0"/>
        <c:ser>
          <c:idx val="0"/>
          <c:order val="0"/>
          <c:spPr>
            <a:solidFill>
              <a:srgbClr val="00B0F0"/>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[泸203H10平台施工参数表6.30.xlsx]Sheet4!$BK$1:$BK$3</c:f>
              <c:strCache>
                <c:ptCount val="3"/>
                <c:pt idx="0">
                  <c:v>主体段</c:v>
                </c:pt>
                <c:pt idx="1">
                  <c:v>渐进段</c:v>
                </c:pt>
                <c:pt idx="2">
                  <c:v>风险段</c:v>
                </c:pt>
              </c:strCache>
            </c:strRef>
          </c:cat>
          <c:val>
            <c:numRef>
              <c:f>[泸203H10平台施工参数表6.30.xlsx]Sheet4!$BM$1:$BM$3</c:f>
              <c:numCache>
                <c:formatCode>General</c:formatCode>
                <c:ptCount val="3"/>
                <c:pt idx="0">
                  <c:v>23.49</c:v>
                </c:pt>
                <c:pt idx="1">
                  <c:v>19.37</c:v>
                </c:pt>
                <c:pt idx="2">
                  <c:v>5.34</c:v>
                </c:pt>
              </c:numCache>
            </c:numRef>
          </c:val>
        </c:ser>
        <c:dLbls>
          <c:showLegendKey val="0"/>
          <c:showVal val="1"/>
          <c:showCatName val="0"/>
          <c:showSerName val="0"/>
          <c:showPercent val="0"/>
          <c:showBubbleSize val="0"/>
        </c:dLbls>
        <c:gapWidth val="260"/>
        <c:overlap val="-32"/>
        <c:axId val="962705900"/>
        <c:axId val="517872407"/>
      </c:barChart>
      <c:catAx>
        <c:axId val="962705900"/>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17872407"/>
        <c:crosses val="autoZero"/>
        <c:auto val="1"/>
        <c:lblAlgn val="ctr"/>
        <c:lblOffset val="100"/>
        <c:noMultiLvlLbl val="0"/>
      </c:catAx>
      <c:valAx>
        <c:axId val="517872407"/>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62705900"/>
        <c:crosses val="autoZero"/>
        <c:crossBetween val="between"/>
      </c:valAx>
      <c:spPr>
        <a:noFill/>
        <a:ln>
          <a:noFill/>
        </a:ln>
        <a:effectLst/>
      </c:spPr>
    </c:plotArea>
    <c:plotVisOnly val="1"/>
    <c:dispBlanksAs val="gap"/>
    <c:showDLblsOverMax val="0"/>
    <c:extLst>
      <c:ext uri="{0b15fc19-7d7d-44ad-8c2d-2c3a37ce22c3}">
        <chartProps xmlns="https://web.wps.cn/et/2018/main" chartId="{4576d21e-201d-4402-bf5b-105be2a0b78b}"/>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zh-CN" altLang="en-US" sz="800"/>
              <a:t>加砂强度（</a:t>
            </a:r>
            <a:r>
              <a:rPr lang="en-US" altLang="zh-CN" sz="800"/>
              <a:t>t/m</a:t>
            </a:r>
            <a:r>
              <a:rPr lang="zh-CN" altLang="en-US" sz="800"/>
              <a:t>）</a:t>
            </a:r>
            <a:endParaRPr lang="zh-CN" altLang="en-US" sz="800"/>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[泸203H10平台施工参数表6.30.xlsx]Sheet4!$BK$1:$BK$3</c:f>
              <c:strCache>
                <c:ptCount val="3"/>
                <c:pt idx="0">
                  <c:v>主体段</c:v>
                </c:pt>
                <c:pt idx="1">
                  <c:v>渐进段</c:v>
                </c:pt>
                <c:pt idx="2">
                  <c:v>风险段</c:v>
                </c:pt>
              </c:strCache>
            </c:strRef>
          </c:cat>
          <c:val>
            <c:numRef>
              <c:f>[泸203H10平台施工参数表6.30.xlsx]Sheet4!$BN$1:$BN$3</c:f>
              <c:numCache>
                <c:formatCode>General</c:formatCode>
                <c:ptCount val="3"/>
                <c:pt idx="0">
                  <c:v>2.59</c:v>
                </c:pt>
                <c:pt idx="1">
                  <c:v>1.91</c:v>
                </c:pt>
                <c:pt idx="2">
                  <c:v>1.1</c:v>
                </c:pt>
              </c:numCache>
            </c:numRef>
          </c:val>
        </c:ser>
        <c:dLbls>
          <c:showLegendKey val="0"/>
          <c:showVal val="1"/>
          <c:showCatName val="0"/>
          <c:showSerName val="0"/>
          <c:showPercent val="0"/>
          <c:showBubbleSize val="0"/>
        </c:dLbls>
        <c:gapWidth val="260"/>
        <c:overlap val="-32"/>
        <c:axId val="901270926"/>
        <c:axId val="971906563"/>
      </c:barChart>
      <c:catAx>
        <c:axId val="901270926"/>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71906563"/>
        <c:crosses val="autoZero"/>
        <c:auto val="1"/>
        <c:lblAlgn val="ctr"/>
        <c:lblOffset val="100"/>
        <c:noMultiLvlLbl val="0"/>
      </c:catAx>
      <c:valAx>
        <c:axId val="971906563"/>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01270926"/>
        <c:crosses val="autoZero"/>
        <c:crossBetween val="between"/>
      </c:valAx>
      <c:spPr>
        <a:noFill/>
        <a:ln>
          <a:noFill/>
        </a:ln>
        <a:effectLst/>
      </c:spPr>
    </c:plotArea>
    <c:plotVisOnly val="1"/>
    <c:dispBlanksAs val="gap"/>
    <c:showDLblsOverMax val="0"/>
    <c:extLst>
      <c:ext uri="{0b15fc19-7d7d-44ad-8c2d-2c3a37ce22c3}">
        <chartProps xmlns="https://web.wps.cn/et/2018/main" chartId="{3db973a1-e2e8-4fa2-b9ee-086ddcfe64ed}"/>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400" b="1" i="0" u="none" strike="noStrike" kern="1200" baseline="0">
                <a:solidFill>
                  <a:schemeClr val="tx1">
                    <a:lumMod val="75000"/>
                    <a:lumOff val="25000"/>
                  </a:schemeClr>
                </a:solidFill>
                <a:latin typeface="+mn-lt"/>
                <a:ea typeface="+mn-ea"/>
                <a:cs typeface="+mn-cs"/>
              </a:defRPr>
            </a:pPr>
            <a:r>
              <a:rPr lang="zh-CN" altLang="en-US" dirty="0"/>
              <a:t>泸</a:t>
            </a:r>
            <a:r>
              <a:rPr lang="en-US" altLang="zh-CN" dirty="0"/>
              <a:t>203</a:t>
            </a:r>
            <a:r>
              <a:rPr lang="zh-CN" altLang="en-US" dirty="0"/>
              <a:t>井区</a:t>
            </a:r>
            <a:r>
              <a:rPr lang="en-US" altLang="zh-CN" dirty="0"/>
              <a:t>H10</a:t>
            </a:r>
            <a:r>
              <a:rPr lang="zh-CN" altLang="en-US" dirty="0"/>
              <a:t>平台井停泵净压力对比</a:t>
            </a:r>
            <a:endParaRPr lang="zh-CN" altLang="en-US" dirty="0"/>
          </a:p>
        </c:rich>
      </c:tx>
      <c:layout>
        <c:manualLayout>
          <c:xMode val="edge"/>
          <c:yMode val="edge"/>
          <c:x val="0.339603632266189"/>
          <c:y val="0.00365363536719035"/>
        </c:manualLayout>
      </c:layout>
      <c:overlay val="0"/>
      <c:spPr>
        <a:noFill/>
        <a:ln>
          <a:noFill/>
        </a:ln>
        <a:effectLst/>
      </c:spPr>
    </c:title>
    <c:autoTitleDeleted val="0"/>
    <c:plotArea>
      <c:layout>
        <c:manualLayout>
          <c:layoutTarget val="inner"/>
          <c:xMode val="edge"/>
          <c:yMode val="edge"/>
          <c:x val="0.0960501743453588"/>
          <c:y val="0.0779342723004695"/>
          <c:w val="0.90121047148989"/>
          <c:h val="0.755631403815109"/>
        </c:manualLayout>
      </c:layout>
      <c:lineChart>
        <c:grouping val="standard"/>
        <c:varyColors val="0"/>
        <c:ser>
          <c:idx val="0"/>
          <c:order val="0"/>
          <c:spPr>
            <a:ln w="28575" cap="rnd">
              <a:solidFill>
                <a:srgbClr val="FF0000"/>
              </a:solidFill>
              <a:round/>
            </a:ln>
            <a:effectLst/>
          </c:spPr>
          <c:marker>
            <c:symbol val="none"/>
          </c:marker>
          <c:dLbls>
            <c:delete val="1"/>
          </c:dLbls>
          <c:val>
            <c:numRef>
              <c:f>[泸203H10平台施工参数表6.30.xlsx]Sheet4!$BQ$2:$BQ$15</c:f>
              <c:numCache>
                <c:formatCode>0.0</c:formatCode>
                <c:ptCount val="14"/>
                <c:pt idx="0">
                  <c:v>63</c:v>
                </c:pt>
                <c:pt idx="1">
                  <c:v>63.5</c:v>
                </c:pt>
                <c:pt idx="2">
                  <c:v>63</c:v>
                </c:pt>
                <c:pt idx="3">
                  <c:v>63.9</c:v>
                </c:pt>
                <c:pt idx="4">
                  <c:v>64.6</c:v>
                </c:pt>
                <c:pt idx="5">
                  <c:v>64.6</c:v>
                </c:pt>
                <c:pt idx="6">
                  <c:v>64.5</c:v>
                </c:pt>
                <c:pt idx="7">
                  <c:v>66</c:v>
                </c:pt>
                <c:pt idx="8">
                  <c:v>66</c:v>
                </c:pt>
                <c:pt idx="9">
                  <c:v>66.3</c:v>
                </c:pt>
                <c:pt idx="10">
                  <c:v>65</c:v>
                </c:pt>
                <c:pt idx="11">
                  <c:v>66</c:v>
                </c:pt>
                <c:pt idx="12">
                  <c:v>66.8</c:v>
                </c:pt>
                <c:pt idx="13">
                  <c:v>67</c:v>
                </c:pt>
              </c:numCache>
            </c:numRef>
          </c:val>
          <c:smooth val="0"/>
        </c:ser>
        <c:ser>
          <c:idx val="1"/>
          <c:order val="1"/>
          <c:spPr>
            <a:ln w="28575" cap="rnd">
              <a:solidFill>
                <a:srgbClr val="00B0F0"/>
              </a:solidFill>
              <a:round/>
            </a:ln>
            <a:effectLst/>
          </c:spPr>
          <c:marker>
            <c:symbol val="none"/>
          </c:marker>
          <c:dLbls>
            <c:delete val="1"/>
          </c:dLbls>
          <c:val>
            <c:numRef>
              <c:f>[泸203H10平台施工参数表6.30.xlsx]Sheet4!$BW$1:$BW$18</c:f>
              <c:numCache>
                <c:formatCode>0.0</c:formatCode>
                <c:ptCount val="18"/>
                <c:pt idx="0">
                  <c:v>62</c:v>
                </c:pt>
                <c:pt idx="1">
                  <c:v>64.1</c:v>
                </c:pt>
                <c:pt idx="2">
                  <c:v>64.5</c:v>
                </c:pt>
                <c:pt idx="3">
                  <c:v>63</c:v>
                </c:pt>
                <c:pt idx="4" c:formatCode="General">
                  <c:v>63.7</c:v>
                </c:pt>
                <c:pt idx="5" c:formatCode="General">
                  <c:v>64.3</c:v>
                </c:pt>
                <c:pt idx="6" c:formatCode="General">
                  <c:v>64</c:v>
                </c:pt>
                <c:pt idx="7" c:formatCode="General">
                  <c:v>68</c:v>
                </c:pt>
                <c:pt idx="8" c:formatCode="General">
                  <c:v>66</c:v>
                </c:pt>
                <c:pt idx="9" c:formatCode="General">
                  <c:v>65.5</c:v>
                </c:pt>
                <c:pt idx="10" c:formatCode="General">
                  <c:v>65.5</c:v>
                </c:pt>
                <c:pt idx="11" c:formatCode="General">
                  <c:v>65.5</c:v>
                </c:pt>
                <c:pt idx="12" c:formatCode="General">
                  <c:v>65</c:v>
                </c:pt>
                <c:pt idx="13" c:formatCode="General">
                  <c:v>65.5</c:v>
                </c:pt>
                <c:pt idx="14" c:formatCode="General">
                  <c:v>66.3</c:v>
                </c:pt>
                <c:pt idx="15" c:formatCode="General">
                  <c:v>68</c:v>
                </c:pt>
                <c:pt idx="16" c:formatCode="General">
                  <c:v>66.7</c:v>
                </c:pt>
                <c:pt idx="17" c:formatCode="General">
                  <c:v>67</c:v>
                </c:pt>
              </c:numCache>
            </c:numRef>
          </c:val>
          <c:smooth val="0"/>
        </c:ser>
        <c:ser>
          <c:idx val="2"/>
          <c:order val="2"/>
          <c:spPr>
            <a:ln w="28575" cap="rnd">
              <a:solidFill>
                <a:schemeClr val="accent2"/>
              </a:solidFill>
              <a:round/>
            </a:ln>
            <a:effectLst/>
          </c:spPr>
          <c:marker>
            <c:symbol val="none"/>
          </c:marker>
          <c:dLbls>
            <c:delete val="1"/>
          </c:dLbls>
          <c:val>
            <c:numRef>
              <c:f>[泸203H10平台施工参数表6.30.xlsx]Sheet4!$CC$1:$CC$19</c:f>
              <c:numCache>
                <c:formatCode>General</c:formatCode>
                <c:ptCount val="19"/>
                <c:pt idx="0">
                  <c:v>62.5</c:v>
                </c:pt>
                <c:pt idx="1">
                  <c:v>62</c:v>
                </c:pt>
                <c:pt idx="2">
                  <c:v>62</c:v>
                </c:pt>
                <c:pt idx="3">
                  <c:v>63</c:v>
                </c:pt>
                <c:pt idx="4">
                  <c:v>63</c:v>
                </c:pt>
                <c:pt idx="5">
                  <c:v>63</c:v>
                </c:pt>
                <c:pt idx="6">
                  <c:v>64.7</c:v>
                </c:pt>
                <c:pt idx="7">
                  <c:v>64.4</c:v>
                </c:pt>
                <c:pt idx="8">
                  <c:v>65.5</c:v>
                </c:pt>
                <c:pt idx="9">
                  <c:v>64</c:v>
                </c:pt>
                <c:pt idx="10">
                  <c:v>65</c:v>
                </c:pt>
                <c:pt idx="11">
                  <c:v>65.5</c:v>
                </c:pt>
                <c:pt idx="12">
                  <c:v>65.3</c:v>
                </c:pt>
                <c:pt idx="13">
                  <c:v>62.4</c:v>
                </c:pt>
                <c:pt idx="14">
                  <c:v>63.5</c:v>
                </c:pt>
                <c:pt idx="15">
                  <c:v>65</c:v>
                </c:pt>
                <c:pt idx="16">
                  <c:v>64.5</c:v>
                </c:pt>
                <c:pt idx="17">
                  <c:v>63.5</c:v>
                </c:pt>
                <c:pt idx="18">
                  <c:v>63.5</c:v>
                </c:pt>
              </c:numCache>
            </c:numRef>
          </c:val>
          <c:smooth val="0"/>
        </c:ser>
        <c:ser>
          <c:idx val="3"/>
          <c:order val="3"/>
          <c:spPr>
            <a:ln w="28575" cap="rnd">
              <a:solidFill>
                <a:schemeClr val="accent4"/>
              </a:solidFill>
              <a:round/>
            </a:ln>
            <a:effectLst/>
          </c:spPr>
          <c:marker>
            <c:symbol val="none"/>
          </c:marker>
          <c:dLbls>
            <c:delete val="1"/>
          </c:dLbls>
          <c:val>
            <c:numRef>
              <c:f>[泸203H10平台施工参数表6.30.xlsx]Sheet4!$CI$1:$CI$21</c:f>
              <c:numCache>
                <c:formatCode>General</c:formatCode>
                <c:ptCount val="21"/>
                <c:pt idx="0">
                  <c:v>62.3</c:v>
                </c:pt>
                <c:pt idx="1">
                  <c:v>62.6</c:v>
                </c:pt>
                <c:pt idx="2">
                  <c:v>62.8</c:v>
                </c:pt>
                <c:pt idx="3">
                  <c:v>62.7</c:v>
                </c:pt>
                <c:pt idx="4">
                  <c:v>62.3</c:v>
                </c:pt>
                <c:pt idx="5">
                  <c:v>64.5</c:v>
                </c:pt>
                <c:pt idx="6">
                  <c:v>67</c:v>
                </c:pt>
                <c:pt idx="7">
                  <c:v>73</c:v>
                </c:pt>
                <c:pt idx="8">
                  <c:v>68.5</c:v>
                </c:pt>
                <c:pt idx="9">
                  <c:v>64.5</c:v>
                </c:pt>
                <c:pt idx="10">
                  <c:v>66.5</c:v>
                </c:pt>
                <c:pt idx="11">
                  <c:v>67</c:v>
                </c:pt>
                <c:pt idx="12">
                  <c:v>66</c:v>
                </c:pt>
                <c:pt idx="13">
                  <c:v>66</c:v>
                </c:pt>
                <c:pt idx="14">
                  <c:v>66.4</c:v>
                </c:pt>
                <c:pt idx="15">
                  <c:v>65.8</c:v>
                </c:pt>
                <c:pt idx="16">
                  <c:v>66.3</c:v>
                </c:pt>
                <c:pt idx="17">
                  <c:v>66.2</c:v>
                </c:pt>
                <c:pt idx="18">
                  <c:v>64</c:v>
                </c:pt>
                <c:pt idx="19">
                  <c:v>63.2</c:v>
                </c:pt>
                <c:pt idx="20">
                  <c:v>63.6</c:v>
                </c:pt>
              </c:numCache>
            </c:numRef>
          </c:val>
          <c:smooth val="0"/>
        </c:ser>
        <c:dLbls>
          <c:showLegendKey val="0"/>
          <c:showVal val="0"/>
          <c:showCatName val="0"/>
          <c:showSerName val="0"/>
          <c:showPercent val="0"/>
          <c:showBubbleSize val="0"/>
        </c:dLbls>
        <c:marker val="0"/>
        <c:smooth val="0"/>
        <c:axId val="64453858"/>
        <c:axId val="782787641"/>
      </c:lineChart>
      <c:catAx>
        <c:axId val="64453858"/>
        <c:scaling>
          <c:orientation val="minMax"/>
        </c:scaling>
        <c:delete val="0"/>
        <c:axPos val="b"/>
        <c:title>
          <c:tx>
            <c:rich>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r>
                  <a:rPr lang="zh-CN" altLang="en-US" dirty="0"/>
                  <a:t>井段数</a:t>
                </a:r>
                <a:endParaRPr lang="zh-CN" altLang="en-US" dirty="0"/>
              </a:p>
            </c:rich>
          </c:tx>
          <c:layout>
            <c:manualLayout>
              <c:xMode val="edge"/>
              <c:yMode val="edge"/>
              <c:x val="0.485092134436969"/>
              <c:y val="0.921348136922215"/>
            </c:manualLayout>
          </c:layout>
          <c:overlay val="0"/>
          <c:spPr>
            <a:noFill/>
            <a:ln>
              <a:noFill/>
            </a:ln>
            <a:effectLst/>
          </c:sp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82787641"/>
        <c:crosses val="autoZero"/>
        <c:auto val="1"/>
        <c:lblAlgn val="ctr"/>
        <c:lblOffset val="100"/>
        <c:noMultiLvlLbl val="0"/>
      </c:catAx>
      <c:valAx>
        <c:axId val="782787641"/>
        <c:scaling>
          <c:orientation val="minMax"/>
          <c:max val="73"/>
          <c:min val="60"/>
        </c:scaling>
        <c:delete val="0"/>
        <c:axPos val="l"/>
        <c:title>
          <c:tx>
            <c:rich>
              <a:bodyPr rot="-54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r>
                  <a:rPr lang="zh-CN" altLang="en-US" dirty="0"/>
                  <a:t>停泵压力，</a:t>
                </a:r>
                <a:r>
                  <a:rPr lang="en-US" altLang="zh-CN" dirty="0"/>
                  <a:t>MPa</a:t>
                </a:r>
                <a:endParaRPr lang="zh-CN" altLang="en-US" dirty="0"/>
              </a:p>
            </c:rich>
          </c:tx>
          <c:layout/>
          <c:overlay val="0"/>
          <c:spPr>
            <a:noFill/>
            <a:ln>
              <a:noFill/>
            </a:ln>
            <a:effectLst/>
          </c:spPr>
        </c:title>
        <c:numFmt formatCode="0.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64453858"/>
        <c:crosses val="autoZero"/>
        <c:crossBetween val="between"/>
      </c:valAx>
      <c:spPr>
        <a:noFill/>
        <a:ln>
          <a:noFill/>
        </a:ln>
        <a:effectLst/>
      </c:spPr>
    </c:plotArea>
    <c:legend>
      <c:legendPos val="r"/>
      <c:layout>
        <c:manualLayout>
          <c:xMode val="edge"/>
          <c:yMode val="edge"/>
          <c:x val="0.843680869836954"/>
          <c:y val="0.0928909827694132"/>
          <c:w val="0.11654140219685"/>
          <c:h val="0.26693769973314"/>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0763af4a-d57d-4fdf-959e-22bd83d4332d}"/>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en-US" altLang="zh-CN"/>
              <a:t>1</a:t>
            </a:r>
            <a:r>
              <a:rPr lang="zh-CN" altLang="en-US"/>
              <a:t>井</a:t>
            </a:r>
            <a:r>
              <a:rPr lang="en-US"/>
              <a:t>FCI</a:t>
            </a:r>
            <a:r>
              <a:rPr lang="zh-CN" altLang="en-US"/>
              <a:t>指数</a:t>
            </a:r>
            <a:endParaRPr lang="zh-CN" altLang="en-US"/>
          </a:p>
        </c:rich>
      </c:tx>
      <c:layout/>
      <c:overlay val="0"/>
      <c:spPr>
        <a:noFill/>
        <a:ln>
          <a:noFill/>
        </a:ln>
        <a:effectLst/>
      </c:spPr>
    </c:title>
    <c:autoTitleDeleted val="0"/>
    <c:plotArea>
      <c:layout/>
      <c:barChart>
        <c:barDir val="col"/>
        <c:grouping val="clustered"/>
        <c:varyColors val="0"/>
        <c:ser>
          <c:idx val="0"/>
          <c:order val="0"/>
          <c:tx>
            <c:strRef>
              <c:f>'[新建 XLSX 工作表.xlsx]Sheet1'!$M$1</c:f>
              <c:strCache>
                <c:ptCount val="1"/>
                <c:pt idx="0">
                  <c:v>FCI指数</c:v>
                </c:pt>
              </c:strCache>
            </c:strRef>
          </c:tx>
          <c:spPr>
            <a:gradFill>
              <a:gsLst>
                <a:gs pos="0">
                  <a:schemeClr val="accent1">
                    <a:lumMod val="40000"/>
                    <a:lumOff val="60000"/>
                  </a:schemeClr>
                </a:gs>
                <a:gs pos="90000">
                  <a:schemeClr val="accent1"/>
                </a:gs>
              </a:gsLst>
              <a:lin ang="5400000" scaled="0"/>
            </a:gradFill>
            <a:ln>
              <a:gradFill>
                <a:gsLst>
                  <a:gs pos="0">
                    <a:schemeClr val="accent1"/>
                  </a:gs>
                  <a:gs pos="100000">
                    <a:schemeClr val="accent1">
                      <a:lumMod val="75000"/>
                    </a:schemeClr>
                  </a:gs>
                </a:gsLst>
                <a:lin ang="5400000" scaled="1"/>
              </a:gradFill>
            </a:ln>
            <a:effectLst>
              <a:outerShdw blurRad="76200" dist="25400" dir="2700000" algn="tl" rotWithShape="0">
                <a:schemeClr val="accent1">
                  <a:lumMod val="50000"/>
                  <a:alpha val="30000"/>
                </a:schemeClr>
              </a:outerShdw>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val>
            <c:numRef>
              <c:f>'[新建 XLSX 工作表.xlsx]Sheet1'!$M$2:$M$15</c:f>
              <c:numCache>
                <c:formatCode>0.00_ </c:formatCode>
                <c:ptCount val="14"/>
                <c:pt idx="0">
                  <c:v>0.210958904109589</c:v>
                </c:pt>
                <c:pt idx="1">
                  <c:v>0.353211009174312</c:v>
                </c:pt>
                <c:pt idx="2">
                  <c:v>0.171492204899777</c:v>
                </c:pt>
                <c:pt idx="3">
                  <c:v>0.272727272727273</c:v>
                </c:pt>
                <c:pt idx="4">
                  <c:v>0.238317757009346</c:v>
                </c:pt>
                <c:pt idx="5">
                  <c:v>0.175983436853002</c:v>
                </c:pt>
                <c:pt idx="6">
                  <c:v>0.208845208845209</c:v>
                </c:pt>
                <c:pt idx="7">
                  <c:v>0.164556962025316</c:v>
                </c:pt>
                <c:pt idx="8">
                  <c:v>0.271477663230241</c:v>
                </c:pt>
                <c:pt idx="9">
                  <c:v>0.282131661442006</c:v>
                </c:pt>
                <c:pt idx="10">
                  <c:v>0.216867469879518</c:v>
                </c:pt>
                <c:pt idx="11">
                  <c:v>0.194871794871795</c:v>
                </c:pt>
                <c:pt idx="12">
                  <c:v>0.193877551020408</c:v>
                </c:pt>
                <c:pt idx="13">
                  <c:v>0.189054726368159</c:v>
                </c:pt>
              </c:numCache>
            </c:numRef>
          </c:val>
        </c:ser>
        <c:dLbls>
          <c:showLegendKey val="0"/>
          <c:showVal val="1"/>
          <c:showCatName val="0"/>
          <c:showSerName val="0"/>
          <c:showPercent val="0"/>
          <c:showBubbleSize val="0"/>
        </c:dLbls>
        <c:gapWidth val="260"/>
        <c:overlap val="-32"/>
        <c:axId val="843465302"/>
        <c:axId val="431829034"/>
      </c:barChart>
      <c:catAx>
        <c:axId val="843465302"/>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431829034"/>
        <c:crosses val="autoZero"/>
        <c:auto val="1"/>
        <c:lblAlgn val="ctr"/>
        <c:lblOffset val="100"/>
        <c:noMultiLvlLbl val="0"/>
      </c:catAx>
      <c:valAx>
        <c:axId val="431829034"/>
        <c:scaling>
          <c:orientation val="minMax"/>
        </c:scaling>
        <c:delete val="1"/>
        <c:axPos val="l"/>
        <c:numFmt formatCode="0.00_ "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43465302"/>
        <c:crosses val="autoZero"/>
        <c:crossBetween val="between"/>
      </c:valAx>
      <c:spPr>
        <a:noFill/>
        <a:ln>
          <a:noFill/>
        </a:ln>
        <a:effectLst/>
      </c:spPr>
    </c:plotArea>
    <c:plotVisOnly val="1"/>
    <c:dispBlanksAs val="gap"/>
    <c:showDLblsOverMax val="0"/>
    <c:extLst>
      <c:ext uri="{0b15fc19-7d7d-44ad-8c2d-2c3a37ce22c3}">
        <chartProps xmlns="https://web.wps.cn/et/2018/main" chartId="{2541b8d4-dc59-4c60-96ba-97701041f35e}"/>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en-US" altLang="zh-CN"/>
              <a:t>2</a:t>
            </a:r>
            <a:r>
              <a:rPr lang="zh-CN" altLang="en-US"/>
              <a:t>井</a:t>
            </a:r>
            <a:r>
              <a:rPr lang="en-US"/>
              <a:t>FCI</a:t>
            </a:r>
            <a:r>
              <a:rPr lang="zh-CN" altLang="en-US"/>
              <a:t>指数</a:t>
            </a:r>
            <a:endParaRPr lang="zh-CN" altLang="en-US"/>
          </a:p>
        </c:rich>
      </c:tx>
      <c:layout/>
      <c:overlay val="0"/>
      <c:spPr>
        <a:noFill/>
        <a:ln>
          <a:noFill/>
        </a:ln>
        <a:effectLst/>
      </c:spPr>
    </c:title>
    <c:autoTitleDeleted val="0"/>
    <c:plotArea>
      <c:layout/>
      <c:barChart>
        <c:barDir val="col"/>
        <c:grouping val="clustered"/>
        <c:varyColors val="0"/>
        <c:ser>
          <c:idx val="0"/>
          <c:order val="0"/>
          <c:tx>
            <c:strRef>
              <c:f>'[新建 XLSX 工作表.xlsx]Sheet2'!$M$1</c:f>
              <c:strCache>
                <c:ptCount val="1"/>
                <c:pt idx="0">
                  <c:v>FCI指数</c:v>
                </c:pt>
              </c:strCache>
            </c:strRef>
          </c:tx>
          <c:spPr>
            <a:gradFill>
              <a:gsLst>
                <a:gs pos="0">
                  <a:schemeClr val="accent1">
                    <a:lumMod val="40000"/>
                    <a:lumOff val="60000"/>
                  </a:schemeClr>
                </a:gs>
                <a:gs pos="90000">
                  <a:schemeClr val="accent1"/>
                </a:gs>
              </a:gsLst>
              <a:lin ang="5400000" scaled="0"/>
            </a:gradFill>
            <a:ln>
              <a:gradFill>
                <a:gsLst>
                  <a:gs pos="0">
                    <a:schemeClr val="accent1"/>
                  </a:gs>
                  <a:gs pos="100000">
                    <a:schemeClr val="accent1">
                      <a:lumMod val="75000"/>
                    </a:schemeClr>
                  </a:gs>
                </a:gsLst>
                <a:lin ang="5400000" scaled="1"/>
              </a:gradFill>
            </a:ln>
            <a:effectLst>
              <a:outerShdw blurRad="76200" dist="25400" dir="2700000" algn="tl" rotWithShape="0">
                <a:schemeClr val="accent1">
                  <a:lumMod val="50000"/>
                  <a:alpha val="30000"/>
                </a:schemeClr>
              </a:outerShdw>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val>
            <c:numRef>
              <c:f>'[新建 XLSX 工作表.xlsx]Sheet2'!$M$2:$M$19</c:f>
              <c:numCache>
                <c:formatCode>0.00_ </c:formatCode>
                <c:ptCount val="18"/>
                <c:pt idx="0">
                  <c:v>0.287037037037037</c:v>
                </c:pt>
                <c:pt idx="1">
                  <c:v>0.191950464396285</c:v>
                </c:pt>
                <c:pt idx="2">
                  <c:v>0.176136363636364</c:v>
                </c:pt>
                <c:pt idx="3">
                  <c:v>0.232558139534884</c:v>
                </c:pt>
                <c:pt idx="4">
                  <c:v>0.160621761658031</c:v>
                </c:pt>
                <c:pt idx="5">
                  <c:v>0.190769230769231</c:v>
                </c:pt>
                <c:pt idx="6">
                  <c:v>0.39647577092511</c:v>
                </c:pt>
                <c:pt idx="7">
                  <c:v>0.20679012345679</c:v>
                </c:pt>
                <c:pt idx="8">
                  <c:v>0.185915492957746</c:v>
                </c:pt>
                <c:pt idx="9">
                  <c:v>0.170542635658915</c:v>
                </c:pt>
                <c:pt idx="10">
                  <c:v>0.333333333333333</c:v>
                </c:pt>
                <c:pt idx="11">
                  <c:v>0.257142857142857</c:v>
                </c:pt>
                <c:pt idx="12">
                  <c:v>0.163594470046083</c:v>
                </c:pt>
                <c:pt idx="13">
                  <c:v>0.171912832929782</c:v>
                </c:pt>
                <c:pt idx="14">
                  <c:v>0.165501165501166</c:v>
                </c:pt>
                <c:pt idx="15">
                  <c:v>0.199438202247191</c:v>
                </c:pt>
                <c:pt idx="16">
                  <c:v>0.183856502242152</c:v>
                </c:pt>
                <c:pt idx="17">
                  <c:v>0.194774346793349</c:v>
                </c:pt>
              </c:numCache>
            </c:numRef>
          </c:val>
        </c:ser>
        <c:dLbls>
          <c:showLegendKey val="0"/>
          <c:showVal val="1"/>
          <c:showCatName val="0"/>
          <c:showSerName val="0"/>
          <c:showPercent val="0"/>
          <c:showBubbleSize val="0"/>
        </c:dLbls>
        <c:gapWidth val="260"/>
        <c:overlap val="-32"/>
        <c:axId val="266067185"/>
        <c:axId val="913033948"/>
      </c:barChart>
      <c:catAx>
        <c:axId val="266067185"/>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13033948"/>
        <c:crosses val="autoZero"/>
        <c:auto val="1"/>
        <c:lblAlgn val="ctr"/>
        <c:lblOffset val="100"/>
        <c:noMultiLvlLbl val="0"/>
      </c:catAx>
      <c:valAx>
        <c:axId val="913033948"/>
        <c:scaling>
          <c:orientation val="minMax"/>
        </c:scaling>
        <c:delete val="1"/>
        <c:axPos val="l"/>
        <c:numFmt formatCode="0.00_ "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66067185"/>
        <c:crosses val="autoZero"/>
        <c:crossBetween val="between"/>
      </c:valAx>
      <c:spPr>
        <a:noFill/>
        <a:ln>
          <a:noFill/>
        </a:ln>
        <a:effectLst/>
      </c:spPr>
    </c:plotArea>
    <c:plotVisOnly val="1"/>
    <c:dispBlanksAs val="gap"/>
    <c:showDLblsOverMax val="0"/>
    <c:extLst>
      <c:ext uri="{0b15fc19-7d7d-44ad-8c2d-2c3a37ce22c3}">
        <chartProps xmlns="https://web.wps.cn/et/2018/main" chartId="{1ac0fee2-f5c9-4842-87c2-09dcc6e67e93}"/>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en-US" altLang="zh-CN"/>
              <a:t>3</a:t>
            </a:r>
            <a:r>
              <a:rPr lang="zh-CN" altLang="en-US"/>
              <a:t>井</a:t>
            </a:r>
            <a:r>
              <a:rPr lang="en-US"/>
              <a:t>FCI</a:t>
            </a:r>
            <a:r>
              <a:rPr lang="zh-CN" altLang="en-US"/>
              <a:t>指数</a:t>
            </a:r>
            <a:endParaRPr lang="zh-CN" altLang="en-US"/>
          </a:p>
        </c:rich>
      </c:tx>
      <c:layout>
        <c:manualLayout>
          <c:xMode val="edge"/>
          <c:yMode val="edge"/>
          <c:x val="0.432565789473684"/>
          <c:y val="0.025462962962963"/>
        </c:manualLayout>
      </c:layout>
      <c:overlay val="0"/>
      <c:spPr>
        <a:noFill/>
        <a:ln>
          <a:noFill/>
        </a:ln>
        <a:effectLst/>
      </c:spPr>
    </c:title>
    <c:autoTitleDeleted val="0"/>
    <c:plotArea>
      <c:layout/>
      <c:barChart>
        <c:barDir val="col"/>
        <c:grouping val="clustered"/>
        <c:varyColors val="0"/>
        <c:ser>
          <c:idx val="0"/>
          <c:order val="0"/>
          <c:tx>
            <c:strRef>
              <c:f>'[新建 XLSX 工作表.xlsx]Sheet3'!$M$1</c:f>
              <c:strCache>
                <c:ptCount val="1"/>
                <c:pt idx="0">
                  <c:v>FCI指数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val>
            <c:numRef>
              <c:f>'[新建 XLSX 工作表.xlsx]Sheet3'!$M$2:$M$20</c:f>
              <c:numCache>
                <c:formatCode>0.00_ </c:formatCode>
                <c:ptCount val="19"/>
                <c:pt idx="0">
                  <c:v>0.131474103585657</c:v>
                </c:pt>
                <c:pt idx="1">
                  <c:v>0.148230088495575</c:v>
                </c:pt>
                <c:pt idx="2">
                  <c:v>0.16301703163017</c:v>
                </c:pt>
                <c:pt idx="3">
                  <c:v>0.168161434977578</c:v>
                </c:pt>
                <c:pt idx="4">
                  <c:v>0.281632653061224</c:v>
                </c:pt>
                <c:pt idx="5">
                  <c:v>0.150984682713348</c:v>
                </c:pt>
                <c:pt idx="6">
                  <c:v>0.165865384615385</c:v>
                </c:pt>
                <c:pt idx="7">
                  <c:v>0.150984682713348</c:v>
                </c:pt>
                <c:pt idx="8">
                  <c:v>0.197142857142857</c:v>
                </c:pt>
                <c:pt idx="9">
                  <c:v>0.327510917030568</c:v>
                </c:pt>
                <c:pt idx="10">
                  <c:v>0.164079822616408</c:v>
                </c:pt>
                <c:pt idx="11">
                  <c:v>0.215743440233236</c:v>
                </c:pt>
                <c:pt idx="12">
                  <c:v>0.214797136038186</c:v>
                </c:pt>
                <c:pt idx="13">
                  <c:v>0.362903225806452</c:v>
                </c:pt>
                <c:pt idx="14">
                  <c:v>0.212290502793296</c:v>
                </c:pt>
                <c:pt idx="15">
                  <c:v>0.179245283018868</c:v>
                </c:pt>
                <c:pt idx="16">
                  <c:v>0.20631067961165</c:v>
                </c:pt>
                <c:pt idx="17">
                  <c:v>0.222222222222222</c:v>
                </c:pt>
                <c:pt idx="18">
                  <c:v>0.192771084337349</c:v>
                </c:pt>
              </c:numCache>
            </c:numRef>
          </c:val>
        </c:ser>
        <c:dLbls>
          <c:showLegendKey val="0"/>
          <c:showVal val="1"/>
          <c:showCatName val="0"/>
          <c:showSerName val="0"/>
          <c:showPercent val="0"/>
          <c:showBubbleSize val="0"/>
        </c:dLbls>
        <c:gapWidth val="260"/>
        <c:overlap val="-32"/>
        <c:axId val="588512210"/>
        <c:axId val="397414719"/>
      </c:barChart>
      <c:catAx>
        <c:axId val="588512210"/>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397414719"/>
        <c:crosses val="autoZero"/>
        <c:auto val="1"/>
        <c:lblAlgn val="ctr"/>
        <c:lblOffset val="100"/>
        <c:noMultiLvlLbl val="0"/>
      </c:catAx>
      <c:valAx>
        <c:axId val="397414719"/>
        <c:scaling>
          <c:orientation val="minMax"/>
        </c:scaling>
        <c:delete val="1"/>
        <c:axPos val="l"/>
        <c:numFmt formatCode="0.00_ "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88512210"/>
        <c:crosses val="autoZero"/>
        <c:crossBetween val="between"/>
      </c:valAx>
      <c:spPr>
        <a:noFill/>
        <a:ln>
          <a:noFill/>
        </a:ln>
        <a:effectLst/>
      </c:spPr>
    </c:plotArea>
    <c:plotVisOnly val="1"/>
    <c:dispBlanksAs val="gap"/>
    <c:showDLblsOverMax val="0"/>
    <c:extLst>
      <c:ext uri="{0b15fc19-7d7d-44ad-8c2d-2c3a37ce22c3}">
        <chartProps xmlns="https://web.wps.cn/et/2018/main" chartId="{69c0e94e-18ce-4476-9916-2821f69c52cd}"/>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en-US" altLang="zh-CN"/>
              <a:t>4</a:t>
            </a:r>
            <a:r>
              <a:rPr lang="zh-CN" altLang="en-US"/>
              <a:t>井</a:t>
            </a:r>
            <a:r>
              <a:rPr lang="en-US"/>
              <a:t>FCI</a:t>
            </a:r>
            <a:r>
              <a:rPr lang="zh-CN" altLang="en-US"/>
              <a:t>指数</a:t>
            </a:r>
            <a:endParaRPr lang="zh-CN" altLang="en-US"/>
          </a:p>
        </c:rich>
      </c:tx>
      <c:layout/>
      <c:overlay val="0"/>
      <c:spPr>
        <a:noFill/>
        <a:ln>
          <a:noFill/>
        </a:ln>
        <a:effectLst/>
      </c:spPr>
    </c:title>
    <c:autoTitleDeleted val="0"/>
    <c:plotArea>
      <c:layout/>
      <c:barChart>
        <c:barDir val="col"/>
        <c:grouping val="clustered"/>
        <c:varyColors val="0"/>
        <c:ser>
          <c:idx val="0"/>
          <c:order val="0"/>
          <c:tx>
            <c:strRef>
              <c:f>'[新建 XLSX 工作表.xlsx]Sheet4'!$M$1</c:f>
              <c:strCache>
                <c:ptCount val="1"/>
                <c:pt idx="0">
                  <c:v>FCI指数</c:v>
                </c:pt>
              </c:strCache>
            </c:strRef>
          </c:tx>
          <c:spPr>
            <a:gradFill>
              <a:gsLst>
                <a:gs pos="0">
                  <a:schemeClr val="accent1">
                    <a:lumMod val="40000"/>
                    <a:lumOff val="60000"/>
                  </a:schemeClr>
                </a:gs>
                <a:gs pos="90000">
                  <a:schemeClr val="accent1"/>
                </a:gs>
              </a:gsLst>
              <a:lin ang="5400000" scaled="0"/>
            </a:gradFill>
            <a:ln>
              <a:gradFill>
                <a:gsLst>
                  <a:gs pos="0">
                    <a:schemeClr val="accent1"/>
                  </a:gs>
                  <a:gs pos="100000">
                    <a:schemeClr val="accent1">
                      <a:lumMod val="75000"/>
                    </a:schemeClr>
                  </a:gs>
                </a:gsLst>
                <a:lin ang="5400000" scaled="1"/>
              </a:gradFill>
            </a:ln>
            <a:effectLst>
              <a:outerShdw blurRad="76200" dist="25400" dir="2700000" algn="tl" rotWithShape="0">
                <a:schemeClr val="accent1">
                  <a:lumMod val="50000"/>
                  <a:alpha val="30000"/>
                </a:schemeClr>
              </a:outerShdw>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val>
            <c:numRef>
              <c:f>'[新建 XLSX 工作表.xlsx]Sheet4'!$M$2:$M$22</c:f>
              <c:numCache>
                <c:formatCode>0.00_ </c:formatCode>
                <c:ptCount val="21"/>
                <c:pt idx="0">
                  <c:v>0.137450199203187</c:v>
                </c:pt>
                <c:pt idx="1">
                  <c:v>0.152654867256637</c:v>
                </c:pt>
                <c:pt idx="2">
                  <c:v>0.170316301703163</c:v>
                </c:pt>
                <c:pt idx="3">
                  <c:v>0.15695067264574</c:v>
                </c:pt>
                <c:pt idx="4">
                  <c:v>0.285714285714286</c:v>
                </c:pt>
                <c:pt idx="5">
                  <c:v>0.153172866520788</c:v>
                </c:pt>
                <c:pt idx="6">
                  <c:v>0.168269230769231</c:v>
                </c:pt>
                <c:pt idx="7">
                  <c:v>0.153172866520788</c:v>
                </c:pt>
                <c:pt idx="8">
                  <c:v>0.2</c:v>
                </c:pt>
                <c:pt idx="9">
                  <c:v>0.393013100436681</c:v>
                </c:pt>
                <c:pt idx="10">
                  <c:v>0.159645232815965</c:v>
                </c:pt>
                <c:pt idx="11">
                  <c:v>0.212827988338192</c:v>
                </c:pt>
                <c:pt idx="12">
                  <c:v>0.174224343675418</c:v>
                </c:pt>
                <c:pt idx="13">
                  <c:v>0.362903225806452</c:v>
                </c:pt>
                <c:pt idx="14">
                  <c:v>0.181564245810056</c:v>
                </c:pt>
                <c:pt idx="15">
                  <c:v>0.155660377358491</c:v>
                </c:pt>
                <c:pt idx="16">
                  <c:v>0.160194174757282</c:v>
                </c:pt>
                <c:pt idx="17">
                  <c:v>0.183333333333333</c:v>
                </c:pt>
                <c:pt idx="18">
                  <c:v>0.159036144578313</c:v>
                </c:pt>
                <c:pt idx="19">
                  <c:v>0.248618784530387</c:v>
                </c:pt>
                <c:pt idx="20">
                  <c:v>0.580645161290323</c:v>
                </c:pt>
              </c:numCache>
            </c:numRef>
          </c:val>
        </c:ser>
        <c:dLbls>
          <c:showLegendKey val="0"/>
          <c:showVal val="1"/>
          <c:showCatName val="0"/>
          <c:showSerName val="0"/>
          <c:showPercent val="0"/>
          <c:showBubbleSize val="0"/>
        </c:dLbls>
        <c:gapWidth val="260"/>
        <c:overlap val="-32"/>
        <c:axId val="86626708"/>
        <c:axId val="417360265"/>
      </c:barChart>
      <c:catAx>
        <c:axId val="8662670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417360265"/>
        <c:crosses val="autoZero"/>
        <c:auto val="1"/>
        <c:lblAlgn val="ctr"/>
        <c:lblOffset val="100"/>
        <c:noMultiLvlLbl val="0"/>
      </c:catAx>
      <c:valAx>
        <c:axId val="417360265"/>
        <c:scaling>
          <c:orientation val="minMax"/>
        </c:scaling>
        <c:delete val="1"/>
        <c:axPos val="l"/>
        <c:numFmt formatCode="0.00_ "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6626708"/>
        <c:crosses val="autoZero"/>
        <c:crossBetween val="between"/>
      </c:valAx>
      <c:spPr>
        <a:noFill/>
        <a:ln>
          <a:noFill/>
        </a:ln>
        <a:effectLst/>
      </c:spPr>
    </c:plotArea>
    <c:plotVisOnly val="1"/>
    <c:dispBlanksAs val="gap"/>
    <c:showDLblsOverMax val="0"/>
    <c:extLst>
      <c:ext uri="{0b15fc19-7d7d-44ad-8c2d-2c3a37ce22c3}">
        <chartProps xmlns="https://web.wps.cn/et/2018/main" chartId="{47411878-e4d3-4275-b609-04535a55d9cb}"/>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83724208637703"/>
          <c:y val="0.0509345794392523"/>
          <c:w val="0.676714084326541"/>
          <c:h val="0.762785046728972"/>
        </c:manualLayout>
      </c:layout>
      <c:scatterChart>
        <c:scatterStyle val="lineMarker"/>
        <c:varyColors val="0"/>
        <c:ser>
          <c:idx val="0"/>
          <c:order val="0"/>
          <c:tx>
            <c:strRef>
              <c:f>1井</c:f>
              <c:strCache>
                <c:ptCount val="1"/>
                <c:pt idx="0">
                  <c:v>1井</c:v>
                </c:pt>
              </c:strCache>
            </c:strRef>
          </c:tx>
          <c:spPr>
            <a:ln w="25400" cap="rnd">
              <a:noFill/>
              <a:round/>
            </a:ln>
            <a:effectLst/>
          </c:spPr>
          <c:marker>
            <c:symbol val="circle"/>
            <c:size val="5"/>
            <c:spPr>
              <a:solidFill>
                <a:srgbClr val="D4839D"/>
              </a:solidFill>
              <a:ln w="9525">
                <a:noFill/>
              </a:ln>
              <a:effectLst/>
            </c:spPr>
          </c:marker>
          <c:dLbls>
            <c:delete val="1"/>
          </c:dLbls>
          <c:xVal>
            <c:numRef>
              <c:f>'[新建 XLSX 工作表.xlsx]Sheet1'!$P$3:$P$16</c:f>
              <c:numCache>
                <c:formatCode>0.00_ </c:formatCode>
                <c:ptCount val="14"/>
                <c:pt idx="0">
                  <c:v>0.210958904109589</c:v>
                </c:pt>
                <c:pt idx="1">
                  <c:v>0.353211009174312</c:v>
                </c:pt>
                <c:pt idx="2">
                  <c:v>0.171492204899777</c:v>
                </c:pt>
                <c:pt idx="3">
                  <c:v>0.272727272727273</c:v>
                </c:pt>
                <c:pt idx="4">
                  <c:v>0.238317757009346</c:v>
                </c:pt>
                <c:pt idx="5">
                  <c:v>0.175983436853002</c:v>
                </c:pt>
                <c:pt idx="6">
                  <c:v>0.208845208845209</c:v>
                </c:pt>
                <c:pt idx="7">
                  <c:v>0.164556962025316</c:v>
                </c:pt>
                <c:pt idx="8">
                  <c:v>0.271477663230241</c:v>
                </c:pt>
                <c:pt idx="9">
                  <c:v>0.282131661442006</c:v>
                </c:pt>
                <c:pt idx="10">
                  <c:v>0.216867469879518</c:v>
                </c:pt>
                <c:pt idx="11">
                  <c:v>0.194871794871795</c:v>
                </c:pt>
                <c:pt idx="12">
                  <c:v>0.193877551020408</c:v>
                </c:pt>
                <c:pt idx="13">
                  <c:v>0.189054726368159</c:v>
                </c:pt>
              </c:numCache>
            </c:numRef>
          </c:xVal>
          <c:yVal>
            <c:numRef>
              <c:f>'[新建 XLSX 工作表.xlsx]Sheet1'!$Q$3:$Q$16</c:f>
              <c:numCache>
                <c:formatCode>0.00_ </c:formatCode>
                <c:ptCount val="14"/>
                <c:pt idx="0">
                  <c:v>0.385245901639344</c:v>
                </c:pt>
                <c:pt idx="1">
                  <c:v>1.56410256410256</c:v>
                </c:pt>
                <c:pt idx="2">
                  <c:v>0.87012987012987</c:v>
                </c:pt>
                <c:pt idx="3">
                  <c:v>1.1123595505618</c:v>
                </c:pt>
                <c:pt idx="4">
                  <c:v>0.862068965517241</c:v>
                </c:pt>
                <c:pt idx="5">
                  <c:v>0.633587786259542</c:v>
                </c:pt>
                <c:pt idx="6">
                  <c:v>0.752212389380531</c:v>
                </c:pt>
                <c:pt idx="7">
                  <c:v>0.496732026143791</c:v>
                </c:pt>
                <c:pt idx="8">
                  <c:v>0.54014598540146</c:v>
                </c:pt>
                <c:pt idx="9">
                  <c:v>0.404255319148936</c:v>
                </c:pt>
                <c:pt idx="10">
                  <c:v>0.412556053811659</c:v>
                </c:pt>
                <c:pt idx="11">
                  <c:v>0.887096774193548</c:v>
                </c:pt>
                <c:pt idx="12">
                  <c:v>0.796992481203007</c:v>
                </c:pt>
                <c:pt idx="13">
                  <c:v>0.549019607843137</c:v>
                </c:pt>
              </c:numCache>
            </c:numRef>
          </c:yVal>
          <c:smooth val="0"/>
        </c:ser>
        <c:ser>
          <c:idx val="1"/>
          <c:order val="1"/>
          <c:tx>
            <c:strRef>
              <c:f>2井</c:f>
              <c:strCache>
                <c:ptCount val="1"/>
                <c:pt idx="0">
                  <c:v>2井</c:v>
                </c:pt>
              </c:strCache>
            </c:strRef>
          </c:tx>
          <c:spPr>
            <a:ln w="25400" cap="rnd">
              <a:noFill/>
              <a:round/>
            </a:ln>
            <a:effectLst/>
          </c:spPr>
          <c:marker>
            <c:symbol val="circle"/>
            <c:size val="5"/>
            <c:spPr>
              <a:solidFill>
                <a:schemeClr val="accent1">
                  <a:lumMod val="40000"/>
                  <a:lumOff val="60000"/>
                </a:schemeClr>
              </a:solidFill>
              <a:ln w="9525">
                <a:noFill/>
              </a:ln>
              <a:effectLst/>
            </c:spPr>
          </c:marker>
          <c:dLbls>
            <c:delete val="1"/>
          </c:dLbls>
          <c:xVal>
            <c:numRef>
              <c:f>'[新建 XLSX 工作表.xlsx]Sheet1'!$R$3:$R$20</c:f>
              <c:numCache>
                <c:formatCode>0.00_ </c:formatCode>
                <c:ptCount val="18"/>
                <c:pt idx="0">
                  <c:v>0.287037037037037</c:v>
                </c:pt>
                <c:pt idx="1">
                  <c:v>0.191950464396285</c:v>
                </c:pt>
                <c:pt idx="2">
                  <c:v>0.176136363636364</c:v>
                </c:pt>
                <c:pt idx="3">
                  <c:v>0.232558139534884</c:v>
                </c:pt>
                <c:pt idx="4">
                  <c:v>0.160621761658031</c:v>
                </c:pt>
                <c:pt idx="5">
                  <c:v>0.190769230769231</c:v>
                </c:pt>
                <c:pt idx="6">
                  <c:v>0.39647577092511</c:v>
                </c:pt>
                <c:pt idx="7">
                  <c:v>0.20679012345679</c:v>
                </c:pt>
                <c:pt idx="8">
                  <c:v>0.185915492957746</c:v>
                </c:pt>
                <c:pt idx="9">
                  <c:v>0.170542635658915</c:v>
                </c:pt>
                <c:pt idx="10">
                  <c:v>0.333333333333333</c:v>
                </c:pt>
                <c:pt idx="11">
                  <c:v>0.257142857142857</c:v>
                </c:pt>
                <c:pt idx="12">
                  <c:v>0.163594470046083</c:v>
                </c:pt>
                <c:pt idx="13">
                  <c:v>0.171912832929782</c:v>
                </c:pt>
                <c:pt idx="14">
                  <c:v>0.165501165501166</c:v>
                </c:pt>
                <c:pt idx="15">
                  <c:v>0.199438202247191</c:v>
                </c:pt>
                <c:pt idx="16">
                  <c:v>0.183856502242152</c:v>
                </c:pt>
                <c:pt idx="17">
                  <c:v>0.194774346793349</c:v>
                </c:pt>
              </c:numCache>
            </c:numRef>
          </c:xVal>
          <c:yVal>
            <c:numRef>
              <c:f>'[新建 XLSX 工作表.xlsx]Sheet1'!$S$3:$S$20</c:f>
              <c:numCache>
                <c:formatCode>0.00_ </c:formatCode>
                <c:ptCount val="18"/>
                <c:pt idx="0">
                  <c:v>0.7125</c:v>
                </c:pt>
                <c:pt idx="1">
                  <c:v>0.533333333333333</c:v>
                </c:pt>
                <c:pt idx="2">
                  <c:v>0.695238095238095</c:v>
                </c:pt>
                <c:pt idx="3">
                  <c:v>0.7421875</c:v>
                </c:pt>
                <c:pt idx="4">
                  <c:v>0.580357142857143</c:v>
                </c:pt>
                <c:pt idx="5">
                  <c:v>0.463768115942029</c:v>
                </c:pt>
                <c:pt idx="6">
                  <c:v>0.911764705882353</c:v>
                </c:pt>
                <c:pt idx="7">
                  <c:v>0.469230769230769</c:v>
                </c:pt>
                <c:pt idx="8">
                  <c:v>0.491978609625668</c:v>
                </c:pt>
                <c:pt idx="9">
                  <c:v>0.583333333333333</c:v>
                </c:pt>
                <c:pt idx="10">
                  <c:v>0.51</c:v>
                </c:pt>
                <c:pt idx="11">
                  <c:v>0.576</c:v>
                </c:pt>
                <c:pt idx="12">
                  <c:v>0.520325203252033</c:v>
                </c:pt>
                <c:pt idx="13">
                  <c:v>0.58974358974359</c:v>
                </c:pt>
                <c:pt idx="14">
                  <c:v>0.580357142857143</c:v>
                </c:pt>
                <c:pt idx="15">
                  <c:v>0.608695652173913</c:v>
                </c:pt>
                <c:pt idx="16">
                  <c:v>0.66412213740458</c:v>
                </c:pt>
                <c:pt idx="17">
                  <c:v>0.669172932330827</c:v>
                </c:pt>
              </c:numCache>
            </c:numRef>
          </c:yVal>
          <c:smooth val="0"/>
        </c:ser>
        <c:ser>
          <c:idx val="2"/>
          <c:order val="2"/>
          <c:tx>
            <c:strRef>
              <c:f>3井</c:f>
              <c:strCache>
                <c:ptCount val="1"/>
                <c:pt idx="0">
                  <c:v>3井</c:v>
                </c:pt>
              </c:strCache>
            </c:strRef>
          </c:tx>
          <c:spPr>
            <a:ln w="25400" cap="rnd">
              <a:noFill/>
              <a:round/>
            </a:ln>
            <a:effectLst/>
          </c:spPr>
          <c:marker>
            <c:symbol val="circle"/>
            <c:size val="5"/>
            <c:spPr>
              <a:solidFill>
                <a:srgbClr val="A8183A"/>
              </a:solidFill>
              <a:ln w="9525">
                <a:solidFill>
                  <a:schemeClr val="accent3"/>
                </a:solidFill>
              </a:ln>
              <a:effectLst/>
            </c:spPr>
          </c:marker>
          <c:dLbls>
            <c:delete val="1"/>
          </c:dLbls>
          <c:xVal>
            <c:numRef>
              <c:f>'[新建 XLSX 工作表.xlsx]Sheet1'!$T$3:$T$21</c:f>
              <c:numCache>
                <c:formatCode>0.00_ </c:formatCode>
                <c:ptCount val="19"/>
                <c:pt idx="0">
                  <c:v>0.131474103585657</c:v>
                </c:pt>
                <c:pt idx="1">
                  <c:v>0.148230088495575</c:v>
                </c:pt>
                <c:pt idx="2">
                  <c:v>0.16301703163017</c:v>
                </c:pt>
                <c:pt idx="3">
                  <c:v>0.168161434977578</c:v>
                </c:pt>
                <c:pt idx="4">
                  <c:v>0.281632653061224</c:v>
                </c:pt>
                <c:pt idx="5">
                  <c:v>0.150984682713348</c:v>
                </c:pt>
                <c:pt idx="6">
                  <c:v>0.165865384615385</c:v>
                </c:pt>
                <c:pt idx="7">
                  <c:v>0.150984682713348</c:v>
                </c:pt>
                <c:pt idx="8">
                  <c:v>0.197142857142857</c:v>
                </c:pt>
                <c:pt idx="9">
                  <c:v>0.327510917030568</c:v>
                </c:pt>
                <c:pt idx="10">
                  <c:v>0.164079822616408</c:v>
                </c:pt>
                <c:pt idx="11">
                  <c:v>0.215743440233236</c:v>
                </c:pt>
                <c:pt idx="12">
                  <c:v>0.214797136038186</c:v>
                </c:pt>
                <c:pt idx="13">
                  <c:v>0.362903225806452</c:v>
                </c:pt>
                <c:pt idx="14">
                  <c:v>0.212290502793296</c:v>
                </c:pt>
                <c:pt idx="15">
                  <c:v>0.179245283018868</c:v>
                </c:pt>
                <c:pt idx="16">
                  <c:v>0.20631067961165</c:v>
                </c:pt>
                <c:pt idx="17">
                  <c:v>0.222222222222222</c:v>
                </c:pt>
                <c:pt idx="18">
                  <c:v>0.192771084337349</c:v>
                </c:pt>
              </c:numCache>
            </c:numRef>
          </c:xVal>
          <c:yVal>
            <c:numRef>
              <c:f>'[新建 XLSX 工作表.xlsx]Sheet1'!$U$3:$U$21</c:f>
              <c:numCache>
                <c:formatCode>0.00_ </c:formatCode>
                <c:ptCount val="19"/>
                <c:pt idx="0">
                  <c:v>0.650684931506849</c:v>
                </c:pt>
                <c:pt idx="1">
                  <c:v>0.532846715328467</c:v>
                </c:pt>
                <c:pt idx="2">
                  <c:v>0.66</c:v>
                </c:pt>
                <c:pt idx="3">
                  <c:v>0.446153846153846</c:v>
                </c:pt>
                <c:pt idx="4">
                  <c:v>0.423841059602649</c:v>
                </c:pt>
                <c:pt idx="5">
                  <c:v>0.641509433962264</c:v>
                </c:pt>
                <c:pt idx="6">
                  <c:v>0.615384615384615</c:v>
                </c:pt>
                <c:pt idx="7">
                  <c:v>0.680327868852459</c:v>
                </c:pt>
                <c:pt idx="8">
                  <c:v>0.735537190082645</c:v>
                </c:pt>
                <c:pt idx="9">
                  <c:v>0.455497382198953</c:v>
                </c:pt>
                <c:pt idx="10">
                  <c:v>0.442857142857143</c:v>
                </c:pt>
                <c:pt idx="11">
                  <c:v>0.543478260869565</c:v>
                </c:pt>
                <c:pt idx="12">
                  <c:v>0.271739130434783</c:v>
                </c:pt>
                <c:pt idx="13">
                  <c:v>0.616</c:v>
                </c:pt>
                <c:pt idx="14">
                  <c:v>0.78</c:v>
                </c:pt>
                <c:pt idx="15">
                  <c:v>0.632352941176471</c:v>
                </c:pt>
                <c:pt idx="16">
                  <c:v>0.573333333333333</c:v>
                </c:pt>
                <c:pt idx="17">
                  <c:v>0.734177215189873</c:v>
                </c:pt>
                <c:pt idx="18">
                  <c:v>0.77037037037037</c:v>
                </c:pt>
              </c:numCache>
            </c:numRef>
          </c:yVal>
          <c:smooth val="0"/>
        </c:ser>
        <c:ser>
          <c:idx val="3"/>
          <c:order val="3"/>
          <c:tx>
            <c:strRef>
              <c:f>4井</c:f>
              <c:strCache>
                <c:ptCount val="1"/>
                <c:pt idx="0">
                  <c:v>4井</c:v>
                </c:pt>
              </c:strCache>
            </c:strRef>
          </c:tx>
          <c:spPr>
            <a:ln w="25400" cap="rnd">
              <a:noFill/>
              <a:round/>
            </a:ln>
            <a:effectLst/>
          </c:spPr>
          <c:marker>
            <c:symbol val="circle"/>
            <c:size val="5"/>
            <c:spPr>
              <a:solidFill>
                <a:schemeClr val="accent5">
                  <a:lumMod val="50000"/>
                </a:schemeClr>
              </a:solidFill>
              <a:ln w="9525">
                <a:noFill/>
              </a:ln>
              <a:effectLst/>
            </c:spPr>
          </c:marker>
          <c:dLbls>
            <c:delete val="1"/>
          </c:dLbls>
          <c:xVal>
            <c:numRef>
              <c:f>'[新建 XLSX 工作表.xlsx]Sheet1'!$V$3:$V$23</c:f>
              <c:numCache>
                <c:formatCode>0.00_ </c:formatCode>
                <c:ptCount val="21"/>
                <c:pt idx="0">
                  <c:v>0.137450199203187</c:v>
                </c:pt>
                <c:pt idx="1">
                  <c:v>0.152654867256637</c:v>
                </c:pt>
                <c:pt idx="2">
                  <c:v>0.170316301703163</c:v>
                </c:pt>
                <c:pt idx="3">
                  <c:v>0.15695067264574</c:v>
                </c:pt>
                <c:pt idx="4">
                  <c:v>0.285714285714286</c:v>
                </c:pt>
                <c:pt idx="5">
                  <c:v>0.153172866520788</c:v>
                </c:pt>
                <c:pt idx="6">
                  <c:v>0.168269230769231</c:v>
                </c:pt>
                <c:pt idx="7">
                  <c:v>0.153172866520788</c:v>
                </c:pt>
                <c:pt idx="8">
                  <c:v>0.2</c:v>
                </c:pt>
                <c:pt idx="9">
                  <c:v>0.393013100436681</c:v>
                </c:pt>
                <c:pt idx="10">
                  <c:v>0.159645232815965</c:v>
                </c:pt>
                <c:pt idx="11">
                  <c:v>0.212827988338192</c:v>
                </c:pt>
                <c:pt idx="12">
                  <c:v>0.174224343675418</c:v>
                </c:pt>
                <c:pt idx="13">
                  <c:v>0.362903225806452</c:v>
                </c:pt>
                <c:pt idx="14">
                  <c:v>0.181564245810056</c:v>
                </c:pt>
                <c:pt idx="15">
                  <c:v>0.155660377358491</c:v>
                </c:pt>
                <c:pt idx="16">
                  <c:v>0.160194174757282</c:v>
                </c:pt>
                <c:pt idx="17">
                  <c:v>0.183333333333333</c:v>
                </c:pt>
                <c:pt idx="18">
                  <c:v>0.159036144578313</c:v>
                </c:pt>
                <c:pt idx="19">
                  <c:v>0.248618784530387</c:v>
                </c:pt>
                <c:pt idx="20">
                  <c:v>0.580645161290323</c:v>
                </c:pt>
              </c:numCache>
            </c:numRef>
          </c:xVal>
          <c:yVal>
            <c:numRef>
              <c:f>'[新建 XLSX 工作表.xlsx]Sheet1'!$W$3:$W$23</c:f>
              <c:numCache>
                <c:formatCode>0.00_ </c:formatCode>
                <c:ptCount val="21"/>
                <c:pt idx="0">
                  <c:v>0.650684931506849</c:v>
                </c:pt>
                <c:pt idx="1">
                  <c:v>0.532846715328467</c:v>
                </c:pt>
                <c:pt idx="2">
                  <c:v>0.66</c:v>
                </c:pt>
                <c:pt idx="3">
                  <c:v>0.446153846153846</c:v>
                </c:pt>
                <c:pt idx="4">
                  <c:v>0.423841059602649</c:v>
                </c:pt>
                <c:pt idx="5">
                  <c:v>0.641509433962264</c:v>
                </c:pt>
                <c:pt idx="6">
                  <c:v>0.615384615384615</c:v>
                </c:pt>
                <c:pt idx="7">
                  <c:v>0.680327868852459</c:v>
                </c:pt>
                <c:pt idx="8">
                  <c:v>0.735537190082645</c:v>
                </c:pt>
                <c:pt idx="9">
                  <c:v>0.455497382198953</c:v>
                </c:pt>
                <c:pt idx="10">
                  <c:v>0.442857142857143</c:v>
                </c:pt>
                <c:pt idx="11">
                  <c:v>0.543478260869565</c:v>
                </c:pt>
                <c:pt idx="12">
                  <c:v>0.271739130434783</c:v>
                </c:pt>
                <c:pt idx="13">
                  <c:v>0.616</c:v>
                </c:pt>
                <c:pt idx="14">
                  <c:v>0.78</c:v>
                </c:pt>
                <c:pt idx="15">
                  <c:v>0.632352941176471</c:v>
                </c:pt>
                <c:pt idx="16">
                  <c:v>0.573333333333333</c:v>
                </c:pt>
                <c:pt idx="17">
                  <c:v>0.734177215189873</c:v>
                </c:pt>
                <c:pt idx="18">
                  <c:v>0.77037037037037</c:v>
                </c:pt>
                <c:pt idx="19">
                  <c:v>0.659574468085106</c:v>
                </c:pt>
                <c:pt idx="20">
                  <c:v>0.751824817518248</c:v>
                </c:pt>
              </c:numCache>
            </c:numRef>
          </c:yVal>
          <c:smooth val="0"/>
        </c:ser>
        <c:dLbls>
          <c:showLegendKey val="0"/>
          <c:showVal val="0"/>
          <c:showCatName val="0"/>
          <c:showSerName val="0"/>
          <c:showPercent val="0"/>
          <c:showBubbleSize val="0"/>
        </c:dLbls>
        <c:axId val="1140495504"/>
        <c:axId val="1140496944"/>
      </c:scatterChart>
      <c:valAx>
        <c:axId val="114049550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r>
                  <a:rPr lang="zh-CN" altLang="en-US"/>
                  <a:t>段长</a:t>
                </a:r>
                <a:r>
                  <a:rPr lang="en-US" altLang="zh-CN"/>
                  <a:t>/</a:t>
                </a:r>
                <a:r>
                  <a:rPr lang="zh-CN" altLang="en-US"/>
                  <a:t>缝长</a:t>
                </a:r>
                <a:endParaRPr lang="zh-CN" altLang="en-US"/>
              </a:p>
            </c:rich>
          </c:tx>
          <c:layout/>
          <c:overlay val="0"/>
          <c:spPr>
            <a:noFill/>
            <a:ln>
              <a:noFill/>
            </a:ln>
            <a:effectLst/>
          </c:spPr>
        </c:title>
        <c:numFmt formatCode="0.00_ "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140496944"/>
        <c:crosses val="autoZero"/>
        <c:crossBetween val="midCat"/>
      </c:valAx>
      <c:valAx>
        <c:axId val="11404969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r>
                  <a:rPr lang="zh-CN" altLang="en-US"/>
                  <a:t>缝宽</a:t>
                </a:r>
                <a:r>
                  <a:rPr lang="en-US" altLang="zh-CN"/>
                  <a:t>/</a:t>
                </a:r>
                <a:r>
                  <a:rPr lang="zh-CN" altLang="en-US"/>
                  <a:t>缝高</a:t>
                </a:r>
                <a:endParaRPr lang="zh-CN" altLang="en-US"/>
              </a:p>
            </c:rich>
          </c:tx>
          <c:layout/>
          <c:overlay val="0"/>
          <c:spPr>
            <a:noFill/>
            <a:ln>
              <a:noFill/>
            </a:ln>
            <a:effectLst/>
          </c:spPr>
        </c:title>
        <c:numFmt formatCode="0.00_ "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140495504"/>
        <c:crosses val="autoZero"/>
        <c:crossBetween val="midCat"/>
      </c:valAx>
      <c:spPr>
        <a:noFill/>
        <a:ln>
          <a:noFill/>
        </a:ln>
        <a:effectLst/>
      </c:spPr>
    </c:plotArea>
    <c:plotVisOnly val="1"/>
    <c:dispBlanksAs val="gap"/>
    <c:showDLblsOverMax val="0"/>
    <c:extLst>
      <c:ext uri="{0b15fc19-7d7d-44ad-8c2d-2c3a37ce22c3}">
        <chartProps xmlns="https://web.wps.cn/et/2018/main" chartId="{9fd0e532-b0e9-4c4f-8d1c-d039da7290a8}"/>
      </c:ext>
    </c:extLst>
  </c:chart>
  <c:spPr>
    <a:noFill/>
    <a:ln>
      <a:noFill/>
    </a:ln>
    <a:effectLst/>
  </c:spPr>
  <c:txPr>
    <a:bodyPr/>
    <a:lstStyle/>
    <a:p>
      <a:pPr>
        <a:defRPr lang="zh-CN"/>
      </a:pPr>
    </a:p>
  </c:txPr>
  <c:externalData r:id="rId1">
    <c:autoUpdate val="0"/>
  </c:externalData>
  <c:userShapes r:id="rId2"/>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0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0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0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005">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10005">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1000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10005">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3D9157C-B1E3-40FA-BCB8-69B00888EC18}" type="doc">
      <dgm:prSet loTypeId="urn:microsoft.com/office/officeart/2005/8/layout/hProcess9#3" loCatId="process" qsTypeId="urn:microsoft.com/office/officeart/2005/8/quickstyle/simple1#3" qsCatId="simple" csTypeId="urn:microsoft.com/office/officeart/2005/8/colors/accent1_2#3" csCatId="accent1" phldr="1"/>
      <dgm:spPr/>
    </dgm:pt>
    <dgm:pt modelId="{CD835B71-D0A4-421C-A16B-0074A3F828C8}">
      <dgm:prSet phldrT="[文本]"/>
      <dgm:spPr/>
      <dgm:t>
        <a:bodyPr/>
        <a:lstStyle/>
        <a:p>
          <a:r>
            <a:rPr lang="zh-CN" altLang="en-US" b="1" dirty="0"/>
            <a:t>信号分析技术</a:t>
          </a:r>
        </a:p>
      </dgm:t>
    </dgm:pt>
    <dgm:pt modelId="{8085B15A-F4E9-4246-B2C8-96B68092AAE7}" cxnId="{4D5CCA53-F641-4829-ABD5-38F4AF86E2C3}" type="parTrans">
      <dgm:prSet/>
      <dgm:spPr/>
      <dgm:t>
        <a:bodyPr/>
        <a:lstStyle/>
        <a:p>
          <a:endParaRPr lang="zh-CN" altLang="en-US"/>
        </a:p>
      </dgm:t>
    </dgm:pt>
    <dgm:pt modelId="{2BEDCB7B-BD8A-4BB3-817C-BB14D21E9573}" cxnId="{4D5CCA53-F641-4829-ABD5-38F4AF86E2C3}" type="sibTrans">
      <dgm:prSet/>
      <dgm:spPr/>
      <dgm:t>
        <a:bodyPr/>
        <a:lstStyle/>
        <a:p>
          <a:endParaRPr lang="zh-CN" altLang="en-US"/>
        </a:p>
      </dgm:t>
    </dgm:pt>
    <dgm:pt modelId="{78E5FF33-955A-412F-A178-DA1AB1FB8247}">
      <dgm:prSet/>
      <dgm:spPr/>
      <dgm:t>
        <a:bodyPr/>
        <a:lstStyle/>
        <a:p>
          <a:r>
            <a:rPr lang="zh-CN" altLang="en-US" b="1" dirty="0"/>
            <a:t>压裂施工信号</a:t>
          </a:r>
        </a:p>
      </dgm:t>
    </dgm:pt>
    <dgm:pt modelId="{017A5F3D-1BD3-49C3-B9CB-5CDDD19A8FE3}" cxnId="{09CBCD04-690E-41F2-89DF-4366C354A0D2}" type="parTrans">
      <dgm:prSet/>
      <dgm:spPr/>
      <dgm:t>
        <a:bodyPr/>
        <a:lstStyle/>
        <a:p>
          <a:endParaRPr lang="zh-CN" altLang="en-US"/>
        </a:p>
      </dgm:t>
    </dgm:pt>
    <dgm:pt modelId="{6015C812-F043-4522-86EC-C5C3F03C67B6}" cxnId="{09CBCD04-690E-41F2-89DF-4366C354A0D2}" type="sibTrans">
      <dgm:prSet/>
      <dgm:spPr/>
      <dgm:t>
        <a:bodyPr/>
        <a:lstStyle/>
        <a:p>
          <a:endParaRPr lang="zh-CN" altLang="en-US"/>
        </a:p>
      </dgm:t>
    </dgm:pt>
    <dgm:pt modelId="{93D6FA00-904C-4E7D-9CE2-ACA54ED08014}">
      <dgm:prSet/>
      <dgm:spPr/>
      <dgm:t>
        <a:bodyPr/>
        <a:lstStyle/>
        <a:p>
          <a:r>
            <a:rPr lang="zh-CN" altLang="en-US" b="1" dirty="0"/>
            <a:t>复杂数学处理</a:t>
          </a:r>
        </a:p>
      </dgm:t>
    </dgm:pt>
    <dgm:pt modelId="{20959E99-829A-4B78-9BA4-24D33B39DB10}" cxnId="{630858B6-619E-4EEA-8B0A-0A407183253D}" type="parTrans">
      <dgm:prSet/>
      <dgm:spPr/>
      <dgm:t>
        <a:bodyPr/>
        <a:lstStyle/>
        <a:p>
          <a:endParaRPr lang="zh-CN" altLang="en-US"/>
        </a:p>
      </dgm:t>
    </dgm:pt>
    <dgm:pt modelId="{B53BBDD9-ACFB-4A6E-B898-01B6AB8289C7}" cxnId="{630858B6-619E-4EEA-8B0A-0A407183253D}" type="sibTrans">
      <dgm:prSet/>
      <dgm:spPr/>
      <dgm:t>
        <a:bodyPr/>
        <a:lstStyle/>
        <a:p>
          <a:endParaRPr lang="zh-CN" altLang="en-US"/>
        </a:p>
      </dgm:t>
    </dgm:pt>
    <dgm:pt modelId="{818D9CF4-EFE8-40B9-92DA-C548217E1D15}">
      <dgm:prSet phldrT="[文本]"/>
      <dgm:spPr/>
      <dgm:t>
        <a:bodyPr/>
        <a:lstStyle/>
        <a:p>
          <a:r>
            <a:rPr lang="zh-CN" altLang="en-US" b="1" dirty="0"/>
            <a:t>压裂效果评估</a:t>
          </a:r>
        </a:p>
      </dgm:t>
    </dgm:pt>
    <dgm:pt modelId="{65436A13-13EC-4159-A7AA-F1E1F79C18F1}" cxnId="{2D2A6248-205B-478F-8CE7-752766BF3A92}" type="parTrans">
      <dgm:prSet/>
      <dgm:spPr/>
      <dgm:t>
        <a:bodyPr/>
        <a:lstStyle/>
        <a:p>
          <a:endParaRPr lang="zh-CN" altLang="en-US"/>
        </a:p>
      </dgm:t>
    </dgm:pt>
    <dgm:pt modelId="{86CABB3E-E555-48C6-B1CE-2B50D6BFBCA0}" cxnId="{2D2A6248-205B-478F-8CE7-752766BF3A92}" type="sibTrans">
      <dgm:prSet/>
      <dgm:spPr/>
      <dgm:t>
        <a:bodyPr/>
        <a:lstStyle/>
        <a:p>
          <a:endParaRPr lang="zh-CN" altLang="en-US"/>
        </a:p>
      </dgm:t>
    </dgm:pt>
    <dgm:pt modelId="{65D0EBB4-791B-42DB-9564-4D9E62E05789}" type="pres">
      <dgm:prSet presAssocID="{43D9157C-B1E3-40FA-BCB8-69B00888EC18}" presName="CompostProcess" presStyleCnt="0">
        <dgm:presLayoutVars>
          <dgm:dir/>
          <dgm:resizeHandles val="exact"/>
        </dgm:presLayoutVars>
      </dgm:prSet>
      <dgm:spPr/>
    </dgm:pt>
    <dgm:pt modelId="{9DF7FB0E-0F20-4944-8A03-B6E20B27145C}" type="pres">
      <dgm:prSet presAssocID="{43D9157C-B1E3-40FA-BCB8-69B00888EC18}" presName="arrow" presStyleLbl="bgShp" presStyleIdx="0" presStyleCnt="1"/>
      <dgm:spPr/>
    </dgm:pt>
    <dgm:pt modelId="{DE6690A5-3F3A-43DB-972F-D822682E6987}" type="pres">
      <dgm:prSet presAssocID="{43D9157C-B1E3-40FA-BCB8-69B00888EC18}" presName="linearProcess" presStyleCnt="0"/>
      <dgm:spPr/>
    </dgm:pt>
    <dgm:pt modelId="{9DBEC463-1FB9-48ED-A0DF-96BC7765342E}" type="pres">
      <dgm:prSet presAssocID="{78E5FF33-955A-412F-A178-DA1AB1FB8247}" presName="textNode" presStyleLbl="node1" presStyleIdx="0" presStyleCnt="4">
        <dgm:presLayoutVars>
          <dgm:bulletEnabled val="1"/>
        </dgm:presLayoutVars>
      </dgm:prSet>
      <dgm:spPr/>
    </dgm:pt>
    <dgm:pt modelId="{485018D2-B679-48AE-A342-C2A6C21E28E4}" type="pres">
      <dgm:prSet presAssocID="{6015C812-F043-4522-86EC-C5C3F03C67B6}" presName="sibTrans" presStyleCnt="0"/>
      <dgm:spPr/>
    </dgm:pt>
    <dgm:pt modelId="{0E8EBAAC-77A6-4BC5-9B22-C206BB9795E7}" type="pres">
      <dgm:prSet presAssocID="{93D6FA00-904C-4E7D-9CE2-ACA54ED08014}" presName="textNode" presStyleLbl="node1" presStyleIdx="1" presStyleCnt="4">
        <dgm:presLayoutVars>
          <dgm:bulletEnabled val="1"/>
        </dgm:presLayoutVars>
      </dgm:prSet>
      <dgm:spPr/>
    </dgm:pt>
    <dgm:pt modelId="{87F71379-B30D-40B4-B6C4-FB7D40F829B6}" type="pres">
      <dgm:prSet presAssocID="{B53BBDD9-ACFB-4A6E-B898-01B6AB8289C7}" presName="sibTrans" presStyleCnt="0"/>
      <dgm:spPr/>
    </dgm:pt>
    <dgm:pt modelId="{3944BDC3-AA5A-4F66-8CE2-DAD9BEF11905}" type="pres">
      <dgm:prSet presAssocID="{CD835B71-D0A4-421C-A16B-0074A3F828C8}" presName="textNode" presStyleLbl="node1" presStyleIdx="2" presStyleCnt="4">
        <dgm:presLayoutVars>
          <dgm:bulletEnabled val="1"/>
        </dgm:presLayoutVars>
      </dgm:prSet>
      <dgm:spPr/>
    </dgm:pt>
    <dgm:pt modelId="{08D16734-501E-4D23-ADD7-C6B0253F2F5B}" type="pres">
      <dgm:prSet presAssocID="{2BEDCB7B-BD8A-4BB3-817C-BB14D21E9573}" presName="sibTrans" presStyleCnt="0"/>
      <dgm:spPr/>
    </dgm:pt>
    <dgm:pt modelId="{8B301F94-8412-477B-83EE-8279F73E8678}" type="pres">
      <dgm:prSet presAssocID="{818D9CF4-EFE8-40B9-92DA-C548217E1D15}" presName="textNode" presStyleLbl="node1" presStyleIdx="3" presStyleCnt="4">
        <dgm:presLayoutVars>
          <dgm:bulletEnabled val="1"/>
        </dgm:presLayoutVars>
      </dgm:prSet>
      <dgm:spPr/>
    </dgm:pt>
  </dgm:ptLst>
  <dgm:cxnLst>
    <dgm:cxn modelId="{09CBCD04-690E-41F2-89DF-4366C354A0D2}" srcId="{43D9157C-B1E3-40FA-BCB8-69B00888EC18}" destId="{78E5FF33-955A-412F-A178-DA1AB1FB8247}" srcOrd="0" destOrd="0" parTransId="{017A5F3D-1BD3-49C3-B9CB-5CDDD19A8FE3}" sibTransId="{6015C812-F043-4522-86EC-C5C3F03C67B6}"/>
    <dgm:cxn modelId="{D388E117-207D-49BA-9ED1-DF3D82D53420}" type="presOf" srcId="{78E5FF33-955A-412F-A178-DA1AB1FB8247}" destId="{9DBEC463-1FB9-48ED-A0DF-96BC7765342E}" srcOrd="0" destOrd="0" presId="urn:microsoft.com/office/officeart/2005/8/layout/hProcess9#3"/>
    <dgm:cxn modelId="{915BED62-9589-4A01-ADA3-AEC90046CF92}" type="presOf" srcId="{43D9157C-B1E3-40FA-BCB8-69B00888EC18}" destId="{65D0EBB4-791B-42DB-9564-4D9E62E05789}" srcOrd="0" destOrd="0" presId="urn:microsoft.com/office/officeart/2005/8/layout/hProcess9#3"/>
    <dgm:cxn modelId="{2D2A6248-205B-478F-8CE7-752766BF3A92}" srcId="{43D9157C-B1E3-40FA-BCB8-69B00888EC18}" destId="{818D9CF4-EFE8-40B9-92DA-C548217E1D15}" srcOrd="3" destOrd="0" parTransId="{65436A13-13EC-4159-A7AA-F1E1F79C18F1}" sibTransId="{86CABB3E-E555-48C6-B1CE-2B50D6BFBCA0}"/>
    <dgm:cxn modelId="{4D5CCA53-F641-4829-ABD5-38F4AF86E2C3}" srcId="{43D9157C-B1E3-40FA-BCB8-69B00888EC18}" destId="{CD835B71-D0A4-421C-A16B-0074A3F828C8}" srcOrd="2" destOrd="0" parTransId="{8085B15A-F4E9-4246-B2C8-96B68092AAE7}" sibTransId="{2BEDCB7B-BD8A-4BB3-817C-BB14D21E9573}"/>
    <dgm:cxn modelId="{315A9159-FCBD-4D91-8FEA-F2A1CD12F346}" type="presOf" srcId="{CD835B71-D0A4-421C-A16B-0074A3F828C8}" destId="{3944BDC3-AA5A-4F66-8CE2-DAD9BEF11905}" srcOrd="0" destOrd="0" presId="urn:microsoft.com/office/officeart/2005/8/layout/hProcess9#3"/>
    <dgm:cxn modelId="{BC70FDA2-6D62-44CD-BBC6-922144CA93EB}" type="presOf" srcId="{818D9CF4-EFE8-40B9-92DA-C548217E1D15}" destId="{8B301F94-8412-477B-83EE-8279F73E8678}" srcOrd="0" destOrd="0" presId="urn:microsoft.com/office/officeart/2005/8/layout/hProcess9#3"/>
    <dgm:cxn modelId="{630858B6-619E-4EEA-8B0A-0A407183253D}" srcId="{43D9157C-B1E3-40FA-BCB8-69B00888EC18}" destId="{93D6FA00-904C-4E7D-9CE2-ACA54ED08014}" srcOrd="1" destOrd="0" parTransId="{20959E99-829A-4B78-9BA4-24D33B39DB10}" sibTransId="{B53BBDD9-ACFB-4A6E-B898-01B6AB8289C7}"/>
    <dgm:cxn modelId="{AD1305BC-2AE5-4E35-9337-42B6A8819C8B}" type="presOf" srcId="{93D6FA00-904C-4E7D-9CE2-ACA54ED08014}" destId="{0E8EBAAC-77A6-4BC5-9B22-C206BB9795E7}" srcOrd="0" destOrd="0" presId="urn:microsoft.com/office/officeart/2005/8/layout/hProcess9#3"/>
    <dgm:cxn modelId="{ADF4A865-BF02-4CFA-876D-2D2A4578C50B}" type="presParOf" srcId="{65D0EBB4-791B-42DB-9564-4D9E62E05789}" destId="{9DF7FB0E-0F20-4944-8A03-B6E20B27145C}" srcOrd="0" destOrd="0" presId="urn:microsoft.com/office/officeart/2005/8/layout/hProcess9#3"/>
    <dgm:cxn modelId="{B4436EB5-2339-404F-BA9E-8BF368A3EC35}" type="presParOf" srcId="{65D0EBB4-791B-42DB-9564-4D9E62E05789}" destId="{DE6690A5-3F3A-43DB-972F-D822682E6987}" srcOrd="1" destOrd="0" presId="urn:microsoft.com/office/officeart/2005/8/layout/hProcess9#3"/>
    <dgm:cxn modelId="{726C9BE5-E8B1-4366-B015-C19ABFF85A5F}" type="presParOf" srcId="{DE6690A5-3F3A-43DB-972F-D822682E6987}" destId="{9DBEC463-1FB9-48ED-A0DF-96BC7765342E}" srcOrd="0" destOrd="0" presId="urn:microsoft.com/office/officeart/2005/8/layout/hProcess9#3"/>
    <dgm:cxn modelId="{AA7220B3-FB62-46B5-AA45-D0C53F4AACC3}" type="presParOf" srcId="{DE6690A5-3F3A-43DB-972F-D822682E6987}" destId="{485018D2-B679-48AE-A342-C2A6C21E28E4}" srcOrd="1" destOrd="0" presId="urn:microsoft.com/office/officeart/2005/8/layout/hProcess9#3"/>
    <dgm:cxn modelId="{82D95784-9A9C-4C12-AC64-F84646273CD3}" type="presParOf" srcId="{DE6690A5-3F3A-43DB-972F-D822682E6987}" destId="{0E8EBAAC-77A6-4BC5-9B22-C206BB9795E7}" srcOrd="2" destOrd="0" presId="urn:microsoft.com/office/officeart/2005/8/layout/hProcess9#3"/>
    <dgm:cxn modelId="{14A44C3C-AE51-4D45-9C06-887E7E491476}" type="presParOf" srcId="{DE6690A5-3F3A-43DB-972F-D822682E6987}" destId="{87F71379-B30D-40B4-B6C4-FB7D40F829B6}" srcOrd="3" destOrd="0" presId="urn:microsoft.com/office/officeart/2005/8/layout/hProcess9#3"/>
    <dgm:cxn modelId="{2F1D92B0-DAF2-411C-A658-D2BFB2414B99}" type="presParOf" srcId="{DE6690A5-3F3A-43DB-972F-D822682E6987}" destId="{3944BDC3-AA5A-4F66-8CE2-DAD9BEF11905}" srcOrd="4" destOrd="0" presId="urn:microsoft.com/office/officeart/2005/8/layout/hProcess9#3"/>
    <dgm:cxn modelId="{FE5FAFD3-6BF6-4849-A670-3171C418B2F4}" type="presParOf" srcId="{DE6690A5-3F3A-43DB-972F-D822682E6987}" destId="{08D16734-501E-4D23-ADD7-C6B0253F2F5B}" srcOrd="5" destOrd="0" presId="urn:microsoft.com/office/officeart/2005/8/layout/hProcess9#3"/>
    <dgm:cxn modelId="{CDBA91B3-FF35-430C-A14C-3FA8E763C311}" type="presParOf" srcId="{DE6690A5-3F3A-43DB-972F-D822682E6987}" destId="{8B301F94-8412-477B-83EE-8279F73E8678}" srcOrd="6" destOrd="0" presId="urn:microsoft.com/office/officeart/2005/8/layout/hProcess9#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364722" cy="2357258"/>
        <a:chOff x="0" y="0"/>
        <a:chExt cx="10364722" cy="2357258"/>
      </a:xfrm>
    </dsp:grpSpPr>
    <dsp:sp modelId="{9DF7FB0E-0F20-4944-8A03-B6E20B27145C}">
      <dsp:nvSpPr>
        <dsp:cNvPr id="3" name="右箭头 2"/>
        <dsp:cNvSpPr/>
      </dsp:nvSpPr>
      <dsp:spPr bwMode="white">
        <a:xfrm>
          <a:off x="777354" y="0"/>
          <a:ext cx="8810014" cy="2357258"/>
        </a:xfrm>
        <a:prstGeom prst="rightArrow">
          <a:avLst/>
        </a:prstGeom>
      </dsp:spPr>
      <dsp:style>
        <a:lnRef idx="0">
          <a:schemeClr val="accent1"/>
        </a:lnRef>
        <a:fillRef idx="1">
          <a:schemeClr val="accent1">
            <a:tint val="40000"/>
          </a:schemeClr>
        </a:fillRef>
        <a:effectRef idx="0">
          <a:scrgbClr r="0" g="0" b="0"/>
        </a:effectRef>
        <a:fontRef idx="minor"/>
      </dsp:style>
      <dsp:txXfrm>
        <a:off x="777354" y="0"/>
        <a:ext cx="8810014" cy="2357258"/>
      </dsp:txXfrm>
    </dsp:sp>
    <dsp:sp modelId="{9DBEC463-1FB9-48ED-A0DF-96BC7765342E}">
      <dsp:nvSpPr>
        <dsp:cNvPr id="4" name="圆角矩形 3"/>
        <dsp:cNvSpPr/>
      </dsp:nvSpPr>
      <dsp:spPr bwMode="white">
        <a:xfrm>
          <a:off x="0" y="707178"/>
          <a:ext cx="2303272" cy="942903"/>
        </a:xfrm>
        <a:prstGeom prst="roundRect">
          <a:avLst/>
        </a:prstGeom>
      </dsp:spPr>
      <dsp:style>
        <a:lnRef idx="2">
          <a:schemeClr val="lt1"/>
        </a:lnRef>
        <a:fillRef idx="1">
          <a:schemeClr val="accent1"/>
        </a:fillRef>
        <a:effectRef idx="0">
          <a:scrgbClr r="0" g="0" b="0"/>
        </a:effectRef>
        <a:fontRef idx="minor">
          <a:schemeClr val="lt1"/>
        </a:fontRef>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b="1" dirty="0"/>
            <a:t>压裂施工信号</a:t>
          </a:r>
        </a:p>
      </dsp:txBody>
      <dsp:txXfrm>
        <a:off x="0" y="707178"/>
        <a:ext cx="2303272" cy="942903"/>
      </dsp:txXfrm>
    </dsp:sp>
    <dsp:sp modelId="{0E8EBAAC-77A6-4BC5-9B22-C206BB9795E7}">
      <dsp:nvSpPr>
        <dsp:cNvPr id="5" name="圆角矩形 4"/>
        <dsp:cNvSpPr/>
      </dsp:nvSpPr>
      <dsp:spPr bwMode="white">
        <a:xfrm>
          <a:off x="2687150" y="707178"/>
          <a:ext cx="2303272" cy="942903"/>
        </a:xfrm>
        <a:prstGeom prst="roundRect">
          <a:avLst/>
        </a:prstGeom>
      </dsp:spPr>
      <dsp:style>
        <a:lnRef idx="2">
          <a:schemeClr val="lt1"/>
        </a:lnRef>
        <a:fillRef idx="1">
          <a:schemeClr val="accent1"/>
        </a:fillRef>
        <a:effectRef idx="0">
          <a:scrgbClr r="0" g="0" b="0"/>
        </a:effectRef>
        <a:fontRef idx="minor">
          <a:schemeClr val="lt1"/>
        </a:fontRef>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b="1" dirty="0"/>
            <a:t>复杂数学处理</a:t>
          </a:r>
        </a:p>
      </dsp:txBody>
      <dsp:txXfrm>
        <a:off x="2687150" y="707178"/>
        <a:ext cx="2303272" cy="942903"/>
      </dsp:txXfrm>
    </dsp:sp>
    <dsp:sp modelId="{3944BDC3-AA5A-4F66-8CE2-DAD9BEF11905}">
      <dsp:nvSpPr>
        <dsp:cNvPr id="6" name="圆角矩形 5"/>
        <dsp:cNvSpPr/>
      </dsp:nvSpPr>
      <dsp:spPr bwMode="white">
        <a:xfrm>
          <a:off x="5374300" y="707178"/>
          <a:ext cx="2303272" cy="942903"/>
        </a:xfrm>
        <a:prstGeom prst="roundRect">
          <a:avLst/>
        </a:prstGeom>
      </dsp:spPr>
      <dsp:style>
        <a:lnRef idx="2">
          <a:schemeClr val="lt1"/>
        </a:lnRef>
        <a:fillRef idx="1">
          <a:schemeClr val="accent1"/>
        </a:fillRef>
        <a:effectRef idx="0">
          <a:scrgbClr r="0" g="0" b="0"/>
        </a:effectRef>
        <a:fontRef idx="minor">
          <a:schemeClr val="lt1"/>
        </a:fontRef>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b="1" dirty="0"/>
            <a:t>信号分析技术</a:t>
          </a:r>
        </a:p>
      </dsp:txBody>
      <dsp:txXfrm>
        <a:off x="5374300" y="707178"/>
        <a:ext cx="2303272" cy="942903"/>
      </dsp:txXfrm>
    </dsp:sp>
    <dsp:sp modelId="{8B301F94-8412-477B-83EE-8279F73E8678}">
      <dsp:nvSpPr>
        <dsp:cNvPr id="7" name="圆角矩形 6"/>
        <dsp:cNvSpPr/>
      </dsp:nvSpPr>
      <dsp:spPr bwMode="white">
        <a:xfrm>
          <a:off x="8061451" y="707178"/>
          <a:ext cx="2303272" cy="942903"/>
        </a:xfrm>
        <a:prstGeom prst="roundRect">
          <a:avLst/>
        </a:prstGeom>
      </dsp:spPr>
      <dsp:style>
        <a:lnRef idx="2">
          <a:schemeClr val="lt1"/>
        </a:lnRef>
        <a:fillRef idx="1">
          <a:schemeClr val="accent1"/>
        </a:fillRef>
        <a:effectRef idx="0">
          <a:scrgbClr r="0" g="0" b="0"/>
        </a:effectRef>
        <a:fontRef idx="minor">
          <a:schemeClr val="lt1"/>
        </a:fontRef>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b="1" dirty="0"/>
            <a:t>压裂效果评估</a:t>
          </a:r>
        </a:p>
      </dsp:txBody>
      <dsp:txXfrm>
        <a:off x="8061451" y="707178"/>
        <a:ext cx="2303272" cy="94290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3">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drawing1.xml.rels><?xml version="1.0" encoding="UTF-8" standalone="yes"?>
<Relationships xmlns="http://schemas.openxmlformats.org/package/2006/relationships"><Relationship Id="rId1" Type="http://schemas.openxmlformats.org/officeDocument/2006/relationships/image" Target="../media/image105.png"/></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7.wmf"/></Relationships>
</file>

<file path=ppt/drawings/drawing1.xml><?xml version="1.0" encoding="utf-8"?>
<c:userShapes xmlns:c="http://schemas.openxmlformats.org/drawingml/2006/chart">
  <cdr:relSizeAnchor xmlns:cdr="http://schemas.openxmlformats.org/drawingml/2006/chartDrawing">
    <cdr:from>
      <cdr:x>0.81667</cdr:x>
      <cdr:y>0.05088</cdr:y>
    </cdr:from>
    <cdr:to>
      <cdr:x>0.97986</cdr:x>
      <cdr:y>0.62724</cdr:y>
    </cdr:to>
    <cdr:pic xmlns:a="http://schemas.openxmlformats.org/drawingml/2006/main">
      <cdr:nvPicPr>
        <cdr:cNvPr id="2" name="图片 1"/>
        <cdr:cNvPicPr/>
      </cdr:nvPicPr>
      <cdr:blipFill>
        <a:blip xmlns:r="http://schemas.openxmlformats.org/officeDocument/2006/relationships" r:embed="rId1"/>
        <a:stretch>
          <a:fillRect/>
        </a:stretch>
      </cdr:blipFill>
      <cdr:spPr>
        <a:xfrm>
          <a:off x="3733800" y="139564"/>
          <a:ext cx="746125" cy="1581074"/>
        </a:xfrm>
        <a:prstGeom prst="rect">
          <a:avLst/>
        </a:prstGeom>
      </cdr:spPr>
    </cdr:pic>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AD318E-B422-411C-B047-DCD95D3A32B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F2D27F2-61DB-4CA3-9344-190B6BB4669D}"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FC9FFD-D8AA-488B-9BFA-098B695BC29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00846-457A-42D0-BAE3-D1C1DA28179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D00846-457A-42D0-BAE3-D1C1DA28179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D00846-457A-42D0-BAE3-D1C1DA28179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08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C411882-E5A8-4688-96CF-E31BAE27AF2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cxnSp>
        <p:nvCxnSpPr>
          <p:cNvPr id="2" name="直接连接符 1"/>
          <p:cNvCxnSpPr/>
          <p:nvPr userDrawn="1"/>
        </p:nvCxnSpPr>
        <p:spPr bwMode="auto">
          <a:xfrm>
            <a:off x="375072" y="1270536"/>
            <a:ext cx="11441856"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内容页">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B1E82A9-6DD8-4235-A121-77FAC356052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3F500D6-CA77-4CC9-8011-02986DED2B4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cxnSp>
        <p:nvCxnSpPr>
          <p:cNvPr id="2" name="直接连接符 1"/>
          <p:cNvCxnSpPr/>
          <p:nvPr userDrawn="1"/>
        </p:nvCxnSpPr>
        <p:spPr bwMode="auto">
          <a:xfrm>
            <a:off x="375072" y="1270536"/>
            <a:ext cx="11441856"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内容页">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B1E82A9-6DD8-4235-A121-77FAC356052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3F500D6-CA77-4CC9-8011-02986DED2B4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1.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image" Target="../media/image1.png"/><Relationship Id="rId5" Type="http://schemas.openxmlformats.org/officeDocument/2006/relationships/slideLayout" Target="../slideLayouts/slideLayout11.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764704"/>
            <a:ext cx="121920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lIns="121869" tIns="60935" rIns="121869" bIns="60935"/>
          <a:lstStyle/>
          <a:p>
            <a:pPr marL="0" marR="0" lvl="0" indent="0" algn="l" defTabSz="1218565"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charset="-122"/>
              <a:cs typeface="+mn-cs"/>
            </a:endParaRPr>
          </a:p>
        </p:txBody>
      </p:sp>
      <p:pic>
        <p:nvPicPr>
          <p:cNvPr id="6" name="Picture 17" descr="logo"/>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141629" y="106728"/>
            <a:ext cx="960108" cy="576377"/>
          </a:xfrm>
          <a:prstGeom prst="rect">
            <a:avLst/>
          </a:prstGeom>
          <a:noFill/>
          <a:ln>
            <a:noFill/>
          </a:ln>
          <a:effectLst>
            <a:outerShdw blurRad="50800" dist="38100" dir="2700000" algn="tl" rotWithShape="0">
              <a:prstClr val="black">
                <a:alpha val="40000"/>
              </a:prstClr>
            </a:outerShdw>
          </a:effectLst>
        </p:spPr>
      </p:pic>
      <p:sp>
        <p:nvSpPr>
          <p:cNvPr id="5" name="页脚占位符 14"/>
          <p:cNvSpPr txBox="1"/>
          <p:nvPr userDrawn="1"/>
        </p:nvSpPr>
        <p:spPr>
          <a:xfrm>
            <a:off x="0" y="6552723"/>
            <a:ext cx="12192000" cy="315912"/>
          </a:xfrm>
          <a:prstGeom prst="rect">
            <a:avLst/>
          </a:prstGeom>
        </p:spPr>
        <p:txBody>
          <a:bodyPr lIns="121860" tIns="60929" rIns="121860" bIns="6092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第</a:t>
            </a:r>
            <a:fld id="{59289A8C-BE81-4798-AA0F-338892BB7184}" type="slidenum">
              <a:rPr kumimoji="1" lang="zh-CN" altLang="en-US" sz="1300" b="0" i="0" u="none" strike="noStrike" kern="1200" cap="none" spc="0" normalizeH="0" baseline="0" noProof="0" dirty="0" smtClean="0">
                <a:ln>
                  <a:noFill/>
                </a:ln>
                <a:solidFill>
                  <a:srgbClr val="898989"/>
                </a:solidFill>
                <a:effectLst/>
                <a:uLnTx/>
                <a:uFillTx/>
                <a:latin typeface="Arial" panose="020B0604020202020204"/>
                <a:ea typeface="黑体" panose="02010609060101010101" charset="-122"/>
                <a:cs typeface="+mn-cs"/>
              </a:rPr>
            </a:fld>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共</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84</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endPar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ctr" rtl="0" eaLnBrk="0" fontAlgn="base" hangingPunct="0">
        <a:spcBef>
          <a:spcPct val="0"/>
        </a:spcBef>
        <a:spcAft>
          <a:spcPct val="0"/>
        </a:spcAft>
        <a:defRPr sz="4800" b="1">
          <a:solidFill>
            <a:schemeClr val="hlink"/>
          </a:solidFill>
          <a:latin typeface="+mj-lt"/>
          <a:ea typeface="+mj-ea"/>
          <a:cs typeface="+mj-cs"/>
        </a:defRPr>
      </a:lvl1pPr>
      <a:lvl2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5pPr>
      <a:lvl6pPr marL="6096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6pPr>
      <a:lvl7pPr marL="12185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7pPr>
      <a:lvl8pPr marL="18281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8pPr>
      <a:lvl9pPr marL="24377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Clr>
          <a:schemeClr val="folHlink"/>
        </a:buClr>
        <a:buSzPct val="60000"/>
        <a:buFont typeface="Wingdings" panose="05000000000000000000" pitchFamily="2" charset="2"/>
        <a:buChar char="n"/>
        <a:defRPr sz="4265" b="1">
          <a:solidFill>
            <a:srgbClr val="0000FF"/>
          </a:solidFill>
          <a:latin typeface="+mn-lt"/>
          <a:ea typeface="+mn-ea"/>
          <a:cs typeface="+mn-cs"/>
        </a:defRPr>
      </a:lvl1pPr>
      <a:lvl2pPr marL="989965" indent="-381000" algn="l" rtl="0" eaLnBrk="0" fontAlgn="base" hangingPunct="0">
        <a:spcBef>
          <a:spcPct val="20000"/>
        </a:spcBef>
        <a:spcAft>
          <a:spcPct val="0"/>
        </a:spcAft>
        <a:buClr>
          <a:schemeClr val="hlink"/>
        </a:buClr>
        <a:buSzPct val="55000"/>
        <a:buFont typeface="Wingdings" panose="05000000000000000000" pitchFamily="2" charset="2"/>
        <a:buChar char="n"/>
        <a:defRPr sz="3735" b="1">
          <a:solidFill>
            <a:schemeClr val="tx1"/>
          </a:solidFill>
          <a:latin typeface="+mn-lt"/>
          <a:ea typeface="+mn-ea"/>
        </a:defRPr>
      </a:lvl2pPr>
      <a:lvl3pPr marL="1523365" indent="-304800" algn="l" rtl="0" eaLnBrk="0" fontAlgn="base" hangingPunct="0">
        <a:spcBef>
          <a:spcPct val="20000"/>
        </a:spcBef>
        <a:spcAft>
          <a:spcPct val="0"/>
        </a:spcAft>
        <a:buClr>
          <a:schemeClr val="folHlink"/>
        </a:buClr>
        <a:buSzPct val="50000"/>
        <a:buFont typeface="Wingdings" panose="05000000000000000000" pitchFamily="2" charset="2"/>
        <a:buChar char="n"/>
        <a:defRPr sz="3200" b="1">
          <a:solidFill>
            <a:schemeClr val="tx1"/>
          </a:solidFill>
          <a:latin typeface="+mn-lt"/>
          <a:ea typeface="+mn-ea"/>
        </a:defRPr>
      </a:lvl3pPr>
      <a:lvl4pPr marL="2132965" indent="-304800" algn="l" rtl="0" eaLnBrk="0" fontAlgn="base" hangingPunct="0">
        <a:spcBef>
          <a:spcPct val="20000"/>
        </a:spcBef>
        <a:spcAft>
          <a:spcPct val="0"/>
        </a:spcAft>
        <a:buClr>
          <a:schemeClr val="accent2"/>
        </a:buClr>
        <a:buSzPct val="55000"/>
        <a:buFont typeface="Wingdings" panose="05000000000000000000" pitchFamily="2" charset="2"/>
        <a:buChar char="n"/>
        <a:defRPr sz="2665" b="1">
          <a:solidFill>
            <a:schemeClr val="tx1"/>
          </a:solidFill>
          <a:latin typeface="+mn-lt"/>
          <a:ea typeface="+mn-ea"/>
        </a:defRPr>
      </a:lvl4pPr>
      <a:lvl5pPr marL="27412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5pPr>
      <a:lvl6pPr marL="33508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6pPr>
      <a:lvl7pPr marL="39604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7pPr>
      <a:lvl8pPr marL="45694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8pPr>
      <a:lvl9pPr marL="51790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095"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260" algn="l" defTabSz="121856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764704"/>
            <a:ext cx="121920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lIns="121869" tIns="60935" rIns="121869" bIns="60935"/>
          <a:lstStyle/>
          <a:p>
            <a:pPr marL="0" marR="0" lvl="0" indent="0" algn="l" defTabSz="1218565"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charset="-122"/>
              <a:cs typeface="+mn-cs"/>
            </a:endParaRPr>
          </a:p>
        </p:txBody>
      </p:sp>
      <p:pic>
        <p:nvPicPr>
          <p:cNvPr id="6" name="Picture 17" descr="logo"/>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141629" y="106728"/>
            <a:ext cx="960108" cy="576377"/>
          </a:xfrm>
          <a:prstGeom prst="rect">
            <a:avLst/>
          </a:prstGeom>
          <a:noFill/>
          <a:ln>
            <a:noFill/>
          </a:ln>
          <a:effectLst>
            <a:outerShdw blurRad="50800" dist="38100" dir="2700000" algn="tl" rotWithShape="0">
              <a:prstClr val="black">
                <a:alpha val="40000"/>
              </a:prstClr>
            </a:outerShdw>
          </a:effectLst>
        </p:spPr>
      </p:pic>
      <p:sp>
        <p:nvSpPr>
          <p:cNvPr id="5" name="页脚占位符 14"/>
          <p:cNvSpPr txBox="1"/>
          <p:nvPr userDrawn="1"/>
        </p:nvSpPr>
        <p:spPr>
          <a:xfrm>
            <a:off x="0" y="6552723"/>
            <a:ext cx="12192000" cy="315912"/>
          </a:xfrm>
          <a:prstGeom prst="rect">
            <a:avLst/>
          </a:prstGeom>
        </p:spPr>
        <p:txBody>
          <a:bodyPr lIns="121860" tIns="60929" rIns="121860" bIns="6092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第</a:t>
            </a:r>
            <a:fld id="{59289A8C-BE81-4798-AA0F-338892BB7184}" type="slidenum">
              <a:rPr kumimoji="1" lang="zh-CN" altLang="en-US" sz="1300" b="0" i="0" u="none" strike="noStrike" kern="1200" cap="none" spc="0" normalizeH="0" baseline="0" noProof="0" dirty="0" smtClean="0">
                <a:ln>
                  <a:noFill/>
                </a:ln>
                <a:solidFill>
                  <a:srgbClr val="898989"/>
                </a:solidFill>
                <a:effectLst/>
                <a:uLnTx/>
                <a:uFillTx/>
                <a:latin typeface="Arial" panose="020B0604020202020204"/>
                <a:ea typeface="黑体" panose="02010609060101010101" charset="-122"/>
                <a:cs typeface="+mn-cs"/>
              </a:rPr>
            </a:fld>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共</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84</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endPar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endParaRPr>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Lst>
  <p:txStyles>
    <p:titleStyle>
      <a:lvl1pPr algn="ctr" rtl="0" eaLnBrk="0" fontAlgn="base" hangingPunct="0">
        <a:spcBef>
          <a:spcPct val="0"/>
        </a:spcBef>
        <a:spcAft>
          <a:spcPct val="0"/>
        </a:spcAft>
        <a:defRPr sz="4800" b="1">
          <a:solidFill>
            <a:schemeClr val="hlink"/>
          </a:solidFill>
          <a:latin typeface="+mj-lt"/>
          <a:ea typeface="+mj-ea"/>
          <a:cs typeface="+mj-cs"/>
        </a:defRPr>
      </a:lvl1pPr>
      <a:lvl2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5pPr>
      <a:lvl6pPr marL="6096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6pPr>
      <a:lvl7pPr marL="12185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7pPr>
      <a:lvl8pPr marL="18281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8pPr>
      <a:lvl9pPr marL="24377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Clr>
          <a:schemeClr val="folHlink"/>
        </a:buClr>
        <a:buSzPct val="60000"/>
        <a:buFont typeface="Wingdings" panose="05000000000000000000" pitchFamily="2" charset="2"/>
        <a:buChar char="n"/>
        <a:defRPr sz="4265" b="1">
          <a:solidFill>
            <a:srgbClr val="0000FF"/>
          </a:solidFill>
          <a:latin typeface="+mn-lt"/>
          <a:ea typeface="+mn-ea"/>
          <a:cs typeface="+mn-cs"/>
        </a:defRPr>
      </a:lvl1pPr>
      <a:lvl2pPr marL="989965" indent="-381000" algn="l" rtl="0" eaLnBrk="0" fontAlgn="base" hangingPunct="0">
        <a:spcBef>
          <a:spcPct val="20000"/>
        </a:spcBef>
        <a:spcAft>
          <a:spcPct val="0"/>
        </a:spcAft>
        <a:buClr>
          <a:schemeClr val="hlink"/>
        </a:buClr>
        <a:buSzPct val="55000"/>
        <a:buFont typeface="Wingdings" panose="05000000000000000000" pitchFamily="2" charset="2"/>
        <a:buChar char="n"/>
        <a:defRPr sz="3735" b="1">
          <a:solidFill>
            <a:schemeClr val="tx1"/>
          </a:solidFill>
          <a:latin typeface="+mn-lt"/>
          <a:ea typeface="+mn-ea"/>
        </a:defRPr>
      </a:lvl2pPr>
      <a:lvl3pPr marL="1523365" indent="-304800" algn="l" rtl="0" eaLnBrk="0" fontAlgn="base" hangingPunct="0">
        <a:spcBef>
          <a:spcPct val="20000"/>
        </a:spcBef>
        <a:spcAft>
          <a:spcPct val="0"/>
        </a:spcAft>
        <a:buClr>
          <a:schemeClr val="folHlink"/>
        </a:buClr>
        <a:buSzPct val="50000"/>
        <a:buFont typeface="Wingdings" panose="05000000000000000000" pitchFamily="2" charset="2"/>
        <a:buChar char="n"/>
        <a:defRPr sz="3200" b="1">
          <a:solidFill>
            <a:schemeClr val="tx1"/>
          </a:solidFill>
          <a:latin typeface="+mn-lt"/>
          <a:ea typeface="+mn-ea"/>
        </a:defRPr>
      </a:lvl3pPr>
      <a:lvl4pPr marL="2132965" indent="-304800" algn="l" rtl="0" eaLnBrk="0" fontAlgn="base" hangingPunct="0">
        <a:spcBef>
          <a:spcPct val="20000"/>
        </a:spcBef>
        <a:spcAft>
          <a:spcPct val="0"/>
        </a:spcAft>
        <a:buClr>
          <a:schemeClr val="accent2"/>
        </a:buClr>
        <a:buSzPct val="55000"/>
        <a:buFont typeface="Wingdings" panose="05000000000000000000" pitchFamily="2" charset="2"/>
        <a:buChar char="n"/>
        <a:defRPr sz="2665" b="1">
          <a:solidFill>
            <a:schemeClr val="tx1"/>
          </a:solidFill>
          <a:latin typeface="+mn-lt"/>
          <a:ea typeface="+mn-ea"/>
        </a:defRPr>
      </a:lvl4pPr>
      <a:lvl5pPr marL="27412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5pPr>
      <a:lvl6pPr marL="33508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6pPr>
      <a:lvl7pPr marL="39604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7pPr>
      <a:lvl8pPr marL="45694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8pPr>
      <a:lvl9pPr marL="51790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095"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260"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4.GIF"/><Relationship Id="rId1" Type="http://schemas.openxmlformats.org/officeDocument/2006/relationships/chart" Target="../charts/chart1.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tags" Target="../tags/tag4.xml"/><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chart" Target="../charts/chart2.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6.xml"/><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7.xml"/><Relationship Id="rId4" Type="http://schemas.openxmlformats.org/officeDocument/2006/relationships/tags" Target="../tags/tag8.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tags" Target="../tags/tag7.xml"/></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tags" Target="../tags/tag9.xml"/><Relationship Id="rId1" Type="http://schemas.openxmlformats.org/officeDocument/2006/relationships/chart" Target="../charts/chart5.xml"/></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tags" Target="../tags/tag11.xml"/><Relationship Id="rId10" Type="http://schemas.openxmlformats.org/officeDocument/2006/relationships/notesSlide" Target="../notesSlides/notesSlide20.xml"/><Relationship Id="rId1" Type="http://schemas.openxmlformats.org/officeDocument/2006/relationships/tags" Target="../tags/tag10.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vmlDrawing" Target="../drawings/vmlDrawing1.vml"/><Relationship Id="rId6"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jpeg"/><Relationship Id="rId2" Type="http://schemas.openxmlformats.org/officeDocument/2006/relationships/image" Target="../media/image27.emf"/><Relationship Id="rId1"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jpe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image" Target="../media/image38.png"/></Relationships>
</file>

<file path=ppt/slides/_rels/slide32.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image" Target="../media/image41.png"/><Relationship Id="rId7" Type="http://schemas.openxmlformats.org/officeDocument/2006/relationships/image" Target="../media/image38.png"/><Relationship Id="rId6" Type="http://schemas.openxmlformats.org/officeDocument/2006/relationships/image" Target="../media/image39.pn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0" Type="http://schemas.openxmlformats.org/officeDocument/2006/relationships/slideLayout" Target="../slideLayouts/slideLayout7.xml"/><Relationship Id="rId1" Type="http://schemas.openxmlformats.org/officeDocument/2006/relationships/diagramData" Target="../diagrams/data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4.png"/><Relationship Id="rId1" Type="http://schemas.openxmlformats.org/officeDocument/2006/relationships/image" Target="../media/image43.GIF"/></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image" Target="../media/image45.png"/></Relationships>
</file>

<file path=ppt/slides/_rels/slide3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50.png"/><Relationship Id="rId6" Type="http://schemas.openxmlformats.org/officeDocument/2006/relationships/image" Target="../media/image49.png"/><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image" Target="../media/image48.png"/><Relationship Id="rId1" Type="http://schemas.openxmlformats.org/officeDocument/2006/relationships/image" Target="../media/image47.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2.emf"/><Relationship Id="rId1" Type="http://schemas.openxmlformats.org/officeDocument/2006/relationships/image" Target="../media/image51.e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39.xml.rels><?xml version="1.0" encoding="UTF-8" standalone="yes"?>
<Relationships xmlns="http://schemas.openxmlformats.org/package/2006/relationships"><Relationship Id="rId9" Type="http://schemas.openxmlformats.org/officeDocument/2006/relationships/image" Target="../media/image67.png"/><Relationship Id="rId8" Type="http://schemas.openxmlformats.org/officeDocument/2006/relationships/image" Target="../media/image66.png"/><Relationship Id="rId7" Type="http://schemas.openxmlformats.org/officeDocument/2006/relationships/image" Target="../media/image65.png"/><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2" Type="http://schemas.openxmlformats.org/officeDocument/2006/relationships/slideLayout" Target="../slideLayouts/slideLayout7.xml"/><Relationship Id="rId11" Type="http://schemas.openxmlformats.org/officeDocument/2006/relationships/image" Target="../media/image69.png"/><Relationship Id="rId10" Type="http://schemas.openxmlformats.org/officeDocument/2006/relationships/image" Target="../media/image68.png"/><Relationship Id="rId1" Type="http://schemas.openxmlformats.org/officeDocument/2006/relationships/image" Target="../media/image59.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image" Target="../media/image7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6.png"/></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tags" Target="../tags/tag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9.png"/><Relationship Id="rId4" Type="http://schemas.openxmlformats.org/officeDocument/2006/relationships/image" Target="../media/image78.png"/><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image" Target="../media/image44.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2.png"/><Relationship Id="rId2" Type="http://schemas.openxmlformats.org/officeDocument/2006/relationships/image" Target="../media/image81.jpeg"/><Relationship Id="rId1" Type="http://schemas.openxmlformats.org/officeDocument/2006/relationships/image" Target="../media/image80.jpe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4.jpeg"/><Relationship Id="rId1" Type="http://schemas.openxmlformats.org/officeDocument/2006/relationships/image" Target="../media/image83.png"/></Relationships>
</file>

<file path=ppt/slides/_rels/slide47.xml.rels><?xml version="1.0" encoding="UTF-8" standalone="yes"?>
<Relationships xmlns="http://schemas.openxmlformats.org/package/2006/relationships"><Relationship Id="rId9" Type="http://schemas.openxmlformats.org/officeDocument/2006/relationships/image" Target="../media/image88.png"/><Relationship Id="rId8" Type="http://schemas.openxmlformats.org/officeDocument/2006/relationships/image" Target="../media/image87.wmf"/><Relationship Id="rId7" Type="http://schemas.openxmlformats.org/officeDocument/2006/relationships/oleObject" Target="../embeddings/oleObject2.bin"/><Relationship Id="rId6" Type="http://schemas.openxmlformats.org/officeDocument/2006/relationships/tags" Target="../tags/tag21.xml"/><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tags" Target="../tags/tag20.xml"/><Relationship Id="rId2" Type="http://schemas.openxmlformats.org/officeDocument/2006/relationships/tags" Target="../tags/tag19.xml"/><Relationship Id="rId15" Type="http://schemas.openxmlformats.org/officeDocument/2006/relationships/vmlDrawing" Target="../drawings/vmlDrawing2.vml"/><Relationship Id="rId14" Type="http://schemas.openxmlformats.org/officeDocument/2006/relationships/slideLayout" Target="../slideLayouts/slideLayout1.xml"/><Relationship Id="rId13" Type="http://schemas.openxmlformats.org/officeDocument/2006/relationships/tags" Target="../tags/tag24.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image" Target="../media/image89.png"/><Relationship Id="rId1" Type="http://schemas.openxmlformats.org/officeDocument/2006/relationships/tags" Target="../tags/tag18.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1.png"/><Relationship Id="rId1" Type="http://schemas.openxmlformats.org/officeDocument/2006/relationships/image" Target="../media/image90.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3.png"/><Relationship Id="rId1" Type="http://schemas.openxmlformats.org/officeDocument/2006/relationships/image" Target="../media/image92.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1.jpeg"/><Relationship Id="rId1" Type="http://schemas.openxmlformats.org/officeDocument/2006/relationships/tags" Target="../tags/tag25.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tags" Target="../tags/tag26.xml"/></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9.png"/><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image" Target="../media/image96.png"/></Relationships>
</file>

<file path=ppt/slides/_rels/slide5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03.png"/><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image" Target="../media/image100.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image" Target="../media/image104.png"/></Relationships>
</file>

<file path=ppt/slides/_rels/slide5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chart" Target="../charts/chart10.xml"/><Relationship Id="rId4" Type="http://schemas.openxmlformats.org/officeDocument/2006/relationships/chart" Target="../charts/chart9.xml"/><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chart" Target="../charts/chart6.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image" Target="../media/image106.png"/></Relationships>
</file>

<file path=ppt/slides/_rels/slide5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9.xml"/><Relationship Id="rId4" Type="http://schemas.openxmlformats.org/officeDocument/2006/relationships/image" Target="../media/image110.png"/><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image" Target="../media/image107.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2.png"/><Relationship Id="rId1" Type="http://schemas.openxmlformats.org/officeDocument/2006/relationships/image" Target="../media/image111.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4.png"/><Relationship Id="rId1" Type="http://schemas.openxmlformats.org/officeDocument/2006/relationships/image" Target="../media/image113.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6.png"/><Relationship Id="rId1" Type="http://schemas.openxmlformats.org/officeDocument/2006/relationships/image" Target="../media/image11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xml"/><Relationship Id="rId3" Type="http://schemas.openxmlformats.org/officeDocument/2006/relationships/image" Target="../media/image119.emf"/><Relationship Id="rId2" Type="http://schemas.openxmlformats.org/officeDocument/2006/relationships/image" Target="../media/image118.png"/><Relationship Id="rId1" Type="http://schemas.openxmlformats.org/officeDocument/2006/relationships/image" Target="../media/image117.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121.png"/><Relationship Id="rId1" Type="http://schemas.openxmlformats.org/officeDocument/2006/relationships/image" Target="../media/image120.png"/></Relationships>
</file>

<file path=ppt/slides/_rels/slide64.xml.rels><?xml version="1.0" encoding="UTF-8" standalone="yes"?>
<Relationships xmlns="http://schemas.openxmlformats.org/package/2006/relationships"><Relationship Id="rId9" Type="http://schemas.openxmlformats.org/officeDocument/2006/relationships/notesSlide" Target="../notesSlides/notesSlide25.xml"/><Relationship Id="rId8" Type="http://schemas.openxmlformats.org/officeDocument/2006/relationships/slideLayout" Target="../slideLayouts/slideLayout1.xml"/><Relationship Id="rId7" Type="http://schemas.openxmlformats.org/officeDocument/2006/relationships/image" Target="../media/image128.png"/><Relationship Id="rId6" Type="http://schemas.openxmlformats.org/officeDocument/2006/relationships/image" Target="../media/image127.emf"/><Relationship Id="rId5" Type="http://schemas.openxmlformats.org/officeDocument/2006/relationships/image" Target="../media/image126.png"/><Relationship Id="rId4" Type="http://schemas.openxmlformats.org/officeDocument/2006/relationships/image" Target="../media/image125.png"/><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image" Target="../media/image122.pn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130.png"/><Relationship Id="rId1" Type="http://schemas.openxmlformats.org/officeDocument/2006/relationships/image" Target="../media/image129.png"/></Relationships>
</file>

<file path=ppt/slides/_rels/slide66.xml.rels><?xml version="1.0" encoding="UTF-8" standalone="yes"?>
<Relationships xmlns="http://schemas.openxmlformats.org/package/2006/relationships"><Relationship Id="rId9" Type="http://schemas.openxmlformats.org/officeDocument/2006/relationships/image" Target="../media/image134.emf"/><Relationship Id="rId8" Type="http://schemas.openxmlformats.org/officeDocument/2006/relationships/image" Target="../media/image133.emf"/><Relationship Id="rId7" Type="http://schemas.openxmlformats.org/officeDocument/2006/relationships/image" Target="../media/image132.emf"/><Relationship Id="rId6" Type="http://schemas.openxmlformats.org/officeDocument/2006/relationships/image" Target="../media/image131.emf"/><Relationship Id="rId5" Type="http://schemas.openxmlformats.org/officeDocument/2006/relationships/image" Target="../media/image128.png"/><Relationship Id="rId4" Type="http://schemas.openxmlformats.org/officeDocument/2006/relationships/image" Target="../media/image127.emf"/><Relationship Id="rId3" Type="http://schemas.openxmlformats.org/officeDocument/2006/relationships/image" Target="../media/image126.png"/><Relationship Id="rId2" Type="http://schemas.openxmlformats.org/officeDocument/2006/relationships/image" Target="../media/image125.png"/><Relationship Id="rId12" Type="http://schemas.openxmlformats.org/officeDocument/2006/relationships/notesSlide" Target="../notesSlides/notesSlide27.xml"/><Relationship Id="rId11" Type="http://schemas.openxmlformats.org/officeDocument/2006/relationships/slideLayout" Target="../slideLayouts/slideLayout1.xml"/><Relationship Id="rId10" Type="http://schemas.openxmlformats.org/officeDocument/2006/relationships/image" Target="../media/image135.emf"/><Relationship Id="rId1" Type="http://schemas.openxmlformats.org/officeDocument/2006/relationships/image" Target="../media/image124.png"/></Relationships>
</file>

<file path=ppt/slides/_rels/slide67.xml.rels><?xml version="1.0" encoding="UTF-8" standalone="yes"?>
<Relationships xmlns="http://schemas.openxmlformats.org/package/2006/relationships"><Relationship Id="rId9" Type="http://schemas.openxmlformats.org/officeDocument/2006/relationships/image" Target="../media/image144.png"/><Relationship Id="rId8" Type="http://schemas.openxmlformats.org/officeDocument/2006/relationships/image" Target="../media/image143.png"/><Relationship Id="rId7" Type="http://schemas.openxmlformats.org/officeDocument/2006/relationships/image" Target="../media/image142.png"/><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 Id="rId3" Type="http://schemas.openxmlformats.org/officeDocument/2006/relationships/image" Target="../media/image138.png"/><Relationship Id="rId2" Type="http://schemas.openxmlformats.org/officeDocument/2006/relationships/image" Target="../media/image137.png"/><Relationship Id="rId14" Type="http://schemas.openxmlformats.org/officeDocument/2006/relationships/notesSlide" Target="../notesSlides/notesSlide28.xml"/><Relationship Id="rId13" Type="http://schemas.openxmlformats.org/officeDocument/2006/relationships/slideLayout" Target="../slideLayouts/slideLayout1.xml"/><Relationship Id="rId12" Type="http://schemas.openxmlformats.org/officeDocument/2006/relationships/image" Target="../media/image147.png"/><Relationship Id="rId11" Type="http://schemas.openxmlformats.org/officeDocument/2006/relationships/image" Target="../media/image146.png"/><Relationship Id="rId10" Type="http://schemas.openxmlformats.org/officeDocument/2006/relationships/image" Target="../media/image145.png"/><Relationship Id="rId1" Type="http://schemas.openxmlformats.org/officeDocument/2006/relationships/image" Target="../media/image136.png"/></Relationships>
</file>

<file path=ppt/slides/_rels/slide68.xml.rels><?xml version="1.0" encoding="UTF-8" standalone="yes"?>
<Relationships xmlns="http://schemas.openxmlformats.org/package/2006/relationships"><Relationship Id="rId9" Type="http://schemas.openxmlformats.org/officeDocument/2006/relationships/image" Target="../media/image156.png"/><Relationship Id="rId8" Type="http://schemas.openxmlformats.org/officeDocument/2006/relationships/image" Target="../media/image155.png"/><Relationship Id="rId7" Type="http://schemas.openxmlformats.org/officeDocument/2006/relationships/image" Target="../media/image154.png"/><Relationship Id="rId6" Type="http://schemas.openxmlformats.org/officeDocument/2006/relationships/image" Target="../media/image153.png"/><Relationship Id="rId5" Type="http://schemas.openxmlformats.org/officeDocument/2006/relationships/image" Target="../media/image152.jpeg"/><Relationship Id="rId4" Type="http://schemas.openxmlformats.org/officeDocument/2006/relationships/image" Target="../media/image151.png"/><Relationship Id="rId3" Type="http://schemas.openxmlformats.org/officeDocument/2006/relationships/image" Target="../media/image150.png"/><Relationship Id="rId2" Type="http://schemas.openxmlformats.org/officeDocument/2006/relationships/image" Target="../media/image149.png"/><Relationship Id="rId14" Type="http://schemas.openxmlformats.org/officeDocument/2006/relationships/slideLayout" Target="../slideLayouts/slideLayout1.xml"/><Relationship Id="rId13" Type="http://schemas.openxmlformats.org/officeDocument/2006/relationships/image" Target="../media/image160.png"/><Relationship Id="rId12" Type="http://schemas.openxmlformats.org/officeDocument/2006/relationships/image" Target="../media/image159.png"/><Relationship Id="rId11" Type="http://schemas.openxmlformats.org/officeDocument/2006/relationships/image" Target="../media/image158.png"/><Relationship Id="rId10" Type="http://schemas.openxmlformats.org/officeDocument/2006/relationships/image" Target="../media/image157.png"/><Relationship Id="rId1" Type="http://schemas.openxmlformats.org/officeDocument/2006/relationships/image" Target="../media/image148.png"/></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xml"/><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image" Target="../media/image161.png"/></Relationships>
</file>

<file path=ppt/slides/_rels/slide70.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1.xml"/><Relationship Id="rId6" Type="http://schemas.openxmlformats.org/officeDocument/2006/relationships/image" Target="../media/image169.png"/><Relationship Id="rId5" Type="http://schemas.openxmlformats.org/officeDocument/2006/relationships/image" Target="../media/image168.png"/><Relationship Id="rId4" Type="http://schemas.openxmlformats.org/officeDocument/2006/relationships/image" Target="../media/image167.png"/><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image" Target="../media/image164.png"/></Relationships>
</file>

<file path=ppt/slides/_rels/slide7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73.png"/><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image" Target="../media/image170.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5.svg"/><Relationship Id="rId1" Type="http://schemas.openxmlformats.org/officeDocument/2006/relationships/image" Target="../media/image174.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8" Type="http://schemas.openxmlformats.org/officeDocument/2006/relationships/notesSlide" Target="../notesSlides/notesSlide32.xml"/><Relationship Id="rId7" Type="http://schemas.openxmlformats.org/officeDocument/2006/relationships/slideLayout" Target="../slideLayouts/slideLayout1.xml"/><Relationship Id="rId6" Type="http://schemas.openxmlformats.org/officeDocument/2006/relationships/image" Target="../media/image182.png"/><Relationship Id="rId5" Type="http://schemas.openxmlformats.org/officeDocument/2006/relationships/image" Target="../media/image181.png"/><Relationship Id="rId4" Type="http://schemas.openxmlformats.org/officeDocument/2006/relationships/image" Target="../media/image180.png"/><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image" Target="../media/image17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190.png"/><Relationship Id="rId7" Type="http://schemas.openxmlformats.org/officeDocument/2006/relationships/image" Target="../media/image189.png"/><Relationship Id="rId6" Type="http://schemas.openxmlformats.org/officeDocument/2006/relationships/image" Target="../media/image188.jpeg"/><Relationship Id="rId5" Type="http://schemas.openxmlformats.org/officeDocument/2006/relationships/image" Target="../media/image187.jpeg"/><Relationship Id="rId4" Type="http://schemas.openxmlformats.org/officeDocument/2006/relationships/image" Target="../media/image186.png"/><Relationship Id="rId3" Type="http://schemas.openxmlformats.org/officeDocument/2006/relationships/image" Target="../media/image185.png"/><Relationship Id="rId2" Type="http://schemas.openxmlformats.org/officeDocument/2006/relationships/image" Target="../media/image184.jpeg"/><Relationship Id="rId10" Type="http://schemas.openxmlformats.org/officeDocument/2006/relationships/notesSlide" Target="../notesSlides/notesSlide35.xml"/><Relationship Id="rId1" Type="http://schemas.openxmlformats.org/officeDocument/2006/relationships/image" Target="../media/image18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917139"/>
            <a:ext cx="12192001" cy="4432122"/>
            <a:chOff x="-1524000" y="1917139"/>
            <a:chExt cx="12192001" cy="4432122"/>
          </a:xfrm>
        </p:grpSpPr>
        <p:sp>
          <p:nvSpPr>
            <p:cNvPr id="6" name="Text Box 2"/>
            <p:cNvSpPr txBox="1">
              <a:spLocks noChangeArrowheads="1"/>
            </p:cNvSpPr>
            <p:nvPr/>
          </p:nvSpPr>
          <p:spPr bwMode="auto">
            <a:xfrm>
              <a:off x="-1524000" y="1917139"/>
              <a:ext cx="121920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3600" b="1" dirty="0">
                  <a:solidFill>
                    <a:srgbClr val="FF0000"/>
                  </a:solidFill>
                  <a:latin typeface="方正大黑简体" panose="03000509000000000000" pitchFamily="65" charset="-122"/>
                  <a:ea typeface="方正大黑简体" panose="03000509000000000000" pitchFamily="65" charset="-122"/>
                </a:rPr>
                <a:t>《</a:t>
              </a:r>
              <a:r>
                <a:rPr lang="zh-CN" altLang="en-US" sz="3600" b="1" dirty="0">
                  <a:solidFill>
                    <a:srgbClr val="FF0000"/>
                  </a:solidFill>
                  <a:latin typeface="方正大黑简体" panose="03000509000000000000" pitchFamily="65" charset="-122"/>
                  <a:ea typeface="方正大黑简体" panose="03000509000000000000" pitchFamily="65" charset="-122"/>
                </a:rPr>
                <a:t>基于页岩气井压裂施工资料的压裂评估方法与应用</a:t>
              </a:r>
              <a:r>
                <a:rPr lang="en-US" altLang="zh-CN" sz="3600" b="1" dirty="0">
                  <a:solidFill>
                    <a:srgbClr val="FF0000"/>
                  </a:solidFill>
                  <a:latin typeface="方正大黑简体" panose="03000509000000000000" pitchFamily="65" charset="-122"/>
                  <a:ea typeface="方正大黑简体" panose="03000509000000000000" pitchFamily="65" charset="-122"/>
                </a:rPr>
                <a:t>》</a:t>
              </a:r>
              <a:endParaRPr lang="en-US" altLang="zh-CN" sz="3600" b="1" dirty="0">
                <a:solidFill>
                  <a:srgbClr val="FF0000"/>
                </a:solidFill>
                <a:latin typeface="方正大黑简体" panose="03000509000000000000" pitchFamily="65" charset="-122"/>
                <a:ea typeface="方正大黑简体" panose="03000509000000000000" pitchFamily="65" charset="-122"/>
              </a:endParaRPr>
            </a:p>
            <a:p>
              <a:pPr algn="ctr" eaLnBrk="1" hangingPunct="1">
                <a:spcBef>
                  <a:spcPct val="50000"/>
                </a:spcBef>
              </a:pPr>
              <a:r>
                <a:rPr lang="zh-CN" altLang="en-US" sz="3600" b="1" dirty="0">
                  <a:solidFill>
                    <a:srgbClr val="FF0000"/>
                  </a:solidFill>
                  <a:latin typeface="方正大黑简体" panose="03000509000000000000" pitchFamily="65" charset="-122"/>
                  <a:ea typeface="方正大黑简体" panose="03000509000000000000" pitchFamily="65" charset="-122"/>
                </a:rPr>
                <a:t>中评估汇报</a:t>
              </a:r>
              <a:endParaRPr lang="zh-CN" altLang="en-US" sz="3600" b="1" dirty="0">
                <a:solidFill>
                  <a:srgbClr val="FF0000"/>
                </a:solidFill>
                <a:latin typeface="方正大黑简体" panose="03000509000000000000" pitchFamily="65" charset="-122"/>
                <a:ea typeface="方正大黑简体" panose="03000509000000000000" pitchFamily="65" charset="-122"/>
              </a:endParaRPr>
            </a:p>
          </p:txBody>
        </p:sp>
        <p:sp>
          <p:nvSpPr>
            <p:cNvPr id="10" name="Text Box 4"/>
            <p:cNvSpPr txBox="1">
              <a:spLocks noChangeArrowheads="1"/>
            </p:cNvSpPr>
            <p:nvPr/>
          </p:nvSpPr>
          <p:spPr bwMode="auto">
            <a:xfrm>
              <a:off x="-1523999" y="5565036"/>
              <a:ext cx="12192000" cy="78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b="1" dirty="0">
                  <a:solidFill>
                    <a:srgbClr val="000000"/>
                  </a:solidFill>
                  <a:latin typeface="楷体" panose="02010609060101010101" pitchFamily="49" charset="-122"/>
                  <a:ea typeface="楷体" panose="02010609060101010101" pitchFamily="49" charset="-122"/>
                </a:rPr>
                <a:t>承担单位：中国石油大学（北京）</a:t>
              </a:r>
              <a:endParaRPr lang="en-US" altLang="zh-CN" b="1" dirty="0">
                <a:solidFill>
                  <a:srgbClr val="000000"/>
                </a:solidFill>
                <a:latin typeface="楷体" panose="02010609060101010101" pitchFamily="49" charset="-122"/>
                <a:ea typeface="楷体" panose="02010609060101010101" pitchFamily="49" charset="-122"/>
              </a:endParaRPr>
            </a:p>
            <a:p>
              <a:pPr algn="ctr" eaLnBrk="1" hangingPunct="1">
                <a:spcBef>
                  <a:spcPct val="50000"/>
                </a:spcBef>
              </a:pPr>
              <a:r>
                <a:rPr lang="en-US" altLang="zh-CN" b="1" dirty="0">
                  <a:solidFill>
                    <a:srgbClr val="000000"/>
                  </a:solidFill>
                  <a:latin typeface="楷体" panose="02010609060101010101" pitchFamily="49" charset="-122"/>
                  <a:ea typeface="楷体" panose="02010609060101010101" pitchFamily="49" charset="-122"/>
                </a:rPr>
                <a:t>2024</a:t>
              </a:r>
              <a:r>
                <a:rPr lang="zh-CN" altLang="en-US" b="1" dirty="0">
                  <a:solidFill>
                    <a:srgbClr val="000000"/>
                  </a:solidFill>
                  <a:latin typeface="楷体" panose="02010609060101010101" pitchFamily="49" charset="-122"/>
                  <a:ea typeface="楷体" panose="02010609060101010101" pitchFamily="49" charset="-122"/>
                </a:rPr>
                <a:t>年</a:t>
              </a:r>
              <a:r>
                <a:rPr lang="en-US" altLang="zh-CN" b="1" dirty="0">
                  <a:solidFill>
                    <a:srgbClr val="000000"/>
                  </a:solidFill>
                  <a:latin typeface="楷体" panose="02010609060101010101" pitchFamily="49" charset="-122"/>
                  <a:ea typeface="楷体" panose="02010609060101010101" pitchFamily="49" charset="-122"/>
                </a:rPr>
                <a:t>12</a:t>
              </a:r>
              <a:r>
                <a:rPr lang="zh-CN" altLang="en-US" b="1" dirty="0">
                  <a:solidFill>
                    <a:srgbClr val="000000"/>
                  </a:solidFill>
                  <a:latin typeface="楷体" panose="02010609060101010101" pitchFamily="49" charset="-122"/>
                  <a:ea typeface="楷体" panose="02010609060101010101" pitchFamily="49" charset="-122"/>
                </a:rPr>
                <a:t>月</a:t>
              </a:r>
              <a:r>
                <a:rPr lang="en-US" altLang="zh-CN" b="1" dirty="0">
                  <a:solidFill>
                    <a:srgbClr val="000000"/>
                  </a:solidFill>
                  <a:latin typeface="楷体" panose="02010609060101010101" pitchFamily="49" charset="-122"/>
                  <a:ea typeface="楷体" panose="02010609060101010101" pitchFamily="49" charset="-122"/>
                </a:rPr>
                <a:t>5</a:t>
              </a:r>
              <a:r>
                <a:rPr lang="zh-CN" altLang="en-US" b="1" dirty="0">
                  <a:solidFill>
                    <a:srgbClr val="000000"/>
                  </a:solidFill>
                  <a:latin typeface="楷体" panose="02010609060101010101" pitchFamily="49" charset="-122"/>
                  <a:ea typeface="楷体" panose="02010609060101010101" pitchFamily="49" charset="-122"/>
                </a:rPr>
                <a:t>日</a:t>
              </a:r>
              <a:endParaRPr lang="zh-CN" altLang="en-US" b="1" dirty="0">
                <a:solidFill>
                  <a:srgbClr val="000000"/>
                </a:solidFill>
                <a:latin typeface="楷体" panose="02010609060101010101" pitchFamily="49" charset="-122"/>
                <a:ea typeface="楷体" panose="02010609060101010101" pitchFamily="49" charset="-122"/>
              </a:endParaRPr>
            </a:p>
          </p:txBody>
        </p:sp>
        <p:sp>
          <p:nvSpPr>
            <p:cNvPr id="11" name="矩形 3"/>
            <p:cNvSpPr>
              <a:spLocks noChangeArrowheads="1"/>
            </p:cNvSpPr>
            <p:nvPr/>
          </p:nvSpPr>
          <p:spPr bwMode="auto">
            <a:xfrm>
              <a:off x="-1524000" y="4278251"/>
              <a:ext cx="12192000"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0000"/>
                  </a:solidFill>
                  <a:latin typeface="方正大黑简体" panose="03000509000000000000" pitchFamily="65" charset="-122"/>
                  <a:ea typeface="方正大黑简体" panose="03000509000000000000" pitchFamily="65" charset="-122"/>
                </a:rPr>
                <a:t>项目经理：周福建 胡晓东</a:t>
              </a:r>
              <a:endParaRPr lang="en-US" altLang="zh-CN" sz="2400" b="1" dirty="0">
                <a:solidFill>
                  <a:srgbClr val="000000"/>
                </a:solidFill>
                <a:latin typeface="方正大黑简体" panose="03000509000000000000" pitchFamily="65" charset="-122"/>
                <a:ea typeface="方正大黑简体" panose="03000509000000000000" pitchFamily="65" charset="-122"/>
              </a:endParaRPr>
            </a:p>
            <a:p>
              <a:pPr algn="ctr" eaLnBrk="1" hangingPunct="1">
                <a:spcBef>
                  <a:spcPct val="50000"/>
                </a:spcBef>
              </a:pPr>
              <a:r>
                <a:rPr lang="zh-CN" altLang="en-US" sz="2400" b="1" dirty="0">
                  <a:solidFill>
                    <a:srgbClr val="000000"/>
                  </a:solidFill>
                  <a:latin typeface="方正大黑简体" panose="03000509000000000000" pitchFamily="65" charset="-122"/>
                  <a:ea typeface="方正大黑简体" panose="03000509000000000000" pitchFamily="65" charset="-122"/>
                </a:rPr>
                <a:t>汇  报  人：胡晓东</a:t>
              </a:r>
              <a:endParaRPr lang="en-US" altLang="zh-CN" sz="2400" b="1" dirty="0">
                <a:solidFill>
                  <a:srgbClr val="000000"/>
                </a:solidFill>
                <a:latin typeface="方正大黑简体" panose="03000509000000000000" pitchFamily="65" charset="-122"/>
                <a:ea typeface="方正大黑简体" panose="03000509000000000000" pitchFamily="65"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FF0000"/>
                </a:solidFill>
                <a:latin typeface="方正大黑简体" panose="03000509000000000000" pitchFamily="65" charset="-122"/>
                <a:ea typeface="方正大黑简体" panose="03000509000000000000" pitchFamily="65" charset="-122"/>
              </a:rPr>
              <a:t>一、项目概要</a:t>
            </a:r>
            <a:endParaRPr lang="zh-CN" altLang="en-US" sz="3200" dirty="0">
              <a:solidFill>
                <a:srgbClr val="FF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rPr>
              <a:t>二、阶段任务完成情况</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rPr>
              <a:t>三、取得的阶段成果及应用情况</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rPr>
              <a:t>四、经费管理及使用情况</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rPr>
              <a:t>五、项目组织管理</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rPr>
              <a:t>六、存在问题、解决措施及建议</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rPr>
              <a:t>七、下步工作安排 </a:t>
            </a:r>
            <a:endParaRPr lang="zh-CN" altLang="en-US" sz="3200" dirty="0">
              <a:solidFill>
                <a:srgbClr val="000000"/>
              </a:solidFill>
              <a:latin typeface="方正大黑简体" panose="03000509000000000000" pitchFamily="65" charset="-122"/>
              <a:ea typeface="方正大黑简体" panose="03000509000000000000" pitchFamily="65" charset="-122"/>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nvGraphicFramePr>
        <p:xfrm>
          <a:off x="779929" y="1937487"/>
          <a:ext cx="10919012" cy="4032000"/>
        </p:xfrm>
        <a:graphic>
          <a:graphicData uri="http://schemas.openxmlformats.org/drawingml/2006/table">
            <a:tbl>
              <a:tblPr bandRow="1">
                <a:tableStyleId>{21E4AEA4-8DFA-4A89-87EB-49C32662AFE0}</a:tableStyleId>
              </a:tblPr>
              <a:tblGrid>
                <a:gridCol w="2547769"/>
                <a:gridCol w="8371243"/>
              </a:tblGrid>
              <a:tr h="576000">
                <a:tc>
                  <a:txBody>
                    <a:bodyPr/>
                    <a:lstStyle/>
                    <a:p>
                      <a:pPr marL="0" algn="ctr" fontAlgn="ctr">
                        <a:lnSpc>
                          <a:spcPct val="100000"/>
                        </a:lnSpc>
                      </a:pP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项目名称</a:t>
                      </a:r>
                      <a:endParaRPr lang="zh-CN" altLang="en-US" sz="1200" b="1" i="0"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基于页岩气井压裂施工资料的压裂评估方法与应用</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6000">
                <a:tc>
                  <a:txBody>
                    <a:bodyPr/>
                    <a:lstStyle/>
                    <a:p>
                      <a:pPr marL="0" algn="ctr" fontAlgn="ctr">
                        <a:lnSpc>
                          <a:spcPct val="100000"/>
                        </a:lnSpc>
                      </a:pPr>
                      <a:r>
                        <a:rPr lang="zh-CN" altLang="en-US" sz="1200" b="1"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下达文号</a:t>
                      </a:r>
                      <a:endParaRPr lang="zh-CN" altLang="en-US" sz="1200" b="1" i="0"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2024</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【20】</a:t>
                      </a:r>
                      <a:endParaRPr 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6000">
                <a:tc>
                  <a:txBody>
                    <a:bodyPr/>
                    <a:lstStyle/>
                    <a:p>
                      <a:pPr marL="0" algn="ctr" fontAlgn="ctr">
                        <a:lnSpc>
                          <a:spcPct val="100000"/>
                        </a:lnSpc>
                      </a:pPr>
                      <a:r>
                        <a:rPr lang="zh-CN" altLang="en-US" sz="1200" b="1"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项目编号</a:t>
                      </a:r>
                      <a:endParaRPr lang="zh-CN" altLang="en-US" sz="1200" b="1" i="0"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2024-9304</a:t>
                      </a:r>
                      <a:endParaRPr 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6000">
                <a:tc>
                  <a:txBody>
                    <a:bodyPr/>
                    <a:lstStyle/>
                    <a:p>
                      <a:pPr marL="0" algn="ctr" fontAlgn="ctr">
                        <a:lnSpc>
                          <a:spcPct val="100000"/>
                        </a:lnSpc>
                      </a:pP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项目隶属关系</a:t>
                      </a:r>
                      <a:endParaRPr lang="zh-CN" altLang="en-US" sz="1200" b="1" i="0"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latin typeface="微软雅黑" panose="020B0503020204020204" pitchFamily="34" charset="-122"/>
                          <a:ea typeface="微软雅黑" panose="020B0503020204020204" pitchFamily="34" charset="-122"/>
                        </a:rPr>
                        <a:t>西南油气田页研院</a:t>
                      </a:r>
                      <a:r>
                        <a:rPr lang="en-US" altLang="zh-CN" sz="1200" dirty="0">
                          <a:latin typeface="微软雅黑" panose="020B0503020204020204" pitchFamily="34" charset="-122"/>
                          <a:ea typeface="微软雅黑" panose="020B0503020204020204" pitchFamily="34" charset="-122"/>
                        </a:rPr>
                        <a:t>2024</a:t>
                      </a:r>
                      <a:r>
                        <a:rPr lang="zh-CN" altLang="en-US" sz="1200" dirty="0">
                          <a:latin typeface="微软雅黑" panose="020B0503020204020204" pitchFamily="34" charset="-122"/>
                          <a:ea typeface="微软雅黑" panose="020B0503020204020204" pitchFamily="34" charset="-122"/>
                        </a:rPr>
                        <a:t>年对外合作项目</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6000">
                <a:tc>
                  <a:txBody>
                    <a:bodyPr/>
                    <a:lstStyle/>
                    <a:p>
                      <a:pPr marL="0" algn="ctr" fontAlgn="ctr">
                        <a:lnSpc>
                          <a:spcPct val="100000"/>
                        </a:lnSpc>
                      </a:pPr>
                      <a:r>
                        <a:rPr lang="zh-CN" altLang="en-US" sz="1200" b="1"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承担单位</a:t>
                      </a:r>
                      <a:endParaRPr lang="zh-CN" altLang="en-US" sz="1200" b="1" i="0"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u="none" strike="noStrike" dirty="0">
                          <a:effectLst/>
                          <a:latin typeface="微软雅黑" panose="020B0503020204020204" pitchFamily="34" charset="-122"/>
                          <a:ea typeface="微软雅黑" panose="020B0503020204020204" pitchFamily="34" charset="-122"/>
                          <a:cs typeface="Times New Roman" panose="02020603050405020304" pitchFamily="18" charset="0"/>
                        </a:rPr>
                        <a:t>中国石油大学（北京）</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6000">
                <a:tc>
                  <a:txBody>
                    <a:bodyPr/>
                    <a:lstStyle/>
                    <a:p>
                      <a:pPr marL="0" algn="ctr" fontAlgn="ctr">
                        <a:lnSpc>
                          <a:spcPct val="100000"/>
                        </a:lnSpc>
                      </a:pP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涉及学科</a:t>
                      </a:r>
                      <a:r>
                        <a:rPr lang="en-US" altLang="zh-CN" sz="1200" b="1" i="0"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专业</a:t>
                      </a:r>
                      <a:endParaRPr lang="zh-CN" altLang="en-US" sz="1200" b="1" i="0"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石油与天然气工程</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6000">
                <a:tc>
                  <a:txBody>
                    <a:bodyPr/>
                    <a:lstStyle/>
                    <a:p>
                      <a:pPr marL="0" algn="ctr" fontAlgn="ctr">
                        <a:lnSpc>
                          <a:spcPct val="100000"/>
                        </a:lnSpc>
                      </a:pP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项目起止时间</a:t>
                      </a:r>
                      <a:endParaRPr lang="zh-CN" altLang="en-US" sz="1200" b="1" i="0" u="none" strike="noStrike"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2024</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—2025</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12</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月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6" name="Rectangle 11"/>
          <p:cNvSpPr>
            <a:spLocks noChangeArrowheads="1"/>
          </p:cNvSpPr>
          <p:nvPr/>
        </p:nvSpPr>
        <p:spPr bwMode="auto">
          <a:xfrm>
            <a:off x="1" y="-42299"/>
            <a:ext cx="12191999" cy="830981"/>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一、项目</a:t>
            </a: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来源</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334963" y="915408"/>
            <a:ext cx="11641883" cy="787523"/>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本项目来源于院级科研项目</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基于页岩气井压裂施工资料的压裂评估方法与应用</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，由西南油气田分公司页岩气研究院委托中国石油大学（北京）承担，研究时间 </a:t>
            </a:r>
            <a:r>
              <a:rPr lang="en-US" altLang="zh-CN" sz="1600" dirty="0">
                <a:solidFill>
                  <a:prstClr val="black"/>
                </a:solidFill>
                <a:latin typeface="微软雅黑" panose="020B0503020204020204" pitchFamily="34" charset="-122"/>
                <a:ea typeface="微软雅黑" panose="020B0503020204020204" pitchFamily="34" charset="-122"/>
              </a:rPr>
              <a:t>2024</a:t>
            </a:r>
            <a:r>
              <a:rPr lang="zh-CN" altLang="en-US" sz="1600" dirty="0">
                <a:solidFill>
                  <a:prstClr val="black"/>
                </a:solidFill>
                <a:latin typeface="微软雅黑" panose="020B0503020204020204" pitchFamily="34" charset="-122"/>
                <a:ea typeface="微软雅黑" panose="020B0503020204020204" pitchFamily="34" charset="-122"/>
              </a:rPr>
              <a:t>年</a:t>
            </a:r>
            <a:r>
              <a:rPr lang="en-US" altLang="zh-CN" sz="1600" dirty="0">
                <a:solidFill>
                  <a:prstClr val="black"/>
                </a:solidFill>
                <a:latin typeface="微软雅黑" panose="020B0503020204020204" pitchFamily="34" charset="-122"/>
                <a:ea typeface="微软雅黑" panose="020B0503020204020204" pitchFamily="34" charset="-122"/>
              </a:rPr>
              <a:t>6</a:t>
            </a:r>
            <a:r>
              <a:rPr lang="zh-CN" altLang="en-US" sz="1600" dirty="0">
                <a:solidFill>
                  <a:prstClr val="black"/>
                </a:solidFill>
                <a:latin typeface="微软雅黑" panose="020B0503020204020204" pitchFamily="34" charset="-122"/>
                <a:ea typeface="微软雅黑" panose="020B0503020204020204" pitchFamily="34" charset="-122"/>
              </a:rPr>
              <a:t>月</a:t>
            </a:r>
            <a:r>
              <a:rPr lang="en-US" altLang="zh-CN" sz="1600" dirty="0">
                <a:solidFill>
                  <a:prstClr val="black"/>
                </a:solidFill>
                <a:latin typeface="微软雅黑" panose="020B0503020204020204" pitchFamily="34" charset="-122"/>
                <a:ea typeface="微软雅黑" panose="020B0503020204020204" pitchFamily="34" charset="-122"/>
              </a:rPr>
              <a:t>~ 2025</a:t>
            </a:r>
            <a:r>
              <a:rPr lang="zh-CN" altLang="en-US" sz="1600" dirty="0">
                <a:solidFill>
                  <a:prstClr val="black"/>
                </a:solidFill>
                <a:latin typeface="微软雅黑" panose="020B0503020204020204" pitchFamily="34" charset="-122"/>
                <a:ea typeface="微软雅黑" panose="020B0503020204020204" pitchFamily="34" charset="-122"/>
              </a:rPr>
              <a:t>年</a:t>
            </a:r>
            <a:r>
              <a:rPr lang="en-US" altLang="zh-CN" sz="1600" dirty="0">
                <a:solidFill>
                  <a:prstClr val="black"/>
                </a:solidFill>
                <a:latin typeface="微软雅黑" panose="020B0503020204020204" pitchFamily="34" charset="-122"/>
                <a:ea typeface="微软雅黑" panose="020B0503020204020204" pitchFamily="34" charset="-122"/>
              </a:rPr>
              <a:t>12</a:t>
            </a:r>
            <a:r>
              <a:rPr lang="zh-CN" altLang="en-US" sz="1600" dirty="0">
                <a:solidFill>
                  <a:prstClr val="black"/>
                </a:solidFill>
                <a:latin typeface="微软雅黑" panose="020B0503020204020204" pitchFamily="34" charset="-122"/>
                <a:ea typeface="微软雅黑" panose="020B0503020204020204" pitchFamily="34" charset="-122"/>
              </a:rPr>
              <a:t>月。主要研究工区位于川南页岩区块</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34964" y="917015"/>
            <a:ext cx="11485562" cy="115685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 针对川南地区页岩气高效开发面临的压裂评估诊断技术难点，开展基于小波分析的水力压裂施工压力响应特征分析、基于压降曲线分析的停泵期裂缝尺寸反演、基于地质工程一体化的多源异构大数据库智能构建、基于大数据库分析的压裂效果综合评估研究：</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TextBox 7"/>
          <p:cNvSpPr txBox="1"/>
          <p:nvPr/>
        </p:nvSpPr>
        <p:spPr bwMode="auto">
          <a:xfrm>
            <a:off x="2880857" y="2184273"/>
            <a:ext cx="8039419" cy="4016484"/>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a:lnSpc>
                <a:spcPct val="100000"/>
              </a:lnSpc>
              <a:spcBef>
                <a:spcPts val="600"/>
              </a:spcBef>
            </a:pPr>
            <a:r>
              <a:rPr lang="zh-CN" altLang="en-US" sz="1600" kern="0" dirty="0">
                <a:solidFill>
                  <a:srgbClr val="FF0000"/>
                </a:solidFill>
                <a:latin typeface="微软雅黑" panose="020B0503020204020204" pitchFamily="34" charset="-122"/>
                <a:ea typeface="微软雅黑" panose="020B0503020204020204" pitchFamily="34" charset="-122"/>
              </a:rPr>
              <a:t>研究内容一：基于小波分析的水力压裂施工压力响应特征分析</a:t>
            </a:r>
            <a:endParaRPr lang="en-US" altLang="zh-CN" sz="1600" kern="0" dirty="0">
              <a:solidFill>
                <a:srgbClr val="FF0000"/>
              </a:solidFill>
              <a:latin typeface="微软雅黑" panose="020B0503020204020204" pitchFamily="34" charset="-122"/>
              <a:ea typeface="微软雅黑" panose="020B0503020204020204" pitchFamily="34" charset="-122"/>
            </a:endParaRPr>
          </a:p>
          <a:p>
            <a:pPr>
              <a:lnSpc>
                <a:spcPct val="100000"/>
              </a:lnSpc>
              <a:spcBef>
                <a:spcPts val="600"/>
              </a:spcBef>
            </a:pPr>
            <a:r>
              <a:rPr lang="en-US" altLang="zh-CN" sz="1600" kern="0" dirty="0">
                <a:solidFill>
                  <a:schemeClr val="tx1"/>
                </a:solidFill>
                <a:latin typeface="微软雅黑" panose="020B0503020204020204" pitchFamily="34" charset="-122"/>
                <a:ea typeface="微软雅黑" panose="020B0503020204020204" pitchFamily="34" charset="-122"/>
              </a:rPr>
              <a:t>                    </a:t>
            </a: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1</a:t>
            </a:r>
            <a:r>
              <a:rPr lang="zh-CN" altLang="en-US" sz="1600" kern="0" dirty="0">
                <a:solidFill>
                  <a:schemeClr val="tx1"/>
                </a:solidFill>
                <a:latin typeface="微软雅黑" panose="020B0503020204020204" pitchFamily="34" charset="-122"/>
                <a:ea typeface="微软雅黑" panose="020B0503020204020204" pitchFamily="34" charset="-122"/>
              </a:rPr>
              <a:t>）建立水力压裂小波分解模型</a:t>
            </a:r>
            <a:endParaRPr lang="en-US" altLang="zh-CN" sz="1600" kern="0" dirty="0">
              <a:solidFill>
                <a:schemeClr val="tx1"/>
              </a:solidFill>
              <a:latin typeface="微软雅黑" panose="020B0503020204020204" pitchFamily="34" charset="-122"/>
              <a:ea typeface="微软雅黑" panose="020B0503020204020204" pitchFamily="34" charset="-122"/>
            </a:endParaRPr>
          </a:p>
          <a:p>
            <a:pPr marL="791845"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       （</a:t>
            </a:r>
            <a:r>
              <a:rPr lang="en-US" altLang="zh-CN" sz="1600" kern="0" dirty="0">
                <a:solidFill>
                  <a:schemeClr val="tx1"/>
                </a:solidFill>
                <a:latin typeface="微软雅黑" panose="020B0503020204020204" pitchFamily="34" charset="-122"/>
                <a:ea typeface="微软雅黑" panose="020B0503020204020204" pitchFamily="34" charset="-122"/>
              </a:rPr>
              <a:t>2</a:t>
            </a:r>
            <a:r>
              <a:rPr lang="zh-CN" altLang="en-US" sz="1600" kern="0" dirty="0">
                <a:solidFill>
                  <a:schemeClr val="tx1"/>
                </a:solidFill>
                <a:latin typeface="微软雅黑" panose="020B0503020204020204" pitchFamily="34" charset="-122"/>
                <a:ea typeface="微软雅黑" panose="020B0503020204020204" pitchFamily="34" charset="-122"/>
              </a:rPr>
              <a:t>）施工压力响应特征规律分析</a:t>
            </a:r>
            <a:endParaRPr lang="en-US" altLang="zh-CN" sz="1600" kern="0" dirty="0">
              <a:solidFill>
                <a:schemeClr val="tx1"/>
              </a:solidFill>
              <a:latin typeface="微软雅黑" panose="020B0503020204020204" pitchFamily="34" charset="-122"/>
              <a:ea typeface="微软雅黑" panose="020B0503020204020204" pitchFamily="34" charset="-122"/>
            </a:endParaRPr>
          </a:p>
          <a:p>
            <a:pPr>
              <a:lnSpc>
                <a:spcPct val="100000"/>
              </a:lnSpc>
              <a:spcBef>
                <a:spcPts val="600"/>
              </a:spcBef>
            </a:pPr>
            <a:r>
              <a:rPr lang="zh-CN" altLang="en-US" sz="1600" kern="0" dirty="0">
                <a:solidFill>
                  <a:srgbClr val="FF0000"/>
                </a:solidFill>
                <a:latin typeface="微软雅黑" panose="020B0503020204020204" pitchFamily="34" charset="-122"/>
                <a:ea typeface="微软雅黑" panose="020B0503020204020204" pitchFamily="34" charset="-122"/>
              </a:rPr>
              <a:t>研究内容二：基于压降曲线分析的停泵期裂缝尺寸反演</a:t>
            </a:r>
            <a:endParaRPr lang="en-US" altLang="zh-CN" sz="1600" kern="0" dirty="0">
              <a:solidFill>
                <a:srgbClr val="FF0000"/>
              </a:solidFill>
              <a:latin typeface="微软雅黑" panose="020B0503020204020204" pitchFamily="34" charset="-122"/>
              <a:ea typeface="微软雅黑" panose="020B0503020204020204" pitchFamily="34" charset="-122"/>
            </a:endParaRPr>
          </a:p>
          <a:p>
            <a:pPr>
              <a:lnSpc>
                <a:spcPct val="100000"/>
              </a:lnSpc>
              <a:spcBef>
                <a:spcPts val="600"/>
              </a:spcBef>
            </a:pPr>
            <a:r>
              <a:rPr lang="en-US" altLang="zh-CN" sz="1600" kern="0" dirty="0">
                <a:solidFill>
                  <a:schemeClr val="tx1"/>
                </a:solidFill>
                <a:latin typeface="微软雅黑" panose="020B0503020204020204" pitchFamily="34" charset="-122"/>
                <a:ea typeface="微软雅黑" panose="020B0503020204020204" pitchFamily="34" charset="-122"/>
              </a:rPr>
              <a:t>                   </a:t>
            </a: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1</a:t>
            </a:r>
            <a:r>
              <a:rPr lang="zh-CN" altLang="en-US" sz="1600" kern="0" dirty="0">
                <a:solidFill>
                  <a:schemeClr val="tx1"/>
                </a:solidFill>
                <a:latin typeface="微软雅黑" panose="020B0503020204020204" pitchFamily="34" charset="-122"/>
                <a:ea typeface="微软雅黑" panose="020B0503020204020204" pitchFamily="34" charset="-122"/>
              </a:rPr>
              <a:t>）建立停泵期</a:t>
            </a:r>
            <a:r>
              <a:rPr lang="en-US" altLang="zh-CN" sz="1600" kern="0" dirty="0">
                <a:solidFill>
                  <a:schemeClr val="tx1"/>
                </a:solidFill>
                <a:latin typeface="微软雅黑" panose="020B0503020204020204" pitchFamily="34" charset="-122"/>
                <a:ea typeface="微软雅黑" panose="020B0503020204020204" pitchFamily="34" charset="-122"/>
              </a:rPr>
              <a:t>G</a:t>
            </a:r>
            <a:r>
              <a:rPr lang="zh-CN" altLang="en-US" sz="1600" kern="0" dirty="0">
                <a:solidFill>
                  <a:schemeClr val="tx1"/>
                </a:solidFill>
                <a:latin typeface="微软雅黑" panose="020B0503020204020204" pitchFamily="34" charset="-122"/>
                <a:ea typeface="微软雅黑" panose="020B0503020204020204" pitchFamily="34" charset="-122"/>
              </a:rPr>
              <a:t>函数压降分析模型</a:t>
            </a:r>
            <a:endParaRPr lang="en-US" altLang="zh-CN" sz="1600" kern="0" dirty="0">
              <a:solidFill>
                <a:schemeClr val="tx1"/>
              </a:solidFill>
              <a:latin typeface="微软雅黑" panose="020B0503020204020204" pitchFamily="34" charset="-122"/>
              <a:ea typeface="微软雅黑" panose="020B0503020204020204" pitchFamily="34" charset="-122"/>
            </a:endParaRPr>
          </a:p>
          <a:p>
            <a:pPr>
              <a:lnSpc>
                <a:spcPct val="100000"/>
              </a:lnSpc>
              <a:spcBef>
                <a:spcPts val="600"/>
              </a:spcBef>
            </a:pPr>
            <a:r>
              <a:rPr lang="en-US" altLang="zh-CN" sz="1600" kern="0" dirty="0">
                <a:solidFill>
                  <a:schemeClr val="tx1"/>
                </a:solidFill>
                <a:latin typeface="微软雅黑" panose="020B0503020204020204" pitchFamily="34" charset="-122"/>
                <a:ea typeface="微软雅黑" panose="020B0503020204020204" pitchFamily="34" charset="-122"/>
              </a:rPr>
              <a:t>                   </a:t>
            </a: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2</a:t>
            </a:r>
            <a:r>
              <a:rPr lang="zh-CN" altLang="en-US" sz="1600" kern="0" dirty="0">
                <a:solidFill>
                  <a:schemeClr val="tx1"/>
                </a:solidFill>
                <a:latin typeface="微软雅黑" panose="020B0503020204020204" pitchFamily="34" charset="-122"/>
                <a:ea typeface="微软雅黑" panose="020B0503020204020204" pitchFamily="34" charset="-122"/>
              </a:rPr>
              <a:t>）反演计算停泵时刻裂缝几何参数</a:t>
            </a:r>
            <a:endParaRPr lang="en-US" altLang="zh-CN" sz="1600" kern="0" dirty="0">
              <a:solidFill>
                <a:schemeClr val="tx1"/>
              </a:solidFill>
              <a:latin typeface="微软雅黑" panose="020B0503020204020204" pitchFamily="34" charset="-122"/>
              <a:ea typeface="微软雅黑" panose="020B0503020204020204" pitchFamily="34" charset="-122"/>
            </a:endParaRPr>
          </a:p>
          <a:p>
            <a:pPr>
              <a:lnSpc>
                <a:spcPct val="100000"/>
              </a:lnSpc>
              <a:spcBef>
                <a:spcPts val="600"/>
              </a:spcBef>
            </a:pPr>
            <a:r>
              <a:rPr lang="zh-CN" altLang="en-US" sz="1600" kern="0" dirty="0">
                <a:solidFill>
                  <a:srgbClr val="FF0000"/>
                </a:solidFill>
                <a:latin typeface="微软雅黑" panose="020B0503020204020204" pitchFamily="34" charset="-122"/>
                <a:ea typeface="微软雅黑" panose="020B0503020204020204" pitchFamily="34" charset="-122"/>
              </a:rPr>
              <a:t>研究内容三：基于地质工程一体化的多源异构大数据库智能构建</a:t>
            </a:r>
            <a:endParaRPr lang="en-US" altLang="zh-CN" sz="1600" kern="0" dirty="0">
              <a:solidFill>
                <a:srgbClr val="FF0000"/>
              </a:solidFill>
              <a:latin typeface="微软雅黑" panose="020B0503020204020204" pitchFamily="34" charset="-122"/>
              <a:ea typeface="微软雅黑" panose="020B0503020204020204" pitchFamily="34" charset="-122"/>
            </a:endParaRPr>
          </a:p>
          <a:p>
            <a:pPr>
              <a:lnSpc>
                <a:spcPct val="100000"/>
              </a:lnSpc>
              <a:spcBef>
                <a:spcPts val="600"/>
              </a:spcBef>
            </a:pPr>
            <a:r>
              <a:rPr lang="en-US" altLang="zh-CN" sz="1600" kern="0" dirty="0">
                <a:solidFill>
                  <a:schemeClr val="tx1"/>
                </a:solidFill>
                <a:latin typeface="微软雅黑" panose="020B0503020204020204" pitchFamily="34" charset="-122"/>
                <a:ea typeface="微软雅黑" panose="020B0503020204020204" pitchFamily="34" charset="-122"/>
              </a:rPr>
              <a:t>                   </a:t>
            </a: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1</a:t>
            </a:r>
            <a:r>
              <a:rPr lang="zh-CN" altLang="en-US" sz="1600" kern="0" dirty="0">
                <a:solidFill>
                  <a:schemeClr val="tx1"/>
                </a:solidFill>
                <a:latin typeface="微软雅黑" panose="020B0503020204020204" pitchFamily="34" charset="-122"/>
                <a:ea typeface="微软雅黑" panose="020B0503020204020204" pitchFamily="34" charset="-122"/>
              </a:rPr>
              <a:t>）地质</a:t>
            </a:r>
            <a:r>
              <a:rPr lang="en-US" altLang="zh-CN" sz="1600" kern="0" dirty="0">
                <a:solidFill>
                  <a:schemeClr val="tx1"/>
                </a:solidFill>
                <a:latin typeface="微软雅黑" panose="020B0503020204020204" pitchFamily="34" charset="-122"/>
                <a:ea typeface="微软雅黑" panose="020B0503020204020204" pitchFamily="34" charset="-122"/>
              </a:rPr>
              <a:t>-</a:t>
            </a:r>
            <a:r>
              <a:rPr lang="zh-CN" altLang="en-US" sz="1600" kern="0" dirty="0">
                <a:solidFill>
                  <a:schemeClr val="tx1"/>
                </a:solidFill>
                <a:latin typeface="微软雅黑" panose="020B0503020204020204" pitchFamily="34" charset="-122"/>
                <a:ea typeface="微软雅黑" panose="020B0503020204020204" pitchFamily="34" charset="-122"/>
              </a:rPr>
              <a:t>工程参数多源异构大数据库构建</a:t>
            </a:r>
            <a:endParaRPr lang="en-US" altLang="zh-CN" sz="1600" kern="0" dirty="0">
              <a:solidFill>
                <a:schemeClr val="tx1"/>
              </a:solidFill>
              <a:latin typeface="微软雅黑" panose="020B0503020204020204" pitchFamily="34" charset="-122"/>
              <a:ea typeface="微软雅黑" panose="020B0503020204020204" pitchFamily="34" charset="-122"/>
            </a:endParaRPr>
          </a:p>
          <a:p>
            <a:pPr marL="791845"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      （</a:t>
            </a:r>
            <a:r>
              <a:rPr lang="en-US" altLang="zh-CN" sz="1600" kern="0" dirty="0">
                <a:solidFill>
                  <a:schemeClr val="tx1"/>
                </a:solidFill>
                <a:latin typeface="微软雅黑" panose="020B0503020204020204" pitchFamily="34" charset="-122"/>
                <a:ea typeface="微软雅黑" panose="020B0503020204020204" pitchFamily="34" charset="-122"/>
              </a:rPr>
              <a:t>2</a:t>
            </a:r>
            <a:r>
              <a:rPr lang="zh-CN" altLang="en-US" sz="1600" kern="0" dirty="0">
                <a:solidFill>
                  <a:schemeClr val="tx1"/>
                </a:solidFill>
                <a:latin typeface="微软雅黑" panose="020B0503020204020204" pitchFamily="34" charset="-122"/>
                <a:ea typeface="微软雅黑" panose="020B0503020204020204" pitchFamily="34" charset="-122"/>
              </a:rPr>
              <a:t>）影响压裂改造效果的主控因素分析</a:t>
            </a:r>
            <a:endParaRPr lang="en-US" altLang="zh-CN" sz="1600" kern="0"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600"/>
              </a:spcBef>
              <a:spcAft>
                <a:spcPts val="0"/>
              </a:spcAft>
              <a:buClrTx/>
              <a:buSzTx/>
              <a:buFontTx/>
              <a:buNone/>
              <a:defRPr/>
            </a:pPr>
            <a:r>
              <a:rPr lang="zh-CN" altLang="en-US" sz="1600" kern="0" dirty="0">
                <a:solidFill>
                  <a:srgbClr val="FF0000"/>
                </a:solidFill>
                <a:latin typeface="微软雅黑" panose="020B0503020204020204" pitchFamily="34" charset="-122"/>
                <a:ea typeface="微软雅黑" panose="020B0503020204020204" pitchFamily="34" charset="-122"/>
              </a:rPr>
              <a:t>研究内容</a:t>
            </a:r>
            <a:r>
              <a:rPr kumimoji="0" lang="zh-CN" altLang="en-US" sz="16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四：基于大数据库分析的压裂效果综合评估</a:t>
            </a:r>
            <a:endParaRPr kumimoji="0" lang="en-US" altLang="zh-CN" sz="16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p>
            <a:pPr marL="791845"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      （</a:t>
            </a:r>
            <a:r>
              <a:rPr lang="en-US" altLang="zh-CN" sz="1600" kern="0" dirty="0">
                <a:solidFill>
                  <a:schemeClr val="tx1"/>
                </a:solidFill>
                <a:latin typeface="微软雅黑" panose="020B0503020204020204" pitchFamily="34" charset="-122"/>
                <a:ea typeface="微软雅黑" panose="020B0503020204020204" pitchFamily="34" charset="-122"/>
              </a:rPr>
              <a:t>1</a:t>
            </a:r>
            <a:r>
              <a:rPr lang="zh-CN" altLang="en-US" sz="1600" kern="0" dirty="0">
                <a:solidFill>
                  <a:schemeClr val="tx1"/>
                </a:solidFill>
                <a:latin typeface="微软雅黑" panose="020B0503020204020204" pitchFamily="34" charset="-122"/>
                <a:ea typeface="微软雅黑" panose="020B0503020204020204" pitchFamily="34" charset="-122"/>
              </a:rPr>
              <a:t>）压裂施工资料汇总分析</a:t>
            </a:r>
            <a:endParaRPr lang="en-US" altLang="zh-CN" sz="1600" kern="0" dirty="0">
              <a:solidFill>
                <a:schemeClr val="tx1"/>
              </a:solidFill>
              <a:latin typeface="微软雅黑" panose="020B0503020204020204" pitchFamily="34" charset="-122"/>
              <a:ea typeface="微软雅黑" panose="020B0503020204020204" pitchFamily="34" charset="-122"/>
            </a:endParaRPr>
          </a:p>
          <a:p>
            <a:pPr marL="0" indent="0">
              <a:lnSpc>
                <a:spcPct val="100000"/>
              </a:lnSpc>
              <a:spcBef>
                <a:spcPts val="600"/>
              </a:spcBef>
              <a:buClrTx/>
              <a:defRPr/>
            </a:pPr>
            <a:r>
              <a:rPr lang="zh-CN" altLang="en-US" sz="1600" kern="0" dirty="0">
                <a:solidFill>
                  <a:schemeClr val="tx1"/>
                </a:solidFill>
                <a:latin typeface="微软雅黑" panose="020B0503020204020204" pitchFamily="34" charset="-122"/>
                <a:ea typeface="微软雅黑" panose="020B0503020204020204" pitchFamily="34" charset="-122"/>
              </a:rPr>
              <a:t>                   （</a:t>
            </a:r>
            <a:r>
              <a:rPr lang="en-US" altLang="zh-CN" sz="1600" kern="0" dirty="0">
                <a:solidFill>
                  <a:schemeClr val="tx1"/>
                </a:solidFill>
                <a:latin typeface="微软雅黑" panose="020B0503020204020204" pitchFamily="34" charset="-122"/>
                <a:ea typeface="微软雅黑" panose="020B0503020204020204" pitchFamily="34" charset="-122"/>
              </a:rPr>
              <a:t>2</a:t>
            </a:r>
            <a:r>
              <a:rPr lang="zh-CN" altLang="en-US" sz="1600" kern="0" dirty="0">
                <a:solidFill>
                  <a:schemeClr val="tx1"/>
                </a:solidFill>
                <a:latin typeface="微软雅黑" panose="020B0503020204020204" pitchFamily="34" charset="-122"/>
                <a:ea typeface="微软雅黑" panose="020B0503020204020204" pitchFamily="34" charset="-122"/>
              </a:rPr>
              <a:t>）基于大数据分析的压裂效果综合评估</a:t>
            </a:r>
            <a:endParaRPr lang="en-US" altLang="zh-CN" sz="1600" kern="0" dirty="0">
              <a:solidFill>
                <a:schemeClr val="tx1"/>
              </a:solidFill>
              <a:latin typeface="微软雅黑" panose="020B0503020204020204" pitchFamily="34" charset="-122"/>
              <a:ea typeface="微软雅黑" panose="020B0503020204020204" pitchFamily="34" charset="-122"/>
            </a:endParaRPr>
          </a:p>
        </p:txBody>
      </p:sp>
      <p:sp>
        <p:nvSpPr>
          <p:cNvPr id="6" name="Rectangle 11"/>
          <p:cNvSpPr>
            <a:spLocks noChangeArrowheads="1"/>
          </p:cNvSpPr>
          <p:nvPr/>
        </p:nvSpPr>
        <p:spPr bwMode="auto">
          <a:xfrm>
            <a:off x="1" y="-42299"/>
            <a:ext cx="12191999" cy="830981"/>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二、主要研究内容</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bwMode="auto">
          <a:xfrm>
            <a:off x="431799" y="927848"/>
            <a:ext cx="11658600" cy="411203"/>
          </a:xfrm>
          <a:prstGeom prst="rect">
            <a:avLst/>
          </a:prstGeom>
          <a:noFill/>
          <a:ln>
            <a:noFill/>
          </a:ln>
        </p:spPr>
        <p:txBody>
          <a:bodyPr wrap="square" lIns="0" tIns="0" rIns="0" bIns="0">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0" marR="0" lvl="0" indent="0" algn="just" defTabSz="914400" rtl="0" eaLnBrk="1" fontAlgn="auto" latinLnBrk="0" hangingPunct="1">
              <a:lnSpc>
                <a:spcPct val="150000"/>
              </a:lnSpc>
              <a:spcBef>
                <a:spcPts val="0"/>
              </a:spcBef>
              <a:spcAft>
                <a:spcPts val="0"/>
              </a:spcAft>
              <a:buClr>
                <a:srgbClr val="FF0000"/>
              </a:buClr>
              <a:buSzTx/>
              <a:buFontTx/>
              <a:buNone/>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方正大黑简体" panose="03000509000000000000" pitchFamily="65" charset="-122"/>
                <a:cs typeface="Times New Roman" panose="02020603050405020304" pitchFamily="18" charset="0"/>
              </a:rPr>
              <a:t> </a:t>
            </a: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方正大黑简体" panose="03000509000000000000" pitchFamily="65" charset="-122"/>
              <a:cs typeface="Times New Roman" panose="02020603050405020304" pitchFamily="18" charset="0"/>
            </a:endParaRPr>
          </a:p>
        </p:txBody>
      </p:sp>
      <p:sp>
        <p:nvSpPr>
          <p:cNvPr id="9" name="Rectangle 11"/>
          <p:cNvSpPr>
            <a:spLocks noChangeArrowheads="1"/>
          </p:cNvSpPr>
          <p:nvPr/>
        </p:nvSpPr>
        <p:spPr bwMode="auto">
          <a:xfrm>
            <a:off x="1" y="-42299"/>
            <a:ext cx="12191999" cy="830981"/>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三、主要技术经济考核指标</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11" name="矩形 6"/>
          <p:cNvSpPr>
            <a:spLocks noChangeArrowheads="1"/>
          </p:cNvSpPr>
          <p:nvPr/>
        </p:nvSpPr>
        <p:spPr bwMode="auto">
          <a:xfrm>
            <a:off x="668283" y="2057093"/>
            <a:ext cx="11353387" cy="1218410"/>
          </a:xfrm>
          <a:prstGeom prst="rect">
            <a:avLst/>
          </a:prstGeom>
          <a:noFill/>
          <a:ln>
            <a:noFill/>
          </a:ln>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0" fontAlgn="base" hangingPunct="0">
              <a:lnSpc>
                <a:spcPct val="250000"/>
              </a:lnSpc>
              <a:spcBef>
                <a:spcPct val="0"/>
              </a:spcBef>
              <a:spcAft>
                <a:spcPct val="0"/>
              </a:spcAft>
              <a:buFontTx/>
              <a:buNone/>
              <a:defRPr/>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、建立基于压降曲线分析的停泵期裂缝参数反演方法、建立基于地质工程一体化的多源异构大数据库、建立一套基于大数据分析的压裂效果综合评估方法</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3" name="组合 12"/>
          <p:cNvGrpSpPr/>
          <p:nvPr/>
        </p:nvGrpSpPr>
        <p:grpSpPr>
          <a:xfrm>
            <a:off x="505644" y="1390766"/>
            <a:ext cx="1933164" cy="644388"/>
            <a:chOff x="503405" y="1575997"/>
            <a:chExt cx="1190552" cy="677869"/>
          </a:xfrm>
        </p:grpSpPr>
        <p:sp>
          <p:nvSpPr>
            <p:cNvPr id="14" name="矩形: 圆角 720"/>
            <p:cNvSpPr/>
            <p:nvPr/>
          </p:nvSpPr>
          <p:spPr>
            <a:xfrm>
              <a:off x="503405" y="1575997"/>
              <a:ext cx="620289" cy="632600"/>
            </a:xfrm>
            <a:prstGeom prst="roundRect">
              <a:avLst>
                <a:gd name="adj" fmla="val 9129"/>
              </a:avLst>
            </a:prstGeom>
            <a:solidFill>
              <a:srgbClr val="C00000"/>
            </a:solidFill>
            <a:ln>
              <a:noFill/>
            </a:ln>
            <a:effectLst>
              <a:outerShdw blurRad="50800" dist="38100" dir="5400000" algn="t" rotWithShape="0">
                <a:prstClr val="black">
                  <a:alpha val="40000"/>
                </a:prstClr>
              </a:outerShdw>
            </a:effectLst>
          </p:spPr>
          <p:txBody>
            <a:bodyPr wrap="square" lIns="36000" tIns="36000" rIns="36000" bIns="36000">
              <a:noAutofit/>
            </a:bodyPr>
            <a:lstStyle/>
            <a:p>
              <a:pPr algn="ctr">
                <a:buClr>
                  <a:srgbClr val="FF0000"/>
                </a:buClr>
                <a:defRPr/>
              </a:pPr>
              <a:endPar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矩形: 圆角 720"/>
            <p:cNvSpPr/>
            <p:nvPr/>
          </p:nvSpPr>
          <p:spPr>
            <a:xfrm>
              <a:off x="577957" y="1650774"/>
              <a:ext cx="1116000" cy="603092"/>
            </a:xfrm>
            <a:prstGeom prst="roundRect">
              <a:avLst>
                <a:gd name="adj" fmla="val 9129"/>
              </a:avLst>
            </a:prstGeom>
            <a:solidFill>
              <a:schemeClr val="bg1">
                <a:lumMod val="95000"/>
              </a:schemeClr>
            </a:solidFill>
            <a:ln>
              <a:solidFill>
                <a:srgbClr val="C00000"/>
              </a:solidFill>
            </a:ln>
            <a:effectLst>
              <a:outerShdw blurRad="50800" dist="38100" dir="5400000" algn="t" rotWithShape="0">
                <a:prstClr val="black">
                  <a:alpha val="40000"/>
                </a:prstClr>
              </a:outerShdw>
            </a:effectLst>
          </p:spPr>
          <p:txBody>
            <a:bodyPr wrap="square" lIns="36000" tIns="36000" rIns="36000" bIns="36000" anchor="ctr">
              <a:noAutofit/>
            </a:bodyPr>
            <a:lstStyle/>
            <a:p>
              <a:pPr lvl="0" algn="ctr">
                <a:buClr>
                  <a:srgbClr val="FF0000"/>
                </a:buClr>
                <a:defRPr/>
              </a:pPr>
              <a:r>
                <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技术经济指标</a:t>
              </a:r>
              <a:endPar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9" name="组合 18"/>
          <p:cNvGrpSpPr/>
          <p:nvPr/>
        </p:nvGrpSpPr>
        <p:grpSpPr>
          <a:xfrm>
            <a:off x="505643" y="3799964"/>
            <a:ext cx="1937625" cy="645875"/>
            <a:chOff x="503405" y="1575997"/>
            <a:chExt cx="1190552" cy="677869"/>
          </a:xfrm>
        </p:grpSpPr>
        <p:sp>
          <p:nvSpPr>
            <p:cNvPr id="20" name="矩形: 圆角 720"/>
            <p:cNvSpPr/>
            <p:nvPr/>
          </p:nvSpPr>
          <p:spPr>
            <a:xfrm>
              <a:off x="503405" y="1575997"/>
              <a:ext cx="620289" cy="632600"/>
            </a:xfrm>
            <a:prstGeom prst="roundRect">
              <a:avLst>
                <a:gd name="adj" fmla="val 9129"/>
              </a:avLst>
            </a:prstGeom>
            <a:solidFill>
              <a:srgbClr val="C00000"/>
            </a:solidFill>
            <a:ln>
              <a:noFill/>
            </a:ln>
            <a:effectLst>
              <a:outerShdw blurRad="50800" dist="38100" dir="5400000" algn="t" rotWithShape="0">
                <a:prstClr val="black">
                  <a:alpha val="40000"/>
                </a:prstClr>
              </a:outerShdw>
            </a:effectLst>
          </p:spPr>
          <p:txBody>
            <a:bodyPr wrap="square" lIns="36000" tIns="36000" rIns="36000" bIns="36000">
              <a:noAutofit/>
            </a:bodyPr>
            <a:lstStyle/>
            <a:p>
              <a:pPr algn="ctr">
                <a:buClr>
                  <a:srgbClr val="FF0000"/>
                </a:buClr>
                <a:defRPr/>
              </a:pPr>
              <a:endPar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矩形: 圆角 720"/>
            <p:cNvSpPr/>
            <p:nvPr/>
          </p:nvSpPr>
          <p:spPr>
            <a:xfrm>
              <a:off x="577957" y="1650774"/>
              <a:ext cx="1116000" cy="603092"/>
            </a:xfrm>
            <a:prstGeom prst="roundRect">
              <a:avLst>
                <a:gd name="adj" fmla="val 9129"/>
              </a:avLst>
            </a:prstGeom>
            <a:solidFill>
              <a:schemeClr val="bg1">
                <a:lumMod val="95000"/>
              </a:schemeClr>
            </a:solidFill>
            <a:ln>
              <a:solidFill>
                <a:srgbClr val="C00000"/>
              </a:solidFill>
            </a:ln>
            <a:effectLst>
              <a:outerShdw blurRad="50800" dist="38100" dir="5400000" algn="t" rotWithShape="0">
                <a:prstClr val="black">
                  <a:alpha val="40000"/>
                </a:prstClr>
              </a:outerShdw>
            </a:effectLst>
          </p:spPr>
          <p:txBody>
            <a:bodyPr wrap="square" lIns="36000" tIns="36000" rIns="36000" bIns="36000" anchor="ctr">
              <a:noAutofit/>
            </a:bodyPr>
            <a:lstStyle/>
            <a:p>
              <a:pPr lvl="0" algn="ctr">
                <a:buClr>
                  <a:srgbClr val="FF0000"/>
                </a:buClr>
                <a:defRPr/>
              </a:pPr>
              <a:r>
                <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知识产权指标</a:t>
              </a:r>
              <a:endPar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2" name="矩形 21"/>
          <p:cNvSpPr/>
          <p:nvPr/>
        </p:nvSpPr>
        <p:spPr>
          <a:xfrm>
            <a:off x="668284" y="4516439"/>
            <a:ext cx="7382022" cy="602857"/>
          </a:xfrm>
          <a:prstGeom prst="rect">
            <a:avLst/>
          </a:prstGeom>
        </p:spPr>
        <p:txBody>
          <a:bodyPr wrap="square">
            <a:spAutoFit/>
          </a:bodyPr>
          <a:lstStyle/>
          <a:p>
            <a:pPr marL="88900" lvl="1" indent="-88900" algn="just" eaLnBrk="0" fontAlgn="base" hangingPunct="0">
              <a:lnSpc>
                <a:spcPct val="250000"/>
              </a:lnSpc>
              <a:spcBef>
                <a:spcPct val="0"/>
              </a:spcBef>
              <a:spcAft>
                <a:spcPct val="0"/>
              </a:spcAft>
              <a:defRPr/>
            </a:pP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、提交国家发明专利申请文本</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项和期刊论文文本</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项</a:t>
            </a:r>
            <a:endPar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44365" y="915408"/>
            <a:ext cx="11594483" cy="372025"/>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项目研究周期为</a:t>
            </a:r>
            <a:r>
              <a:rPr lang="en-US" altLang="zh-CN" sz="1600" dirty="0">
                <a:solidFill>
                  <a:prstClr val="black"/>
                </a:solidFill>
                <a:latin typeface="微软雅黑" panose="020B0503020204020204" pitchFamily="34" charset="-122"/>
                <a:ea typeface="微软雅黑" panose="020B0503020204020204" pitchFamily="34" charset="-122"/>
              </a:rPr>
              <a:t>18</a:t>
            </a:r>
            <a:r>
              <a:rPr lang="zh-CN" altLang="en-US" sz="1600" dirty="0">
                <a:solidFill>
                  <a:prstClr val="black"/>
                </a:solidFill>
                <a:latin typeface="微软雅黑" panose="020B0503020204020204" pitchFamily="34" charset="-122"/>
                <a:ea typeface="微软雅黑" panose="020B0503020204020204" pitchFamily="34" charset="-122"/>
              </a:rPr>
              <a:t>个月，按照项目研究内容，总共分为</a:t>
            </a:r>
            <a:r>
              <a:rPr lang="en-US" altLang="zh-CN" sz="1600" dirty="0">
                <a:solidFill>
                  <a:prstClr val="black"/>
                </a:solidFill>
                <a:latin typeface="微软雅黑" panose="020B0503020204020204" pitchFamily="34" charset="-122"/>
                <a:ea typeface="微软雅黑" panose="020B0503020204020204" pitchFamily="34" charset="-122"/>
              </a:rPr>
              <a:t>6</a:t>
            </a:r>
            <a:r>
              <a:rPr lang="zh-CN" altLang="en-US" sz="1600" dirty="0">
                <a:solidFill>
                  <a:prstClr val="black"/>
                </a:solidFill>
                <a:latin typeface="微软雅黑" panose="020B0503020204020204" pitchFamily="34" charset="-122"/>
                <a:ea typeface="微软雅黑" panose="020B0503020204020204" pitchFamily="34" charset="-122"/>
              </a:rPr>
              <a:t>个阶段有序开展</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nvGraphicFramePr>
        <p:xfrm>
          <a:off x="344365" y="1416090"/>
          <a:ext cx="11486532" cy="4876285"/>
        </p:xfrm>
        <a:graphic>
          <a:graphicData uri="http://schemas.openxmlformats.org/drawingml/2006/table">
            <a:tbl>
              <a:tblPr firstRow="1" bandRow="1">
                <a:effectLst/>
              </a:tblPr>
              <a:tblGrid>
                <a:gridCol w="874563"/>
                <a:gridCol w="1261924"/>
                <a:gridCol w="4232352"/>
                <a:gridCol w="3873515"/>
                <a:gridCol w="1244178"/>
              </a:tblGrid>
              <a:tr h="322801">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100" b="1" kern="1200" dirty="0">
                          <a:solidFill>
                            <a:schemeClr val="tx1"/>
                          </a:solidFill>
                          <a:latin typeface="微软雅黑" panose="020B0503020204020204" pitchFamily="34" charset="-122"/>
                          <a:ea typeface="微软雅黑" panose="020B0503020204020204" pitchFamily="34" charset="-122"/>
                          <a:cs typeface="+mn-cs"/>
                        </a:rPr>
                        <a:t>研究阶段</a:t>
                      </a:r>
                      <a:endParaRPr lang="zh-CN" sz="1100" b="1" kern="1200" dirty="0">
                        <a:solidFill>
                          <a:schemeClr val="tx1"/>
                        </a:solidFill>
                        <a:latin typeface="微软雅黑" panose="020B0503020204020204" pitchFamily="34" charset="-122"/>
                        <a:ea typeface="微软雅黑" panose="020B0503020204020204" pitchFamily="34" charset="-122"/>
                        <a:cs typeface="+mn-cs"/>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100" b="1" kern="1200" dirty="0">
                          <a:solidFill>
                            <a:schemeClr val="tx1"/>
                          </a:solidFill>
                          <a:latin typeface="微软雅黑" panose="020B0503020204020204" pitchFamily="34" charset="-122"/>
                          <a:ea typeface="微软雅黑" panose="020B0503020204020204" pitchFamily="34" charset="-122"/>
                          <a:cs typeface="+mn-cs"/>
                        </a:rPr>
                        <a:t>起止时间</a:t>
                      </a:r>
                      <a:endParaRPr lang="zh-CN" sz="1100" b="1" kern="1200" dirty="0">
                        <a:solidFill>
                          <a:schemeClr val="tx1"/>
                        </a:solidFill>
                        <a:latin typeface="微软雅黑" panose="020B0503020204020204" pitchFamily="34" charset="-122"/>
                        <a:ea typeface="微软雅黑" panose="020B0503020204020204" pitchFamily="34" charset="-122"/>
                        <a:cs typeface="+mn-cs"/>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100" b="1" kern="1200" dirty="0">
                          <a:solidFill>
                            <a:schemeClr val="tx1"/>
                          </a:solidFill>
                          <a:latin typeface="微软雅黑" panose="020B0503020204020204" pitchFamily="34" charset="-122"/>
                          <a:ea typeface="微软雅黑" panose="020B0503020204020204" pitchFamily="34" charset="-122"/>
                          <a:cs typeface="+mn-cs"/>
                        </a:rPr>
                        <a:t>研究内容</a:t>
                      </a:r>
                      <a:endParaRPr lang="zh-CN" sz="1100" b="1" kern="1200" dirty="0">
                        <a:solidFill>
                          <a:schemeClr val="tx1"/>
                        </a:solidFill>
                        <a:latin typeface="微软雅黑" panose="020B0503020204020204" pitchFamily="34" charset="-122"/>
                        <a:ea typeface="微软雅黑" panose="020B0503020204020204" pitchFamily="34" charset="-122"/>
                        <a:cs typeface="+mn-cs"/>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100" b="1" kern="1200" dirty="0">
                          <a:solidFill>
                            <a:schemeClr val="tx1"/>
                          </a:solidFill>
                          <a:latin typeface="微软雅黑" panose="020B0503020204020204" pitchFamily="34" charset="-122"/>
                          <a:ea typeface="微软雅黑" panose="020B0503020204020204" pitchFamily="34" charset="-122"/>
                          <a:cs typeface="+mn-cs"/>
                        </a:rPr>
                        <a:t>阶段目标</a:t>
                      </a:r>
                      <a:endParaRPr lang="zh-CN" sz="1100" b="1" kern="1200" dirty="0">
                        <a:solidFill>
                          <a:schemeClr val="tx1"/>
                        </a:solidFill>
                        <a:latin typeface="微软雅黑" panose="020B0503020204020204" pitchFamily="34" charset="-122"/>
                        <a:ea typeface="微软雅黑" panose="020B0503020204020204" pitchFamily="34" charset="-122"/>
                        <a:cs typeface="+mn-cs"/>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altLang="en-US" sz="1100" b="1" kern="1200" dirty="0">
                          <a:solidFill>
                            <a:schemeClr val="tx1"/>
                          </a:solidFill>
                          <a:latin typeface="微软雅黑" panose="020B0503020204020204" pitchFamily="34" charset="-122"/>
                          <a:ea typeface="微软雅黑" panose="020B0503020204020204" pitchFamily="34" charset="-122"/>
                          <a:cs typeface="+mn-cs"/>
                        </a:rPr>
                        <a:t>负责人</a:t>
                      </a:r>
                      <a:endParaRPr lang="zh-CN" sz="1100" b="1" kern="1200" dirty="0">
                        <a:solidFill>
                          <a:schemeClr val="tx1"/>
                        </a:solidFill>
                        <a:latin typeface="微软雅黑" panose="020B0503020204020204" pitchFamily="34" charset="-122"/>
                        <a:ea typeface="微软雅黑" panose="020B0503020204020204" pitchFamily="34" charset="-122"/>
                        <a:cs typeface="+mn-cs"/>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r>
              <a:tr h="758914">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rPr>
                        <a:t>1</a:t>
                      </a:r>
                      <a:endParaRPr lang="zh-CN"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100" kern="100" dirty="0">
                          <a:effectLst/>
                          <a:latin typeface="Times New Roman" panose="02020603050405020304" pitchFamily="18" charset="0"/>
                          <a:ea typeface="黑体" panose="02010609060101010101" charset="-122"/>
                          <a:cs typeface="Times New Roman" panose="02020603050405020304" pitchFamily="18" charset="0"/>
                        </a:rPr>
                        <a:t>2024-06 - 2024-07</a:t>
                      </a:r>
                      <a:endParaRPr lang="zh-CN" sz="1100" kern="100" dirty="0">
                        <a:effectLst/>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完成</a:t>
                      </a:r>
                      <a:r>
                        <a:rPr lang="zh-CN" altLang="en-US" sz="1200" kern="100" dirty="0">
                          <a:effectLst/>
                          <a:latin typeface="微软雅黑" panose="020B0503020204020204" pitchFamily="34" charset="-122"/>
                          <a:ea typeface="微软雅黑" panose="020B0503020204020204" pitchFamily="34" charset="-122"/>
                        </a:rPr>
                        <a:t>项目</a:t>
                      </a:r>
                      <a:r>
                        <a:rPr lang="zh-CN" sz="1200" kern="100" dirty="0">
                          <a:effectLst/>
                          <a:latin typeface="微软雅黑" panose="020B0503020204020204" pitchFamily="34" charset="-122"/>
                          <a:ea typeface="微软雅黑" panose="020B0503020204020204" pitchFamily="34" charset="-122"/>
                        </a:rPr>
                        <a:t>开题立项，文献调研</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完成项目开题</a:t>
                      </a:r>
                      <a:endParaRPr lang="zh-CN" sz="1200" kern="100">
                        <a:effectLst/>
                        <a:latin typeface="微软雅黑" panose="020B0503020204020204" pitchFamily="34" charset="-122"/>
                        <a:ea typeface="微软雅黑" panose="020B0503020204020204" pitchFamily="34" charset="-122"/>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周福建</a:t>
                      </a:r>
                      <a:r>
                        <a:rPr lang="zh-CN" sz="1200" kern="100" dirty="0">
                          <a:effectLst/>
                          <a:latin typeface="微软雅黑" panose="020B0503020204020204" pitchFamily="34" charset="-122"/>
                          <a:ea typeface="微软雅黑" panose="020B0503020204020204" pitchFamily="34" charset="-122"/>
                        </a:rPr>
                        <a:t>、</a:t>
                      </a:r>
                      <a:r>
                        <a:rPr lang="zh-CN" altLang="en-US" sz="1200" kern="100" dirty="0">
                          <a:effectLst/>
                          <a:latin typeface="微软雅黑" panose="020B0503020204020204" pitchFamily="34" charset="-122"/>
                          <a:ea typeface="微软雅黑" panose="020B0503020204020204" pitchFamily="34" charset="-122"/>
                        </a:rPr>
                        <a:t>胡晓东</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58914">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050" b="0" kern="1200" noProof="0" dirty="0">
                          <a:solidFill>
                            <a:schemeClr val="tx1"/>
                          </a:solidFill>
                          <a:latin typeface="Times New Roman" panose="02020603050405020304" pitchFamily="18" charset="0"/>
                          <a:ea typeface="黑体" panose="02010609060101010101" charset="-122"/>
                          <a:cs typeface="Times New Roman" panose="02020603050405020304" pitchFamily="18" charset="0"/>
                        </a:rPr>
                        <a:t>2</a:t>
                      </a:r>
                      <a:endParaRPr lang="zh-CN" altLang="en-US" sz="1050" b="0" kern="1200" noProof="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100" kern="100" dirty="0">
                          <a:effectLst/>
                          <a:latin typeface="Times New Roman" panose="02020603050405020304" pitchFamily="18" charset="0"/>
                          <a:ea typeface="黑体" panose="02010609060101010101" charset="-122"/>
                          <a:cs typeface="Times New Roman" panose="02020603050405020304" pitchFamily="18" charset="0"/>
                        </a:rPr>
                        <a:t>2024-07 - 2024-09</a:t>
                      </a:r>
                      <a:endParaRPr lang="zh-CN" sz="1100" kern="100" dirty="0">
                        <a:effectLst/>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收集整理压裂施工数据、汇总分析</a:t>
                      </a:r>
                      <a:endParaRPr lang="zh-CN" altLang="en-US" sz="1200" kern="100" dirty="0">
                        <a:effectLst/>
                        <a:latin typeface="微软雅黑" panose="020B0503020204020204" pitchFamily="34" charset="-122"/>
                        <a:ea typeface="微软雅黑" panose="020B0503020204020204" pitchFamily="34" charset="-122"/>
                      </a:endParaRPr>
                    </a:p>
                    <a:p>
                      <a:pPr algn="ctr">
                        <a:spcAft>
                          <a:spcPts val="0"/>
                        </a:spcAft>
                      </a:pP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分析数据，获得数据统计认识</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周福建</a:t>
                      </a:r>
                      <a:r>
                        <a:rPr kumimoji="0" lang="zh-CN" altLang="zh-CN"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58914">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rPr>
                        <a:t>3</a:t>
                      </a:r>
                      <a:endParaRPr 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100" kern="100" dirty="0">
                          <a:effectLst/>
                          <a:latin typeface="Times New Roman" panose="02020603050405020304" pitchFamily="18" charset="0"/>
                          <a:ea typeface="黑体" panose="02010609060101010101" charset="-122"/>
                          <a:cs typeface="Times New Roman" panose="02020603050405020304" pitchFamily="18" charset="0"/>
                        </a:rPr>
                        <a:t>2024-09 - 2024-12</a:t>
                      </a:r>
                      <a:endParaRPr lang="zh-CN" sz="1100" kern="100" dirty="0">
                        <a:effectLst/>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开展水力压裂压力曲线小波分解分析</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建立水力压裂小波分解模型，明确水力压裂施工压力响应特征规律</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周福建</a:t>
                      </a:r>
                      <a:r>
                        <a:rPr kumimoji="0" lang="zh-CN" altLang="zh-CN"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58914">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rPr>
                        <a:t>4</a:t>
                      </a:r>
                      <a:endParaRPr 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100" kern="100" dirty="0">
                          <a:effectLst/>
                          <a:latin typeface="Times New Roman" panose="02020603050405020304" pitchFamily="18" charset="0"/>
                          <a:ea typeface="黑体" panose="02010609060101010101" charset="-122"/>
                          <a:cs typeface="Times New Roman" panose="02020603050405020304" pitchFamily="18" charset="0"/>
                        </a:rPr>
                        <a:t>2024-12 - 2025-04</a:t>
                      </a:r>
                      <a:endParaRPr lang="zh-CN" sz="1100" kern="100" dirty="0">
                        <a:effectLst/>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开展</a:t>
                      </a:r>
                      <a:r>
                        <a:rPr lang="zh-CN" altLang="en-US" sz="1200" kern="100" dirty="0">
                          <a:effectLst/>
                          <a:latin typeface="微软雅黑" panose="020B0503020204020204" pitchFamily="34" charset="-122"/>
                          <a:ea typeface="微软雅黑" panose="020B0503020204020204" pitchFamily="34" charset="-122"/>
                        </a:rPr>
                        <a:t>基于压降曲线分析的停泵期裂缝尺寸反演研究</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建立</a:t>
                      </a:r>
                      <a:r>
                        <a:rPr lang="en-US" altLang="zh-CN" sz="1200" kern="100" dirty="0">
                          <a:effectLst/>
                          <a:latin typeface="微软雅黑" panose="020B0503020204020204" pitchFamily="34" charset="-122"/>
                          <a:ea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rPr>
                        <a:t>函数压降模型，计算压后裂缝尺寸参数</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周福建</a:t>
                      </a:r>
                      <a:r>
                        <a:rPr kumimoji="0" lang="zh-CN" altLang="zh-CN"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58914">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Aft>
                          <a:spcPts val="0"/>
                        </a:spcAft>
                      </a:pPr>
                      <a:r>
                        <a:rPr lang="en-US"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rPr>
                        <a:t>7</a:t>
                      </a:r>
                      <a:endParaRPr lang="zh-CN" altLang="en-US"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altLang="zh-CN" sz="1100" kern="100" dirty="0">
                          <a:effectLst/>
                          <a:latin typeface="Times New Roman" panose="02020603050405020304" pitchFamily="18" charset="0"/>
                          <a:ea typeface="黑体" panose="02010609060101010101" charset="-122"/>
                          <a:cs typeface="Times New Roman" panose="02020603050405020304" pitchFamily="18" charset="0"/>
                        </a:rPr>
                        <a:t>2025-04</a:t>
                      </a:r>
                      <a:r>
                        <a:rPr lang="en-US" sz="1100" kern="100" dirty="0">
                          <a:effectLst/>
                          <a:latin typeface="Times New Roman" panose="02020603050405020304" pitchFamily="18" charset="0"/>
                          <a:ea typeface="黑体" panose="02010609060101010101" charset="-122"/>
                          <a:cs typeface="Times New Roman" panose="02020603050405020304" pitchFamily="18" charset="0"/>
                        </a:rPr>
                        <a:t> - </a:t>
                      </a:r>
                      <a:r>
                        <a:rPr lang="en-US" altLang="zh-CN" sz="1100" kern="100" dirty="0">
                          <a:effectLst/>
                          <a:latin typeface="Times New Roman" panose="02020603050405020304" pitchFamily="18" charset="0"/>
                          <a:ea typeface="黑体" panose="02010609060101010101" charset="-122"/>
                          <a:cs typeface="Times New Roman" panose="02020603050405020304" pitchFamily="18" charset="0"/>
                        </a:rPr>
                        <a:t>2025-10</a:t>
                      </a:r>
                      <a:endParaRPr lang="zh-CN" sz="1100" kern="100" dirty="0">
                        <a:effectLst/>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开展基于地质工程一体化的多源异构大数据库智能构建研究</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构建数据库，明确页岩气井压裂施工主控因素</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周福建</a:t>
                      </a:r>
                      <a:r>
                        <a:rPr kumimoji="0" lang="zh-CN" altLang="zh-CN"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58914">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marR="0" lvl="0" indent="0" algn="ctr" defTabSz="914400" rtl="0" eaLnBrk="1" fontAlgn="auto" latinLnBrk="0" hangingPunct="1">
                        <a:lnSpc>
                          <a:spcPct val="125000"/>
                        </a:lnSpc>
                        <a:spcBef>
                          <a:spcPts val="0"/>
                        </a:spcBef>
                        <a:spcAft>
                          <a:spcPts val="0"/>
                        </a:spcAft>
                        <a:buClrTx/>
                        <a:buSzTx/>
                        <a:buFontTx/>
                        <a:buNone/>
                        <a:defRPr/>
                      </a:pPr>
                      <a:r>
                        <a:rPr lang="en-US" altLang="zh-CN" sz="1050" b="0" kern="1200" noProof="0" dirty="0">
                          <a:solidFill>
                            <a:schemeClr val="tx1"/>
                          </a:solidFill>
                          <a:latin typeface="Times New Roman" panose="02020603050405020304" pitchFamily="18" charset="0"/>
                          <a:ea typeface="黑体" panose="02010609060101010101" charset="-122"/>
                          <a:cs typeface="Times New Roman" panose="02020603050405020304" pitchFamily="18" charset="0"/>
                        </a:rPr>
                        <a:t>8</a:t>
                      </a:r>
                      <a:endParaRPr lang="zh-CN" altLang="en-US" sz="1050" b="0" kern="1200" noProof="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100" kern="100" dirty="0">
                          <a:effectLst/>
                          <a:latin typeface="Times New Roman" panose="02020603050405020304" pitchFamily="18" charset="0"/>
                          <a:ea typeface="黑体" panose="02010609060101010101" charset="-122"/>
                          <a:cs typeface="Times New Roman" panose="02020603050405020304" pitchFamily="18" charset="0"/>
                        </a:rPr>
                        <a:t>2025-10 - 2025-12</a:t>
                      </a:r>
                      <a:endParaRPr lang="zh-CN" sz="1100" kern="100" dirty="0">
                        <a:effectLst/>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编写项目结题报告，准备验收</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建立一套基于大数据分析的压裂效果综合评估方法</a:t>
                      </a:r>
                      <a:r>
                        <a:rPr lang="zh-CN" sz="1200" kern="100" dirty="0">
                          <a:effectLst/>
                          <a:latin typeface="微软雅黑" panose="020B0503020204020204" pitchFamily="34" charset="-122"/>
                          <a:ea typeface="微软雅黑" panose="020B0503020204020204" pitchFamily="34" charset="-122"/>
                        </a:rPr>
                        <a:t>、完成项目验收及归档</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周福建</a:t>
                      </a:r>
                      <a:r>
                        <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bl>
          </a:graphicData>
        </a:graphic>
      </p:graphicFrame>
      <p:sp>
        <p:nvSpPr>
          <p:cNvPr id="11"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四、项目进度计划</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latin typeface="方正大黑简体" panose="03000509000000000000" pitchFamily="65" charset="-122"/>
                <a:ea typeface="方正大黑简体" panose="03000509000000000000" pitchFamily="65" charset="-122"/>
              </a:rPr>
              <a:t>一、项目概要</a:t>
            </a:r>
            <a:endParaRPr lang="zh-CN" altLang="en-US" sz="3200" dirty="0">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FF0000"/>
                </a:solidFill>
                <a:latin typeface="方正大黑简体" panose="03000509000000000000" pitchFamily="65" charset="-122"/>
                <a:ea typeface="方正大黑简体" panose="03000509000000000000" pitchFamily="65" charset="-122"/>
              </a:rPr>
              <a:t>二、阶段任务完成情况</a:t>
            </a:r>
            <a:endParaRPr lang="zh-CN" altLang="en-US" sz="3200" dirty="0">
              <a:solidFill>
                <a:srgbClr val="FF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rPr>
              <a:t>三、取得的阶段成果及应用情况</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rPr>
              <a:t>四、经费管理及使用情况</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rPr>
              <a:t>五、项目组织管理</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rPr>
              <a:t>六、存在问题、解决措施及建议</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rPr>
              <a:t>七、下步工作安排 </a:t>
            </a:r>
            <a:endParaRPr lang="zh-CN" altLang="en-US" sz="3200" dirty="0">
              <a:solidFill>
                <a:srgbClr val="000000"/>
              </a:solidFill>
              <a:latin typeface="方正大黑简体" panose="03000509000000000000" pitchFamily="65" charset="-122"/>
              <a:ea typeface="方正大黑简体" panose="03000509000000000000" pitchFamily="65" charset="-122"/>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34963" y="910684"/>
            <a:ext cx="11857037" cy="372025"/>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研究内容均对照合同要求，按照预定计划有序开展</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44" name="表格 43"/>
          <p:cNvGraphicFramePr>
            <a:graphicFrameLocks noGrp="1"/>
          </p:cNvGraphicFramePr>
          <p:nvPr/>
        </p:nvGraphicFramePr>
        <p:xfrm>
          <a:off x="334964" y="1395746"/>
          <a:ext cx="11485562" cy="4664396"/>
        </p:xfrm>
        <a:graphic>
          <a:graphicData uri="http://schemas.openxmlformats.org/drawingml/2006/table">
            <a:tbl>
              <a:tblPr firstRow="1" bandRow="1">
                <a:effectLst/>
              </a:tblPr>
              <a:tblGrid>
                <a:gridCol w="874489"/>
                <a:gridCol w="1261817"/>
                <a:gridCol w="4231995"/>
                <a:gridCol w="3873188"/>
                <a:gridCol w="1244073"/>
              </a:tblGrid>
              <a:tr h="308774">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100" b="1" kern="1200" dirty="0">
                          <a:solidFill>
                            <a:schemeClr val="tx1"/>
                          </a:solidFill>
                          <a:latin typeface="微软雅黑" panose="020B0503020204020204" pitchFamily="34" charset="-122"/>
                          <a:ea typeface="微软雅黑" panose="020B0503020204020204" pitchFamily="34" charset="-122"/>
                          <a:cs typeface="+mn-cs"/>
                        </a:rPr>
                        <a:t>研究阶段</a:t>
                      </a:r>
                      <a:endParaRPr lang="zh-CN" sz="1100" b="1" kern="1200" dirty="0">
                        <a:solidFill>
                          <a:schemeClr val="tx1"/>
                        </a:solidFill>
                        <a:latin typeface="微软雅黑" panose="020B0503020204020204" pitchFamily="34" charset="-122"/>
                        <a:ea typeface="微软雅黑" panose="020B0503020204020204" pitchFamily="34" charset="-122"/>
                        <a:cs typeface="+mn-cs"/>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100" b="1" kern="1200" dirty="0">
                          <a:solidFill>
                            <a:schemeClr val="tx1"/>
                          </a:solidFill>
                          <a:latin typeface="微软雅黑" panose="020B0503020204020204" pitchFamily="34" charset="-122"/>
                          <a:ea typeface="微软雅黑" panose="020B0503020204020204" pitchFamily="34" charset="-122"/>
                          <a:cs typeface="+mn-cs"/>
                        </a:rPr>
                        <a:t>起止时间</a:t>
                      </a:r>
                      <a:endParaRPr lang="zh-CN" sz="1100" b="1" kern="1200" dirty="0">
                        <a:solidFill>
                          <a:schemeClr val="tx1"/>
                        </a:solidFill>
                        <a:latin typeface="微软雅黑" panose="020B0503020204020204" pitchFamily="34" charset="-122"/>
                        <a:ea typeface="微软雅黑" panose="020B0503020204020204" pitchFamily="34" charset="-122"/>
                        <a:cs typeface="+mn-cs"/>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100" b="1" kern="1200" dirty="0">
                          <a:solidFill>
                            <a:schemeClr val="tx1"/>
                          </a:solidFill>
                          <a:latin typeface="微软雅黑" panose="020B0503020204020204" pitchFamily="34" charset="-122"/>
                          <a:ea typeface="微软雅黑" panose="020B0503020204020204" pitchFamily="34" charset="-122"/>
                          <a:cs typeface="+mn-cs"/>
                        </a:rPr>
                        <a:t>研究内容</a:t>
                      </a:r>
                      <a:endParaRPr lang="zh-CN" sz="1100" b="1" kern="1200" dirty="0">
                        <a:solidFill>
                          <a:schemeClr val="tx1"/>
                        </a:solidFill>
                        <a:latin typeface="微软雅黑" panose="020B0503020204020204" pitchFamily="34" charset="-122"/>
                        <a:ea typeface="微软雅黑" panose="020B0503020204020204" pitchFamily="34" charset="-122"/>
                        <a:cs typeface="+mn-cs"/>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100" b="1" kern="1200" dirty="0">
                          <a:solidFill>
                            <a:schemeClr val="tx1"/>
                          </a:solidFill>
                          <a:latin typeface="微软雅黑" panose="020B0503020204020204" pitchFamily="34" charset="-122"/>
                          <a:ea typeface="微软雅黑" panose="020B0503020204020204" pitchFamily="34" charset="-122"/>
                          <a:cs typeface="+mn-cs"/>
                        </a:rPr>
                        <a:t>阶段目标</a:t>
                      </a:r>
                      <a:endParaRPr lang="zh-CN" sz="1100" b="1" kern="1200" dirty="0">
                        <a:solidFill>
                          <a:schemeClr val="tx1"/>
                        </a:solidFill>
                        <a:latin typeface="微软雅黑" panose="020B0503020204020204" pitchFamily="34" charset="-122"/>
                        <a:ea typeface="微软雅黑" panose="020B0503020204020204" pitchFamily="34" charset="-122"/>
                        <a:cs typeface="+mn-cs"/>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altLang="en-US" sz="1100" b="1" kern="1200" dirty="0">
                          <a:solidFill>
                            <a:schemeClr val="tx1"/>
                          </a:solidFill>
                          <a:latin typeface="微软雅黑" panose="020B0503020204020204" pitchFamily="34" charset="-122"/>
                          <a:ea typeface="微软雅黑" panose="020B0503020204020204" pitchFamily="34" charset="-122"/>
                          <a:cs typeface="+mn-cs"/>
                        </a:rPr>
                        <a:t>完成情况</a:t>
                      </a:r>
                      <a:endParaRPr lang="zh-CN" sz="1100" b="1" kern="1200" dirty="0">
                        <a:solidFill>
                          <a:schemeClr val="tx1"/>
                        </a:solidFill>
                        <a:latin typeface="微软雅黑" panose="020B0503020204020204" pitchFamily="34" charset="-122"/>
                        <a:ea typeface="微软雅黑" panose="020B0503020204020204" pitchFamily="34" charset="-122"/>
                        <a:cs typeface="+mn-cs"/>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r>
              <a:tr h="725937">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rPr>
                        <a:t>1</a:t>
                      </a:r>
                      <a:endParaRPr lang="zh-CN"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100" kern="100" dirty="0">
                          <a:effectLst/>
                          <a:latin typeface="Times New Roman" panose="02020603050405020304" pitchFamily="18" charset="0"/>
                          <a:ea typeface="黑体" panose="02010609060101010101" charset="-122"/>
                          <a:cs typeface="Times New Roman" panose="02020603050405020304" pitchFamily="18" charset="0"/>
                        </a:rPr>
                        <a:t>2024-06 - 2024-07</a:t>
                      </a:r>
                      <a:endParaRPr lang="zh-CN" sz="1100" kern="100" dirty="0">
                        <a:effectLst/>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完成项目开题立项，文献调研</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a:solidFill>
                            <a:schemeClr val="tx1"/>
                          </a:solidFill>
                          <a:effectLst/>
                          <a:latin typeface="微软雅黑" panose="020B0503020204020204" pitchFamily="34" charset="-122"/>
                          <a:ea typeface="微软雅黑" panose="020B0503020204020204" pitchFamily="34" charset="-122"/>
                          <a:cs typeface="+mn-cs"/>
                        </a:rPr>
                        <a:t>完成项目开题</a:t>
                      </a:r>
                      <a:endParaRPr lang="zh-CN" altLang="en-US" sz="1200" kern="10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已完成</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25937">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050" b="0" kern="1200" noProof="0" dirty="0">
                          <a:solidFill>
                            <a:schemeClr val="tx1"/>
                          </a:solidFill>
                          <a:latin typeface="Times New Roman" panose="02020603050405020304" pitchFamily="18" charset="0"/>
                          <a:ea typeface="黑体" panose="02010609060101010101" charset="-122"/>
                          <a:cs typeface="Times New Roman" panose="02020603050405020304" pitchFamily="18" charset="0"/>
                        </a:rPr>
                        <a:t>2</a:t>
                      </a:r>
                      <a:endParaRPr lang="zh-CN" altLang="en-US" sz="1050" b="0" kern="1200" noProof="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100" kern="100" dirty="0">
                          <a:effectLst/>
                          <a:latin typeface="Times New Roman" panose="02020603050405020304" pitchFamily="18" charset="0"/>
                          <a:ea typeface="黑体" panose="02010609060101010101" charset="-122"/>
                          <a:cs typeface="Times New Roman" panose="02020603050405020304" pitchFamily="18" charset="0"/>
                        </a:rPr>
                        <a:t>2024-07 - 2024-09</a:t>
                      </a:r>
                      <a:endParaRPr lang="zh-CN" sz="1100" kern="100" dirty="0">
                        <a:effectLst/>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收集整理压裂施工数据、汇总分析</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p>
                      <a:pPr marL="0" algn="ctr" defTabSz="914400" rtl="0" eaLnBrk="1" latinLnBrk="0" hangingPunct="1">
                        <a:spcAft>
                          <a:spcPts val="0"/>
                        </a:spcAft>
                      </a:pP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分析数据，获得数据统计认识</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a:solidFill>
                            <a:schemeClr val="tx1"/>
                          </a:solidFill>
                          <a:effectLst/>
                          <a:latin typeface="微软雅黑" panose="020B0503020204020204" pitchFamily="34" charset="-122"/>
                          <a:ea typeface="微软雅黑" panose="020B0503020204020204" pitchFamily="34" charset="-122"/>
                          <a:cs typeface="+mn-cs"/>
                        </a:rPr>
                        <a:t>已完成</a:t>
                      </a:r>
                      <a:endParaRPr lang="zh-CN" altLang="zh-CN" sz="1200" kern="100" noProof="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25937">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rPr>
                        <a:t>3</a:t>
                      </a:r>
                      <a:endParaRPr 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100" kern="100" dirty="0">
                          <a:effectLst/>
                          <a:latin typeface="Times New Roman" panose="02020603050405020304" pitchFamily="18" charset="0"/>
                          <a:ea typeface="黑体" panose="02010609060101010101" charset="-122"/>
                          <a:cs typeface="Times New Roman" panose="02020603050405020304" pitchFamily="18" charset="0"/>
                        </a:rPr>
                        <a:t>2024-09 - 2024-12</a:t>
                      </a:r>
                      <a:endParaRPr lang="zh-CN" sz="1100" kern="100" dirty="0">
                        <a:effectLst/>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开展水力压裂压力曲线小波分解分析</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建立水力压裂小波分解模型，明确水力压裂施工压力响应特征规律</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solidFill>
                            <a:schemeClr val="tx1"/>
                          </a:solidFill>
                          <a:effectLst/>
                          <a:latin typeface="微软雅黑" panose="020B0503020204020204" pitchFamily="34" charset="-122"/>
                          <a:ea typeface="微软雅黑" panose="020B0503020204020204" pitchFamily="34" charset="-122"/>
                          <a:cs typeface="+mn-cs"/>
                        </a:rPr>
                        <a:t>已完成</a:t>
                      </a:r>
                      <a:endParaRPr lang="zh-CN" altLang="zh-CN" sz="1200" kern="100" noProof="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25937">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rPr>
                        <a:t>4</a:t>
                      </a:r>
                      <a:endParaRPr 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100" kern="100" dirty="0">
                          <a:effectLst/>
                          <a:latin typeface="Times New Roman" panose="02020603050405020304" pitchFamily="18" charset="0"/>
                          <a:ea typeface="黑体" panose="02010609060101010101" charset="-122"/>
                          <a:cs typeface="Times New Roman" panose="02020603050405020304" pitchFamily="18" charset="0"/>
                        </a:rPr>
                        <a:t>2024-12 - 2025-04</a:t>
                      </a:r>
                      <a:endParaRPr lang="zh-CN" sz="1100" kern="100" dirty="0">
                        <a:effectLst/>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开展基于压降曲线分析的停泵期裂缝尺寸反演研究</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建立</a:t>
                      </a:r>
                      <a:r>
                        <a:rPr lang="en-US" altLang="zh-CN" sz="1200" kern="100" dirty="0">
                          <a:solidFill>
                            <a:schemeClr val="tx1"/>
                          </a:solidFill>
                          <a:effectLst/>
                          <a:latin typeface="微软雅黑" panose="020B0503020204020204" pitchFamily="34" charset="-122"/>
                          <a:ea typeface="微软雅黑" panose="020B0503020204020204" pitchFamily="34" charset="-122"/>
                          <a:cs typeface="+mn-cs"/>
                        </a:rPr>
                        <a:t>G</a:t>
                      </a: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函数压降模型，计算压后裂缝尺寸参数</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solidFill>
                            <a:srgbClr val="FF0000"/>
                          </a:solidFill>
                          <a:effectLst/>
                          <a:latin typeface="微软雅黑" panose="020B0503020204020204" pitchFamily="34" charset="-122"/>
                          <a:ea typeface="微软雅黑" panose="020B0503020204020204" pitchFamily="34" charset="-122"/>
                          <a:cs typeface="+mn-cs"/>
                        </a:rPr>
                        <a:t>正在开展</a:t>
                      </a:r>
                      <a:endParaRPr lang="zh-CN" altLang="zh-CN" sz="1200" kern="100" noProof="0" dirty="0">
                        <a:solidFill>
                          <a:srgbClr val="FF0000"/>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25937">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Aft>
                          <a:spcPts val="0"/>
                        </a:spcAft>
                      </a:pPr>
                      <a:r>
                        <a:rPr lang="en-US" altLang="zh-CN"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rPr>
                        <a:t>7</a:t>
                      </a:r>
                      <a:endParaRPr lang="zh-CN" altLang="en-US" sz="1050" b="0" kern="12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altLang="zh-CN" sz="1100" kern="100" dirty="0">
                          <a:effectLst/>
                          <a:latin typeface="Times New Roman" panose="02020603050405020304" pitchFamily="18" charset="0"/>
                          <a:ea typeface="黑体" panose="02010609060101010101" charset="-122"/>
                          <a:cs typeface="Times New Roman" panose="02020603050405020304" pitchFamily="18" charset="0"/>
                        </a:rPr>
                        <a:t>2025-04</a:t>
                      </a:r>
                      <a:r>
                        <a:rPr lang="en-US" sz="1100" kern="100" dirty="0">
                          <a:effectLst/>
                          <a:latin typeface="Times New Roman" panose="02020603050405020304" pitchFamily="18" charset="0"/>
                          <a:ea typeface="黑体" panose="02010609060101010101" charset="-122"/>
                          <a:cs typeface="Times New Roman" panose="02020603050405020304" pitchFamily="18" charset="0"/>
                        </a:rPr>
                        <a:t> - </a:t>
                      </a:r>
                      <a:r>
                        <a:rPr lang="en-US" altLang="zh-CN" sz="1100" kern="100" dirty="0">
                          <a:effectLst/>
                          <a:latin typeface="Times New Roman" panose="02020603050405020304" pitchFamily="18" charset="0"/>
                          <a:ea typeface="黑体" panose="02010609060101010101" charset="-122"/>
                          <a:cs typeface="Times New Roman" panose="02020603050405020304" pitchFamily="18" charset="0"/>
                        </a:rPr>
                        <a:t>2025-10</a:t>
                      </a:r>
                      <a:endParaRPr lang="zh-CN" sz="1100" kern="100" dirty="0">
                        <a:effectLst/>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开展基于地质工程一体化的多源异构大数据库智能构建研究</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构建数据库，明确页岩气井压裂施工主控因素</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solidFill>
                            <a:srgbClr val="FF0000"/>
                          </a:solidFill>
                          <a:effectLst/>
                          <a:latin typeface="微软雅黑" panose="020B0503020204020204" pitchFamily="34" charset="-122"/>
                          <a:ea typeface="微软雅黑" panose="020B0503020204020204" pitchFamily="34" charset="-122"/>
                          <a:cs typeface="+mn-cs"/>
                        </a:rPr>
                        <a:t>正在开展</a:t>
                      </a:r>
                      <a:endParaRPr lang="zh-CN" altLang="zh-CN" sz="1200" kern="100" noProof="0" dirty="0">
                        <a:solidFill>
                          <a:srgbClr val="FF0000"/>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725937">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marR="0" lvl="0" indent="0" algn="ctr" defTabSz="914400" rtl="0" eaLnBrk="1" fontAlgn="auto" latinLnBrk="0" hangingPunct="1">
                        <a:lnSpc>
                          <a:spcPct val="125000"/>
                        </a:lnSpc>
                        <a:spcBef>
                          <a:spcPts val="0"/>
                        </a:spcBef>
                        <a:spcAft>
                          <a:spcPts val="0"/>
                        </a:spcAft>
                        <a:buClrTx/>
                        <a:buSzTx/>
                        <a:buFontTx/>
                        <a:buNone/>
                        <a:defRPr/>
                      </a:pPr>
                      <a:r>
                        <a:rPr lang="en-US" altLang="zh-CN" sz="1050" b="0" kern="1200" noProof="0" dirty="0">
                          <a:solidFill>
                            <a:schemeClr val="tx1"/>
                          </a:solidFill>
                          <a:latin typeface="Times New Roman" panose="02020603050405020304" pitchFamily="18" charset="0"/>
                          <a:ea typeface="黑体" panose="02010609060101010101" charset="-122"/>
                          <a:cs typeface="Times New Roman" panose="02020603050405020304" pitchFamily="18" charset="0"/>
                        </a:rPr>
                        <a:t>8</a:t>
                      </a:r>
                      <a:endParaRPr lang="zh-CN" altLang="en-US" sz="1050" b="0" kern="1200" noProof="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49740" marR="4974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100" kern="100" dirty="0">
                          <a:effectLst/>
                          <a:latin typeface="Times New Roman" panose="02020603050405020304" pitchFamily="18" charset="0"/>
                          <a:ea typeface="黑体" panose="02010609060101010101" charset="-122"/>
                          <a:cs typeface="Times New Roman" panose="02020603050405020304" pitchFamily="18" charset="0"/>
                        </a:rPr>
                        <a:t>2025-10 - 2025-12</a:t>
                      </a:r>
                      <a:endParaRPr lang="zh-CN" sz="1100" kern="100" dirty="0">
                        <a:effectLst/>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编写项目结题报告，准备验收</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latinLnBrk="0" hangingPunct="1">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mn-cs"/>
                        </a:rPr>
                        <a:t>建立一套基于大数据分析的压裂效果综合评估方法、完成项目验收及归档</a:t>
                      </a:r>
                      <a:endParaRPr lang="zh-CN" altLang="en-US" sz="12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solidFill>
                            <a:srgbClr val="FF0000"/>
                          </a:solidFill>
                          <a:effectLst/>
                          <a:latin typeface="微软雅黑" panose="020B0503020204020204" pitchFamily="34" charset="-122"/>
                          <a:ea typeface="微软雅黑" panose="020B0503020204020204" pitchFamily="34" charset="-122"/>
                          <a:cs typeface="+mn-cs"/>
                        </a:rPr>
                        <a:t>正在开展</a:t>
                      </a:r>
                      <a:endParaRPr lang="zh-CN" altLang="zh-CN" sz="1200" kern="100" noProof="0" dirty="0">
                        <a:solidFill>
                          <a:srgbClr val="FF0000"/>
                        </a:solidFill>
                        <a:effectLst/>
                        <a:latin typeface="微软雅黑" panose="020B0503020204020204" pitchFamily="34" charset="-122"/>
                        <a:ea typeface="微软雅黑" panose="020B0503020204020204" pitchFamily="34" charset="-122"/>
                        <a:cs typeface="+mn-cs"/>
                      </a:endParaRPr>
                    </a:p>
                  </a:txBody>
                  <a:tcPr marL="68580" marR="68580" marT="0" marB="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bl>
          </a:graphicData>
        </a:graphic>
      </p:graphicFrame>
      <p:sp>
        <p:nvSpPr>
          <p:cNvPr id="6" name="Rectangle 11"/>
          <p:cNvSpPr>
            <a:spLocks noChangeArrowheads="1"/>
          </p:cNvSpPr>
          <p:nvPr/>
        </p:nvSpPr>
        <p:spPr bwMode="auto">
          <a:xfrm>
            <a:off x="1" y="-42299"/>
            <a:ext cx="12191999" cy="830981"/>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一、计划完成情况</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34963" y="915946"/>
            <a:ext cx="11485562" cy="372025"/>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项目研究技术路线从压力响应特征分析、裂缝尺寸反演、大数据库构建、压裂效果综合评估四方面进行</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654424" y="1550891"/>
            <a:ext cx="10703858" cy="4616824"/>
            <a:chOff x="926620" y="2252717"/>
            <a:chExt cx="10270815" cy="4535548"/>
          </a:xfrm>
        </p:grpSpPr>
        <p:sp>
          <p:nvSpPr>
            <p:cNvPr id="10" name="文本框 1"/>
            <p:cNvSpPr txBox="1">
              <a:spLocks noChangeArrowheads="1"/>
            </p:cNvSpPr>
            <p:nvPr/>
          </p:nvSpPr>
          <p:spPr bwMode="auto">
            <a:xfrm>
              <a:off x="926620" y="2252717"/>
              <a:ext cx="24330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压力响应特征分析</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sp>
          <p:nvSpPr>
            <p:cNvPr id="11" name="文本框 1"/>
            <p:cNvSpPr txBox="1">
              <a:spLocks noChangeArrowheads="1"/>
            </p:cNvSpPr>
            <p:nvPr/>
          </p:nvSpPr>
          <p:spPr bwMode="auto">
            <a:xfrm>
              <a:off x="3882912" y="2300703"/>
              <a:ext cx="1728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裂缝尺寸反演</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sp>
          <p:nvSpPr>
            <p:cNvPr id="12" name="文本框 1"/>
            <p:cNvSpPr txBox="1">
              <a:spLocks noChangeArrowheads="1"/>
            </p:cNvSpPr>
            <p:nvPr/>
          </p:nvSpPr>
          <p:spPr bwMode="auto">
            <a:xfrm>
              <a:off x="6605918" y="2252717"/>
              <a:ext cx="1728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大数据库构建</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sp>
          <p:nvSpPr>
            <p:cNvPr id="13" name="文本框 1"/>
            <p:cNvSpPr txBox="1">
              <a:spLocks noChangeArrowheads="1"/>
            </p:cNvSpPr>
            <p:nvPr/>
          </p:nvSpPr>
          <p:spPr bwMode="auto">
            <a:xfrm>
              <a:off x="8832304" y="2279740"/>
              <a:ext cx="23651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压裂效果综合评估</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grpSp>
          <p:nvGrpSpPr>
            <p:cNvPr id="14" name="组合 13"/>
            <p:cNvGrpSpPr/>
            <p:nvPr/>
          </p:nvGrpSpPr>
          <p:grpSpPr>
            <a:xfrm>
              <a:off x="1199456" y="2663261"/>
              <a:ext cx="9793087" cy="4125004"/>
              <a:chOff x="1536700" y="2782020"/>
              <a:chExt cx="9111312" cy="4254455"/>
            </a:xfrm>
          </p:grpSpPr>
          <p:sp>
            <p:nvSpPr>
              <p:cNvPr id="15" name="矩形 14"/>
              <p:cNvSpPr/>
              <p:nvPr/>
            </p:nvSpPr>
            <p:spPr>
              <a:xfrm>
                <a:off x="1543988" y="2782020"/>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建立水力压裂压力响应诊断模型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6" name="矩形 15"/>
              <p:cNvSpPr/>
              <p:nvPr/>
            </p:nvSpPr>
            <p:spPr>
              <a:xfrm>
                <a:off x="1536700" y="3955577"/>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优选压力信号的最优小波基和最优分解层次</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7" name="矩形 16"/>
              <p:cNvSpPr/>
              <p:nvPr/>
            </p:nvSpPr>
            <p:spPr>
              <a:xfrm>
                <a:off x="1536700" y="5114487"/>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明确水力压裂过程中的施工压力响应特征规律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8" name="矩形 17"/>
              <p:cNvSpPr/>
              <p:nvPr/>
            </p:nvSpPr>
            <p:spPr>
              <a:xfrm>
                <a:off x="3054100" y="6604475"/>
                <a:ext cx="6083800" cy="432000"/>
              </a:xfrm>
              <a:prstGeom prst="rect">
                <a:avLst/>
              </a:prstGeom>
              <a:solidFill>
                <a:srgbClr val="7EFFFF"/>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形成一套基于页岩气井压裂施工资料的综合评估方法</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9" name="矩形 18"/>
              <p:cNvSpPr/>
              <p:nvPr/>
            </p:nvSpPr>
            <p:spPr>
              <a:xfrm>
                <a:off x="3968046" y="2813056"/>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建立停泵期</a:t>
                </a:r>
                <a:r>
                  <a:rPr lang="en-US" altLang="zh-CN" b="1" dirty="0">
                    <a:latin typeface="Times New Roman" panose="02020603050405020304" pitchFamily="18" charset="0"/>
                    <a:ea typeface="黑体" panose="02010609060101010101" charset="-122"/>
                    <a:cs typeface="Times New Roman" panose="02020603050405020304" pitchFamily="18" charset="0"/>
                  </a:rPr>
                  <a:t>G</a:t>
                </a:r>
                <a:r>
                  <a:rPr lang="zh-CN" altLang="en-US" b="1" dirty="0">
                    <a:latin typeface="Times New Roman" panose="02020603050405020304" pitchFamily="18" charset="0"/>
                    <a:ea typeface="黑体" panose="02010609060101010101" charset="-122"/>
                    <a:cs typeface="Times New Roman" panose="02020603050405020304" pitchFamily="18" charset="0"/>
                  </a:rPr>
                  <a:t>函数压降分析模型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20" name="矩形 19"/>
              <p:cNvSpPr/>
              <p:nvPr/>
            </p:nvSpPr>
            <p:spPr>
              <a:xfrm>
                <a:off x="6482548" y="2799130"/>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采集施工过程中多种来源不同结构及类型的数据</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21" name="矩形 20"/>
              <p:cNvSpPr/>
              <p:nvPr/>
            </p:nvSpPr>
            <p:spPr>
              <a:xfrm>
                <a:off x="8919820" y="2801206"/>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压裂施工资料综合分类汇总分析</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22" name="矩形 21"/>
              <p:cNvSpPr/>
              <p:nvPr/>
            </p:nvSpPr>
            <p:spPr>
              <a:xfrm>
                <a:off x="3968046" y="3955577"/>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反演压后多裂缝几何尺寸参数</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23" name="矩形 22"/>
              <p:cNvSpPr/>
              <p:nvPr/>
            </p:nvSpPr>
            <p:spPr>
              <a:xfrm>
                <a:off x="6482548" y="3923992"/>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构建含地质</a:t>
                </a:r>
                <a:r>
                  <a:rPr lang="en-US" altLang="zh-CN" b="1" dirty="0">
                    <a:latin typeface="Times New Roman" panose="02020603050405020304" pitchFamily="18" charset="0"/>
                    <a:ea typeface="黑体" panose="02010609060101010101" charset="-122"/>
                    <a:cs typeface="Times New Roman" panose="02020603050405020304" pitchFamily="18" charset="0"/>
                  </a:rPr>
                  <a:t>-</a:t>
                </a:r>
                <a:r>
                  <a:rPr lang="zh-CN" altLang="en-US" b="1" dirty="0">
                    <a:latin typeface="Times New Roman" panose="02020603050405020304" pitchFamily="18" charset="0"/>
                    <a:ea typeface="黑体" panose="02010609060101010101" charset="-122"/>
                    <a:cs typeface="Times New Roman" panose="02020603050405020304" pitchFamily="18" charset="0"/>
                  </a:rPr>
                  <a:t>工程参数的多源异构大数据库</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24" name="矩形 23"/>
              <p:cNvSpPr/>
              <p:nvPr/>
            </p:nvSpPr>
            <p:spPr>
              <a:xfrm>
                <a:off x="8909138" y="3973158"/>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开展基于大数据库分析的压裂效果综合评估研究</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25" name="矩形 24"/>
              <p:cNvSpPr/>
              <p:nvPr/>
            </p:nvSpPr>
            <p:spPr>
              <a:xfrm>
                <a:off x="3968046" y="5138408"/>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计算停泵时刻多裂缝长度及缝宽分布</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26" name="矩形 25"/>
              <p:cNvSpPr/>
              <p:nvPr/>
            </p:nvSpPr>
            <p:spPr>
              <a:xfrm>
                <a:off x="8897542" y="5106499"/>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为现场压裂作业优化设计提供评价依据</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27" name="矩形 26"/>
              <p:cNvSpPr/>
              <p:nvPr/>
            </p:nvSpPr>
            <p:spPr>
              <a:xfrm>
                <a:off x="6495764" y="5114487"/>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揭示压裂参数与压裂改造效果的关联特征</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28" name="箭头: V 形 27"/>
              <p:cNvSpPr/>
              <p:nvPr/>
            </p:nvSpPr>
            <p:spPr>
              <a:xfrm>
                <a:off x="3331031" y="5328056"/>
                <a:ext cx="577879" cy="585160"/>
              </a:xfrm>
              <a:prstGeom prst="chevron">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b="1" dirty="0">
                  <a:solidFill>
                    <a:schemeClr val="bg1"/>
                  </a:solidFill>
                  <a:latin typeface="Times New Roman" panose="02020603050405020304" pitchFamily="18" charset="0"/>
                  <a:ea typeface="黑体" panose="02010609060101010101" charset="-122"/>
                  <a:cs typeface="Times New Roman" panose="02020603050405020304" pitchFamily="18" charset="0"/>
                </a:endParaRPr>
              </a:p>
            </p:txBody>
          </p:sp>
          <p:sp>
            <p:nvSpPr>
              <p:cNvPr id="29" name="箭头: V 形 28"/>
              <p:cNvSpPr/>
              <p:nvPr/>
            </p:nvSpPr>
            <p:spPr>
              <a:xfrm>
                <a:off x="5841110" y="5263919"/>
                <a:ext cx="577879" cy="585160"/>
              </a:xfrm>
              <a:prstGeom prst="chevron">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b="1" dirty="0">
                  <a:solidFill>
                    <a:schemeClr val="bg1"/>
                  </a:solidFill>
                  <a:latin typeface="Times New Roman" panose="02020603050405020304" pitchFamily="18" charset="0"/>
                  <a:ea typeface="黑体" panose="02010609060101010101" charset="-122"/>
                  <a:cs typeface="Times New Roman" panose="02020603050405020304" pitchFamily="18" charset="0"/>
                </a:endParaRPr>
              </a:p>
            </p:txBody>
          </p:sp>
          <p:sp>
            <p:nvSpPr>
              <p:cNvPr id="30" name="箭头: V 形 29"/>
              <p:cNvSpPr/>
              <p:nvPr/>
            </p:nvSpPr>
            <p:spPr>
              <a:xfrm>
                <a:off x="8305914" y="5293956"/>
                <a:ext cx="577879" cy="585160"/>
              </a:xfrm>
              <a:prstGeom prst="chevron">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b="1" dirty="0">
                  <a:solidFill>
                    <a:schemeClr val="bg1"/>
                  </a:solidFill>
                  <a:latin typeface="Times New Roman" panose="02020603050405020304" pitchFamily="18" charset="0"/>
                  <a:ea typeface="黑体" panose="02010609060101010101" charset="-122"/>
                  <a:cs typeface="Times New Roman" panose="02020603050405020304" pitchFamily="18" charset="0"/>
                </a:endParaRPr>
              </a:p>
            </p:txBody>
          </p:sp>
          <p:cxnSp>
            <p:nvCxnSpPr>
              <p:cNvPr id="31" name="直接连接符 30"/>
              <p:cNvCxnSpPr>
                <a:stCxn id="17" idx="2"/>
              </p:cNvCxnSpPr>
              <p:nvPr/>
            </p:nvCxnSpPr>
            <p:spPr bwMode="auto">
              <a:xfrm>
                <a:off x="2400796" y="6014487"/>
                <a:ext cx="0" cy="290496"/>
              </a:xfrm>
              <a:prstGeom prst="line">
                <a:avLst/>
              </a:prstGeom>
              <a:solidFill>
                <a:schemeClr val="accent1"/>
              </a:solidFill>
              <a:ln w="12700" cap="flat" cmpd="sng" algn="ctr">
                <a:solidFill>
                  <a:srgbClr val="0070C0"/>
                </a:solidFill>
                <a:prstDash val="solid"/>
                <a:round/>
                <a:headEnd type="none" w="med" len="med"/>
                <a:tailEnd type="none" w="med" len="med"/>
              </a:ln>
              <a:effectLst>
                <a:outerShdw dist="17961" dir="2700000" algn="ctr" rotWithShape="0">
                  <a:schemeClr val="tx1">
                    <a:gamma/>
                    <a:shade val="60000"/>
                    <a:invGamma/>
                    <a:alpha val="50000"/>
                  </a:schemeClr>
                </a:outerShdw>
              </a:effectLst>
            </p:spPr>
          </p:cxnSp>
          <p:cxnSp>
            <p:nvCxnSpPr>
              <p:cNvPr id="32" name="直接连接符 31"/>
              <p:cNvCxnSpPr/>
              <p:nvPr/>
            </p:nvCxnSpPr>
            <p:spPr bwMode="auto">
              <a:xfrm>
                <a:off x="2408084" y="6304983"/>
                <a:ext cx="7375832" cy="0"/>
              </a:xfrm>
              <a:prstGeom prst="line">
                <a:avLst/>
              </a:prstGeom>
              <a:solidFill>
                <a:schemeClr val="accent1"/>
              </a:solidFill>
              <a:ln w="12700" cap="flat" cmpd="sng" algn="ctr">
                <a:solidFill>
                  <a:srgbClr val="0070C0"/>
                </a:solidFill>
                <a:prstDash val="solid"/>
                <a:round/>
                <a:headEnd type="none" w="med" len="med"/>
                <a:tailEnd type="none" w="med" len="med"/>
              </a:ln>
              <a:effectLst>
                <a:outerShdw dist="17961" dir="2700000" algn="ctr" rotWithShape="0">
                  <a:schemeClr val="tx1">
                    <a:gamma/>
                    <a:shade val="60000"/>
                    <a:invGamma/>
                    <a:alpha val="50000"/>
                  </a:schemeClr>
                </a:outerShdw>
              </a:effectLst>
            </p:spPr>
          </p:cxnSp>
          <p:cxnSp>
            <p:nvCxnSpPr>
              <p:cNvPr id="33" name="直接连接符 32"/>
              <p:cNvCxnSpPr>
                <a:stCxn id="26" idx="2"/>
              </p:cNvCxnSpPr>
              <p:nvPr/>
            </p:nvCxnSpPr>
            <p:spPr bwMode="auto">
              <a:xfrm>
                <a:off x="9761638" y="6006499"/>
                <a:ext cx="9064" cy="298484"/>
              </a:xfrm>
              <a:prstGeom prst="line">
                <a:avLst/>
              </a:prstGeom>
              <a:solidFill>
                <a:schemeClr val="accent1"/>
              </a:solidFill>
              <a:ln w="12700" cap="flat" cmpd="sng" algn="ctr">
                <a:solidFill>
                  <a:srgbClr val="0070C0"/>
                </a:solidFill>
                <a:prstDash val="solid"/>
                <a:round/>
                <a:headEnd type="none" w="med" len="med"/>
                <a:tailEnd type="none" w="med" len="med"/>
              </a:ln>
              <a:effectLst>
                <a:outerShdw dist="17961" dir="2700000" algn="ctr" rotWithShape="0">
                  <a:schemeClr val="tx1">
                    <a:gamma/>
                    <a:shade val="60000"/>
                    <a:invGamma/>
                    <a:alpha val="50000"/>
                  </a:schemeClr>
                </a:outerShdw>
              </a:effectLst>
            </p:spPr>
          </p:cxnSp>
          <p:cxnSp>
            <p:nvCxnSpPr>
              <p:cNvPr id="34" name="直接箭头连接符 33"/>
              <p:cNvCxnSpPr/>
              <p:nvPr/>
            </p:nvCxnSpPr>
            <p:spPr bwMode="auto">
              <a:xfrm>
                <a:off x="6145469" y="6304983"/>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5" name="直接箭头连接符 34"/>
              <p:cNvCxnSpPr/>
              <p:nvPr/>
            </p:nvCxnSpPr>
            <p:spPr bwMode="auto">
              <a:xfrm>
                <a:off x="2390734" y="3667545"/>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6" name="直接箭头连接符 35"/>
              <p:cNvCxnSpPr/>
              <p:nvPr/>
            </p:nvCxnSpPr>
            <p:spPr bwMode="auto">
              <a:xfrm>
                <a:off x="2400796" y="4818467"/>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7" name="直接箭头连接符 36"/>
              <p:cNvCxnSpPr/>
              <p:nvPr/>
            </p:nvCxnSpPr>
            <p:spPr bwMode="auto">
              <a:xfrm>
                <a:off x="4815342" y="3713056"/>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8" name="直接箭头连接符 37"/>
              <p:cNvCxnSpPr/>
              <p:nvPr/>
            </p:nvCxnSpPr>
            <p:spPr bwMode="auto">
              <a:xfrm>
                <a:off x="4843990" y="4873158"/>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9" name="直接箭头连接符 38"/>
              <p:cNvCxnSpPr/>
              <p:nvPr/>
            </p:nvCxnSpPr>
            <p:spPr bwMode="auto">
              <a:xfrm>
                <a:off x="7359860" y="3667545"/>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40" name="直接箭头连接符 39"/>
              <p:cNvCxnSpPr/>
              <p:nvPr/>
            </p:nvCxnSpPr>
            <p:spPr bwMode="auto">
              <a:xfrm>
                <a:off x="7346644" y="4818467"/>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41" name="直接箭头连接符 40"/>
              <p:cNvCxnSpPr/>
              <p:nvPr/>
            </p:nvCxnSpPr>
            <p:spPr bwMode="auto">
              <a:xfrm>
                <a:off x="9769063" y="4873158"/>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42" name="直接箭头连接符 41"/>
              <p:cNvCxnSpPr/>
              <p:nvPr/>
            </p:nvCxnSpPr>
            <p:spPr bwMode="auto">
              <a:xfrm>
                <a:off x="9750093" y="3667545"/>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grpSp>
      </p:grpSp>
      <p:sp>
        <p:nvSpPr>
          <p:cNvPr id="43"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二、技术路线和研究方法</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53216" y="917015"/>
            <a:ext cx="11467309" cy="115685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项目开展过程中，按照项目研究内容要求，完成了基于页岩气井压裂施工资料的压裂评估方法与应用方向的文献调研，明确了裂缝改造体积的影响因素，创建了井下压裂过程流固事件判别模型，建立了停泵期裂缝尺寸反演的半解析模型，初步搭建了大数据库可视化云平台架构，形成了与研究强相关的知识产权初稿</a:t>
            </a:r>
            <a:r>
              <a:rPr lang="en-US" altLang="zh-CN" sz="1600" dirty="0">
                <a:solidFill>
                  <a:prstClr val="black"/>
                </a:solidFill>
                <a:latin typeface="微软雅黑" panose="020B0503020204020204" pitchFamily="34" charset="-122"/>
                <a:ea typeface="微软雅黑" panose="020B0503020204020204" pitchFamily="34" charset="-122"/>
              </a:rPr>
              <a:t>1</a:t>
            </a:r>
            <a:r>
              <a:rPr lang="zh-CN" altLang="en-US" sz="1600" dirty="0">
                <a:solidFill>
                  <a:prstClr val="black"/>
                </a:solidFill>
                <a:latin typeface="微软雅黑" panose="020B0503020204020204" pitchFamily="34" charset="-122"/>
                <a:ea typeface="微软雅黑" panose="020B0503020204020204" pitchFamily="34" charset="-122"/>
              </a:rPr>
              <a:t>项</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43" name="表格 42"/>
          <p:cNvGraphicFramePr>
            <a:graphicFrameLocks noGrp="1"/>
          </p:cNvGraphicFramePr>
          <p:nvPr/>
        </p:nvGraphicFramePr>
        <p:xfrm>
          <a:off x="334963" y="2153772"/>
          <a:ext cx="11467309" cy="4240914"/>
        </p:xfrm>
        <a:graphic>
          <a:graphicData uri="http://schemas.openxmlformats.org/drawingml/2006/table">
            <a:tbl>
              <a:tblPr/>
              <a:tblGrid>
                <a:gridCol w="867787"/>
                <a:gridCol w="2464281"/>
                <a:gridCol w="4764277"/>
                <a:gridCol w="1851946"/>
                <a:gridCol w="1519018"/>
              </a:tblGrid>
              <a:tr h="674672">
                <a:tc>
                  <a:txBody>
                    <a:bodyPr/>
                    <a:lstStyle/>
                    <a:p>
                      <a:pPr algn="ctr" fontAlgn="ctr"/>
                      <a:r>
                        <a:rPr lang="zh-CN" altLang="en-US" sz="1800" b="1" i="0" u="none" strike="noStrike" dirty="0">
                          <a:solidFill>
                            <a:srgbClr val="000000"/>
                          </a:solidFill>
                          <a:effectLst/>
                          <a:latin typeface="黑体" panose="02010609060101010101" charset="-122"/>
                          <a:ea typeface="黑体" panose="02010609060101010101" charset="-122"/>
                        </a:rPr>
                        <a:t>序号</a:t>
                      </a:r>
                      <a:endParaRPr lang="zh-CN" altLang="en-US" sz="1800" b="1" i="0" u="none" strike="noStrike" dirty="0">
                        <a:solidFill>
                          <a:srgbClr val="000000"/>
                        </a:solidFill>
                        <a:effectLst/>
                        <a:latin typeface="Times New Roman" panose="02020603050405020304" pitchFamily="18" charset="0"/>
                        <a:ea typeface="等线" panose="02010600030101010101"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zh-CN" altLang="en-US" sz="1800" b="1" i="0" u="none" strike="noStrike" dirty="0">
                          <a:solidFill>
                            <a:srgbClr val="000000"/>
                          </a:solidFill>
                          <a:effectLst/>
                          <a:latin typeface="黑体" panose="02010609060101010101" charset="-122"/>
                          <a:ea typeface="黑体" panose="02010609060101010101" charset="-122"/>
                        </a:rPr>
                        <a:t>分类</a:t>
                      </a:r>
                      <a:endParaRPr lang="zh-CN" altLang="en-US" sz="1800" b="1" i="0" u="none" strike="noStrike" dirty="0">
                        <a:solidFill>
                          <a:srgbClr val="000000"/>
                        </a:solidFill>
                        <a:effectLst/>
                        <a:latin typeface="黑体" panose="02010609060101010101" charset="-122"/>
                        <a:ea typeface="黑体" panose="02010609060101010101"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zh-CN" altLang="en-US" sz="1800" b="1" i="0" u="none" strike="noStrike" dirty="0">
                          <a:solidFill>
                            <a:srgbClr val="000000"/>
                          </a:solidFill>
                          <a:effectLst/>
                          <a:latin typeface="黑体" panose="02010609060101010101" charset="-122"/>
                          <a:ea typeface="黑体" panose="02010609060101010101" charset="-122"/>
                        </a:rPr>
                        <a:t>工作内容</a:t>
                      </a:r>
                      <a:endParaRPr lang="zh-CN" altLang="en-US" sz="1800" b="1" i="0" u="none" strike="noStrike" dirty="0">
                        <a:solidFill>
                          <a:srgbClr val="000000"/>
                        </a:solidFill>
                        <a:effectLst/>
                        <a:latin typeface="Times New Roman" panose="02020603050405020304" pitchFamily="18" charset="0"/>
                        <a:ea typeface="等线" panose="02010600030101010101"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gridSpan="2">
                  <a:txBody>
                    <a:bodyPr/>
                    <a:lstStyle/>
                    <a:p>
                      <a:pPr algn="ctr" fontAlgn="ctr"/>
                      <a:r>
                        <a:rPr lang="zh-CN" altLang="en-US" sz="1800" b="1" i="0" u="none" strike="noStrike" dirty="0">
                          <a:solidFill>
                            <a:srgbClr val="000000"/>
                          </a:solidFill>
                          <a:effectLst/>
                          <a:latin typeface="黑体" panose="02010609060101010101" charset="-122"/>
                          <a:ea typeface="黑体" panose="02010609060101010101" charset="-122"/>
                        </a:rPr>
                        <a:t>实物工作量</a:t>
                      </a:r>
                      <a:endParaRPr lang="zh-CN" altLang="en-US" sz="1800" b="1" i="0" u="none" strike="noStrike" dirty="0">
                        <a:solidFill>
                          <a:srgbClr val="000000"/>
                        </a:solidFill>
                        <a:effectLst/>
                        <a:latin typeface="黑体" panose="02010609060101010101" charset="-122"/>
                        <a:ea typeface="黑体" panose="02010609060101010101"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solidFill>
                      <a:srgbClr val="E7E6E6"/>
                    </a:solidFill>
                  </a:tcPr>
                </a:tc>
                <a:tc hMerge="1">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solidFill>
                      <a:srgbClr val="E7E6E6"/>
                    </a:solidFill>
                  </a:tcPr>
                </a:tc>
              </a:tr>
              <a:tr h="419558">
                <a:tc rowSpan="4">
                  <a:txBody>
                    <a:bodyPr/>
                    <a:lstStyle/>
                    <a:p>
                      <a:pPr algn="ctr" fontAlgn="ct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一</a:t>
                      </a:r>
                      <a:endParaRPr lang="en-US" altLang="zh-CN"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4">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国内外研究现状调研</a:t>
                      </a:r>
                      <a:endParaRPr lang="en-US" altLang="zh-CN"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水力压裂施工压力响应分析研究现状</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36</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rowSpan="4">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123</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r>
              <a:tr h="419558">
                <a:tc vMerge="1">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基于压降曲线分析的压裂诊断方法研究现状</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28</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19558">
                <a:tc vMerge="1">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地质工程参数大数据库构建研究现状</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33</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19558">
                <a:tc vMerge="1">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基于大数据库分析的压裂效果综合评估研究现状</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26</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19558">
                <a:tc rowSpan="2">
                  <a:txBody>
                    <a:bodyPr/>
                    <a:lstStyle/>
                    <a:p>
                      <a:pPr algn="ctr" fontAlgn="ct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二</a:t>
                      </a:r>
                      <a:endParaRPr lang="en-US" altLang="zh-CN"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基于小波分析的水力压裂施工</a:t>
                      </a:r>
                      <a:endParaRPr lang="en-US" altLang="zh-CN" sz="1400" kern="1200" dirty="0">
                        <a:solidFill>
                          <a:prstClr val="black"/>
                        </a:solidFill>
                        <a:latin typeface="微软雅黑" panose="020B0503020204020204" pitchFamily="34" charset="-122"/>
                        <a:ea typeface="微软雅黑" panose="020B0503020204020204" pitchFamily="34" charset="-122"/>
                        <a:cs typeface="+mn-cs"/>
                      </a:endParaRPr>
                    </a:p>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压力响应特征分析</a:t>
                      </a:r>
                      <a:endParaRPr lang="en-US" altLang="zh-CN"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泸</a:t>
                      </a:r>
                      <a:r>
                        <a:rPr lang="en-US" altLang="zh-CN" sz="1400" kern="1200" dirty="0">
                          <a:solidFill>
                            <a:prstClr val="black"/>
                          </a:solidFill>
                          <a:latin typeface="微软雅黑" panose="020B0503020204020204" pitchFamily="34" charset="-122"/>
                          <a:ea typeface="微软雅黑" panose="020B0503020204020204" pitchFamily="34" charset="-122"/>
                          <a:cs typeface="+mn-cs"/>
                        </a:rPr>
                        <a:t>203H10</a:t>
                      </a:r>
                      <a:r>
                        <a:rPr lang="zh-CN" altLang="en-US" sz="1400" kern="1200" dirty="0">
                          <a:solidFill>
                            <a:prstClr val="black"/>
                          </a:solidFill>
                          <a:latin typeface="微软雅黑" panose="020B0503020204020204" pitchFamily="34" charset="-122"/>
                          <a:ea typeface="微软雅黑" panose="020B0503020204020204" pitchFamily="34" charset="-122"/>
                          <a:cs typeface="+mn-cs"/>
                        </a:rPr>
                        <a:t>平台小波基类型优选</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1800</a:t>
                      </a:r>
                      <a:r>
                        <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余组</a:t>
                      </a:r>
                      <a:endPar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3600</a:t>
                      </a:r>
                      <a:r>
                        <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余</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组</a:t>
                      </a:r>
                      <a:endPar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19558">
                <a:tc vMerge="1">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泸</a:t>
                      </a:r>
                      <a:r>
                        <a:rPr lang="en-US" altLang="zh-CN" sz="1400" kern="1200" dirty="0">
                          <a:solidFill>
                            <a:prstClr val="black"/>
                          </a:solidFill>
                          <a:latin typeface="微软雅黑" panose="020B0503020204020204" pitchFamily="34" charset="-122"/>
                          <a:ea typeface="微软雅黑" panose="020B0503020204020204" pitchFamily="34" charset="-122"/>
                          <a:cs typeface="+mn-cs"/>
                        </a:rPr>
                        <a:t>203H10</a:t>
                      </a:r>
                      <a:r>
                        <a:rPr lang="zh-CN" altLang="en-US" sz="1400" kern="1200" dirty="0">
                          <a:solidFill>
                            <a:prstClr val="black"/>
                          </a:solidFill>
                          <a:latin typeface="微软雅黑" panose="020B0503020204020204" pitchFamily="34" charset="-122"/>
                          <a:ea typeface="微软雅黑" panose="020B0503020204020204" pitchFamily="34" charset="-122"/>
                          <a:cs typeface="+mn-cs"/>
                        </a:rPr>
                        <a:t>平台小波分解层次优选</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1800</a:t>
                      </a:r>
                      <a:r>
                        <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余组</a:t>
                      </a:r>
                      <a:endPar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24447">
                <a:tc>
                  <a:txBody>
                    <a:bodyPr/>
                    <a:lstStyle/>
                    <a:p>
                      <a:pPr algn="ctr" fontAlgn="ct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三</a:t>
                      </a:r>
                      <a:endParaRPr lang="en-US" altLang="zh-CN"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基于压降曲线分析的停泵期裂缝尺寸反演</a:t>
                      </a:r>
                      <a:endParaRPr lang="en-US" altLang="zh-CN"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完成泸</a:t>
                      </a:r>
                      <a:r>
                        <a:rPr lang="en-US" altLang="zh-CN" sz="1400" kern="1200" dirty="0">
                          <a:solidFill>
                            <a:prstClr val="black"/>
                          </a:solidFill>
                          <a:latin typeface="微软雅黑" panose="020B0503020204020204" pitchFamily="34" charset="-122"/>
                          <a:ea typeface="微软雅黑" panose="020B0503020204020204" pitchFamily="34" charset="-122"/>
                          <a:cs typeface="+mn-cs"/>
                        </a:rPr>
                        <a:t>203</a:t>
                      </a:r>
                      <a:r>
                        <a:rPr lang="zh-CN" altLang="en-US" sz="1400" kern="1200" dirty="0">
                          <a:solidFill>
                            <a:prstClr val="black"/>
                          </a:solidFill>
                          <a:latin typeface="微软雅黑" panose="020B0503020204020204" pitchFamily="34" charset="-122"/>
                          <a:ea typeface="微软雅黑" panose="020B0503020204020204" pitchFamily="34" charset="-122"/>
                          <a:cs typeface="+mn-cs"/>
                        </a:rPr>
                        <a:t>井区单井每段停泵期裂缝长度及缝宽分布计算</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400" kern="1200" dirty="0">
                          <a:solidFill>
                            <a:schemeClr val="tx1"/>
                          </a:solidFill>
                          <a:latin typeface="微软雅黑" panose="020B0503020204020204" pitchFamily="34" charset="-122"/>
                          <a:ea typeface="微软雅黑" panose="020B0503020204020204" pitchFamily="34" charset="-122"/>
                          <a:cs typeface="+mn-cs"/>
                        </a:rPr>
                        <a:t>14</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组</a:t>
                      </a:r>
                      <a:endParaRPr lang="zh-CN" altLang="en-US" sz="1400" kern="1200" dirty="0">
                        <a:solidFill>
                          <a:schemeClr val="tx1"/>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400" kern="1200" dirty="0">
                          <a:solidFill>
                            <a:schemeClr val="tx1"/>
                          </a:solidFill>
                          <a:latin typeface="微软雅黑" panose="020B0503020204020204" pitchFamily="34" charset="-122"/>
                          <a:ea typeface="微软雅黑" panose="020B0503020204020204" pitchFamily="34" charset="-122"/>
                          <a:cs typeface="+mn-cs"/>
                        </a:rPr>
                        <a:t>14</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组</a:t>
                      </a:r>
                      <a:endParaRPr lang="zh-CN" altLang="en-US" sz="1400" kern="1200" dirty="0">
                        <a:solidFill>
                          <a:schemeClr val="tx1"/>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24447">
                <a:tc>
                  <a:txBody>
                    <a:bodyPr/>
                    <a:lstStyle/>
                    <a:p>
                      <a:pPr algn="ctr" fontAlgn="ct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四</a:t>
                      </a:r>
                      <a:endParaRPr lang="en-US" altLang="zh-CN"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知识产权</a:t>
                      </a:r>
                      <a:endParaRPr lang="en-US" altLang="zh-CN"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形成了小波分解算法的发明专利初稿</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1</a:t>
                      </a:r>
                      <a:r>
                        <a:rPr lang="zh-CN" altLang="en-US" sz="1400" kern="1200" dirty="0">
                          <a:solidFill>
                            <a:prstClr val="black"/>
                          </a:solidFill>
                          <a:latin typeface="微软雅黑" panose="020B0503020204020204" pitchFamily="34" charset="-122"/>
                          <a:ea typeface="微软雅黑" panose="020B0503020204020204" pitchFamily="34" charset="-122"/>
                          <a:cs typeface="+mn-cs"/>
                        </a:rPr>
                        <a:t>项</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400" kern="1200" dirty="0">
                          <a:solidFill>
                            <a:prstClr val="black"/>
                          </a:solidFill>
                          <a:latin typeface="微软雅黑" panose="020B0503020204020204" pitchFamily="34" charset="-122"/>
                          <a:ea typeface="微软雅黑" panose="020B0503020204020204" pitchFamily="34" charset="-122"/>
                          <a:cs typeface="+mn-cs"/>
                        </a:rPr>
                        <a:t>1</a:t>
                      </a:r>
                      <a:r>
                        <a:rPr lang="zh-CN" altLang="en-US" sz="1400" kern="1200" dirty="0">
                          <a:solidFill>
                            <a:prstClr val="black"/>
                          </a:solidFill>
                          <a:latin typeface="微软雅黑" panose="020B0503020204020204" pitchFamily="34" charset="-122"/>
                          <a:ea typeface="微软雅黑" panose="020B0503020204020204" pitchFamily="34" charset="-122"/>
                          <a:cs typeface="+mn-cs"/>
                        </a:rPr>
                        <a:t>项</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6" name="Rectangle 11"/>
          <p:cNvSpPr>
            <a:spLocks noChangeArrowheads="1"/>
          </p:cNvSpPr>
          <p:nvPr/>
        </p:nvSpPr>
        <p:spPr bwMode="auto">
          <a:xfrm>
            <a:off x="1" y="-42299"/>
            <a:ext cx="12191999" cy="830981"/>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三、完成的主要工作量</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一、项目概要</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二、阶段任务完成情况</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FF0000"/>
                </a:solidFill>
                <a:effectLst/>
                <a:uLnTx/>
                <a:uFillTx/>
                <a:latin typeface="方正大黑简体" panose="03000509000000000000" pitchFamily="65" charset="-122"/>
                <a:ea typeface="方正大黑简体" panose="03000509000000000000" pitchFamily="65" charset="-122"/>
                <a:cs typeface="+mn-cs"/>
              </a:rPr>
              <a:t>三、取得的阶段成果及应用情况</a:t>
            </a:r>
            <a:endParaRPr kumimoji="0" lang="zh-CN" altLang="en-US" sz="3200" b="0" i="0" u="none" strike="noStrike" kern="1200" cap="none" spc="0" normalizeH="0" baseline="0" noProof="0" dirty="0">
              <a:ln>
                <a:noFill/>
              </a:ln>
              <a:solidFill>
                <a:srgbClr val="FF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四、经费管理及使用情况</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五、项目组织管理</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六、存在问题、解决措施及建议</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七、下步工作安排 </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100831" y="2379134"/>
            <a:ext cx="10466773" cy="2574606"/>
            <a:chOff x="654367" y="2051504"/>
            <a:chExt cx="10770869" cy="4051435"/>
          </a:xfrm>
        </p:grpSpPr>
        <p:grpSp>
          <p:nvGrpSpPr>
            <p:cNvPr id="6" name="组合 5"/>
            <p:cNvGrpSpPr/>
            <p:nvPr/>
          </p:nvGrpSpPr>
          <p:grpSpPr>
            <a:xfrm>
              <a:off x="654367" y="2051504"/>
              <a:ext cx="2617469" cy="974408"/>
              <a:chOff x="654367" y="2051504"/>
              <a:chExt cx="2617469" cy="974408"/>
            </a:xfrm>
          </p:grpSpPr>
          <p:cxnSp>
            <p:nvCxnSpPr>
              <p:cNvPr id="10" name="直接连接符 9"/>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1" name="半闭框 10"/>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nvGrpSpPr>
            <p:cNvPr id="7" name="组合 6"/>
            <p:cNvGrpSpPr/>
            <p:nvPr/>
          </p:nvGrpSpPr>
          <p:grpSpPr>
            <a:xfrm rot="10800000">
              <a:off x="8807767" y="5128531"/>
              <a:ext cx="2617469" cy="974408"/>
              <a:chOff x="654367" y="2051504"/>
              <a:chExt cx="2617469" cy="974408"/>
            </a:xfrm>
          </p:grpSpPr>
          <p:cxnSp>
            <p:nvCxnSpPr>
              <p:cNvPr id="8" name="直接连接符 7"/>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9" name="半闭框 8"/>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3" name="矩形 12"/>
          <p:cNvSpPr/>
          <p:nvPr/>
        </p:nvSpPr>
        <p:spPr>
          <a:xfrm>
            <a:off x="1" y="932838"/>
            <a:ext cx="12191999" cy="746346"/>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取得</a:t>
            </a:r>
            <a:r>
              <a:rPr lang="zh-CN" altLang="en-US" sz="4400" dirty="0">
                <a:solidFill>
                  <a:srgbClr val="FF0000"/>
                </a:solidFill>
                <a:latin typeface="方正大黑简体" panose="03000509000000000000" pitchFamily="65" charset="-122"/>
                <a:ea typeface="方正大黑简体" panose="03000509000000000000" pitchFamily="65" charset="-122"/>
              </a:rPr>
              <a:t>四</a:t>
            </a:r>
            <a:r>
              <a:rPr kumimoji="0" lang="zh-CN" altLang="en-US" sz="36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项主要成果和创新点</a:t>
            </a:r>
            <a:endParaRPr kumimoji="0" lang="zh-CN" altLang="en-US" sz="36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p:txBody>
      </p:sp>
      <p:sp>
        <p:nvSpPr>
          <p:cNvPr id="12" name="Text Box 6"/>
          <p:cNvSpPr txBox="1">
            <a:spLocks noChangeArrowheads="1"/>
          </p:cNvSpPr>
          <p:nvPr/>
        </p:nvSpPr>
        <p:spPr bwMode="auto">
          <a:xfrm>
            <a:off x="1402923" y="1453245"/>
            <a:ext cx="10023871" cy="4431135"/>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一、压力曲线特征与微地震解释成果相结合，明确了裂缝改造体积的影响因素</a:t>
            </a:r>
            <a:endParaRPr kumimoji="0" lang="en-US" altLang="zh-CN" sz="20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二、基于井口施工曲线多级小波分解，创建了井下压裂过程流固事件判别模型</a:t>
            </a:r>
            <a:endParaRPr kumimoji="0" lang="en-US" altLang="zh-CN"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三、基于三维网格搜索与遗传算法，实现了对裂缝扩展事件的高精度识别</a:t>
            </a:r>
            <a:endPar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四、建立了停泵期裂缝尺寸反演的半解析模型，</a:t>
            </a:r>
            <a:r>
              <a:rPr lang="zh-CN" altLang="en-US" sz="2000" dirty="0">
                <a:latin typeface="微软雅黑" panose="020B0503020204020204" pitchFamily="34" charset="-122"/>
                <a:ea typeface="微软雅黑" panose="020B0503020204020204" pitchFamily="34" charset="-122"/>
              </a:rPr>
              <a:t>搭建了大数据库可视化云平台架构</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468911"/>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现状及存在问题</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 name="TextBox 2"/>
          <p:cNvSpPr txBox="1">
            <a:spLocks noChangeArrowheads="1"/>
          </p:cNvSpPr>
          <p:nvPr/>
        </p:nvSpPr>
        <p:spPr bwMode="auto">
          <a:xfrm>
            <a:off x="334962" y="1342495"/>
            <a:ext cx="11485563" cy="113875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lnSpc>
                <a:spcPct val="100000"/>
              </a:lnSpc>
              <a:spcBef>
                <a:spcPts val="600"/>
              </a:spcBef>
              <a:spcAft>
                <a:spcPts val="600"/>
              </a:spcAft>
              <a:buFont typeface="Wingdings" panose="05000000000000000000" pitchFamily="2" charset="2"/>
              <a:buChar char="l"/>
              <a:defRPr/>
            </a:pPr>
            <a:r>
              <a:rPr lang="zh-CN" altLang="en-US" sz="1600" dirty="0">
                <a:cs typeface="Times New Roman" panose="02020603050405020304" pitchFamily="18" charset="0"/>
              </a:rPr>
              <a:t>压力施工曲线是压裂时地面所得到的</a:t>
            </a:r>
            <a:r>
              <a:rPr lang="zh-CN" altLang="en-US" sz="1600" dirty="0">
                <a:solidFill>
                  <a:srgbClr val="FF0000"/>
                </a:solidFill>
                <a:cs typeface="Times New Roman" panose="02020603050405020304" pitchFamily="18" charset="0"/>
              </a:rPr>
              <a:t>最实时、最直接</a:t>
            </a:r>
            <a:r>
              <a:rPr lang="zh-CN" altLang="en-US" sz="1600" dirty="0">
                <a:cs typeface="Times New Roman" panose="02020603050405020304" pitchFamily="18" charset="0"/>
              </a:rPr>
              <a:t>的压裂施工情况的真实反映</a:t>
            </a:r>
            <a:endParaRPr lang="en-US" altLang="zh-CN" sz="1600" dirty="0">
              <a:cs typeface="Times New Roman" panose="02020603050405020304" pitchFamily="18" charset="0"/>
            </a:endParaRPr>
          </a:p>
          <a:p>
            <a:pPr fontAlgn="base">
              <a:lnSpc>
                <a:spcPct val="100000"/>
              </a:lnSpc>
              <a:spcBef>
                <a:spcPts val="600"/>
              </a:spcBef>
              <a:spcAft>
                <a:spcPts val="600"/>
              </a:spcAft>
              <a:buFont typeface="Wingdings" panose="05000000000000000000" pitchFamily="2" charset="2"/>
              <a:buChar char="l"/>
              <a:defRPr/>
            </a:pPr>
            <a:r>
              <a:rPr lang="zh-CN" altLang="en-US" sz="1600" dirty="0">
                <a:cs typeface="Times New Roman" panose="02020603050405020304" pitchFamily="18" charset="0"/>
              </a:rPr>
              <a:t>了解压裂施工过程并掌握施工曲线特征，对作业施工实时监控、合理调整施工参数、分析评估增产效果具有重要意义</a:t>
            </a:r>
            <a:endParaRPr lang="en-US" altLang="zh-CN" sz="1600" dirty="0">
              <a:cs typeface="Times New Roman" panose="02020603050405020304" pitchFamily="18" charset="0"/>
            </a:endParaRPr>
          </a:p>
          <a:p>
            <a:pPr fontAlgn="base">
              <a:lnSpc>
                <a:spcPct val="100000"/>
              </a:lnSpc>
              <a:spcBef>
                <a:spcPts val="600"/>
              </a:spcBef>
              <a:spcAft>
                <a:spcPts val="600"/>
              </a:spcAft>
              <a:buFont typeface="Wingdings" panose="05000000000000000000" pitchFamily="2" charset="2"/>
              <a:buChar char="l"/>
              <a:defRPr/>
            </a:pPr>
            <a:r>
              <a:rPr lang="zh-CN" altLang="en-US" sz="1600" dirty="0">
                <a:cs typeface="Times New Roman" panose="02020603050405020304" pitchFamily="18" charset="0"/>
              </a:rPr>
              <a:t>当前针对压力施工曲线的分析更偏重理论研究，</a:t>
            </a:r>
            <a:r>
              <a:rPr lang="zh-CN" altLang="en-US" sz="1600" dirty="0">
                <a:solidFill>
                  <a:srgbClr val="FF0000"/>
                </a:solidFill>
                <a:cs typeface="Times New Roman" panose="02020603050405020304" pitchFamily="18" charset="0"/>
              </a:rPr>
              <a:t>缺少与现场实际微地震等监测手段的结合</a:t>
            </a:r>
            <a:r>
              <a:rPr lang="zh-CN" altLang="en-US" sz="1600" dirty="0">
                <a:cs typeface="Times New Roman" panose="02020603050405020304" pitchFamily="18" charset="0"/>
              </a:rPr>
              <a:t>，裂缝改造体积的影响因素不明晰</a:t>
            </a:r>
            <a:endParaRPr lang="en-US" altLang="zh-CN" sz="1600" dirty="0">
              <a:cs typeface="Times New Roman" panose="02020603050405020304" pitchFamily="18" charset="0"/>
            </a:endParaRPr>
          </a:p>
        </p:txBody>
      </p:sp>
      <p:pic>
        <p:nvPicPr>
          <p:cNvPr id="8" name="图片 7"/>
          <p:cNvPicPr>
            <a:picLocks noChangeAspect="1"/>
          </p:cNvPicPr>
          <p:nvPr/>
        </p:nvPicPr>
        <p:blipFill>
          <a:blip r:embed="rId1"/>
          <a:srcRect/>
          <a:stretch>
            <a:fillRect/>
          </a:stretch>
        </p:blipFill>
        <p:spPr>
          <a:xfrm>
            <a:off x="594169" y="2807894"/>
            <a:ext cx="4192984" cy="3238678"/>
          </a:xfrm>
          <a:prstGeom prst="rect">
            <a:avLst/>
          </a:prstGeom>
        </p:spPr>
      </p:pic>
      <p:sp>
        <p:nvSpPr>
          <p:cNvPr id="12" name="文本框 38"/>
          <p:cNvSpPr txBox="1"/>
          <p:nvPr/>
        </p:nvSpPr>
        <p:spPr>
          <a:xfrm>
            <a:off x="1199456" y="6070182"/>
            <a:ext cx="3487880" cy="26161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典型压力施工曲线</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文本框 38"/>
          <p:cNvSpPr txBox="1"/>
          <p:nvPr/>
        </p:nvSpPr>
        <p:spPr>
          <a:xfrm>
            <a:off x="6802397" y="6070182"/>
            <a:ext cx="3487880" cy="26161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泸</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203H10</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平台</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井微地震监测结果</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2" name="图片 31"/>
          <p:cNvPicPr>
            <a:picLocks noChangeAspect="1"/>
          </p:cNvPicPr>
          <p:nvPr/>
        </p:nvPicPr>
        <p:blipFill>
          <a:blip r:embed="rId2"/>
          <a:stretch>
            <a:fillRect/>
          </a:stretch>
        </p:blipFill>
        <p:spPr>
          <a:xfrm>
            <a:off x="5318435" y="2807894"/>
            <a:ext cx="6017144" cy="3102520"/>
          </a:xfrm>
          <a:prstGeom prst="rect">
            <a:avLst/>
          </a:prstGeom>
        </p:spPr>
      </p:pic>
      <p:sp>
        <p:nvSpPr>
          <p:cNvPr id="9"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16" name="矩形 15"/>
          <p:cNvSpPr/>
          <p:nvPr/>
        </p:nvSpPr>
        <p:spPr>
          <a:xfrm>
            <a:off x="429601" y="811428"/>
            <a:ext cx="8320877" cy="468911"/>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dirty="0">
                <a:solidFill>
                  <a:prstClr val="black"/>
                </a:solidFill>
                <a:latin typeface="微软雅黑" panose="020B0503020204020204" pitchFamily="34" charset="-122"/>
                <a:ea typeface="微软雅黑" panose="020B0503020204020204" pitchFamily="34" charset="-122"/>
              </a:rPr>
              <a:t>研究思路</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 name="TextBox 2"/>
          <p:cNvSpPr txBox="1">
            <a:spLocks noChangeArrowheads="1"/>
          </p:cNvSpPr>
          <p:nvPr/>
        </p:nvSpPr>
        <p:spPr bwMode="auto">
          <a:xfrm>
            <a:off x="334962" y="1356690"/>
            <a:ext cx="11485563" cy="738648"/>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lnSpc>
                <a:spcPct val="100000"/>
              </a:lnSpc>
              <a:spcBef>
                <a:spcPts val="600"/>
              </a:spcBef>
              <a:spcAft>
                <a:spcPts val="600"/>
              </a:spcAft>
              <a:buFont typeface="Wingdings" panose="05000000000000000000" pitchFamily="2" charset="2"/>
              <a:buChar char="l"/>
              <a:defRPr/>
            </a:pPr>
            <a:r>
              <a:rPr lang="zh-CN" altLang="en-US" sz="1600" dirty="0">
                <a:cs typeface="Times New Roman" panose="02020603050405020304" pitchFamily="18" charset="0"/>
              </a:rPr>
              <a:t>对施工曲线“</a:t>
            </a:r>
            <a:r>
              <a:rPr lang="zh-CN" altLang="en-US" sz="1600" dirty="0">
                <a:solidFill>
                  <a:srgbClr val="FF0000"/>
                </a:solidFill>
                <a:cs typeface="Times New Roman" panose="02020603050405020304" pitchFamily="18" charset="0"/>
              </a:rPr>
              <a:t>前置</a:t>
            </a:r>
            <a:r>
              <a:rPr lang="en-US" altLang="zh-CN" sz="1600" dirty="0">
                <a:solidFill>
                  <a:srgbClr val="FF0000"/>
                </a:solidFill>
                <a:cs typeface="Times New Roman" panose="02020603050405020304" pitchFamily="18" charset="0"/>
              </a:rPr>
              <a:t>-</a:t>
            </a:r>
            <a:r>
              <a:rPr lang="zh-CN" altLang="en-US" sz="1600" dirty="0">
                <a:solidFill>
                  <a:srgbClr val="FF0000"/>
                </a:solidFill>
                <a:cs typeface="Times New Roman" panose="02020603050405020304" pitchFamily="18" charset="0"/>
              </a:rPr>
              <a:t>携砂</a:t>
            </a:r>
            <a:r>
              <a:rPr lang="en-US" altLang="zh-CN" sz="1600" dirty="0">
                <a:solidFill>
                  <a:srgbClr val="FF0000"/>
                </a:solidFill>
                <a:cs typeface="Times New Roman" panose="02020603050405020304" pitchFamily="18" charset="0"/>
              </a:rPr>
              <a:t>-</a:t>
            </a:r>
            <a:r>
              <a:rPr lang="zh-CN" altLang="en-US" sz="1600" dirty="0">
                <a:solidFill>
                  <a:srgbClr val="FF0000"/>
                </a:solidFill>
                <a:cs typeface="Times New Roman" panose="02020603050405020304" pitchFamily="18" charset="0"/>
              </a:rPr>
              <a:t>停泵</a:t>
            </a:r>
            <a:r>
              <a:rPr lang="zh-CN" altLang="en-US" sz="1600" dirty="0">
                <a:cs typeface="Times New Roman" panose="02020603050405020304" pitchFamily="18" charset="0"/>
              </a:rPr>
              <a:t>”三个阶段特征进行全过程剖析，系统总结分析泸</a:t>
            </a:r>
            <a:r>
              <a:rPr lang="en-US" altLang="zh-CN" sz="1600" dirty="0">
                <a:cs typeface="Times New Roman" panose="02020603050405020304" pitchFamily="18" charset="0"/>
              </a:rPr>
              <a:t>203H10</a:t>
            </a:r>
            <a:r>
              <a:rPr lang="zh-CN" altLang="en-US" sz="1600" dirty="0">
                <a:cs typeface="Times New Roman" panose="02020603050405020304" pitchFamily="18" charset="0"/>
              </a:rPr>
              <a:t>平台不同井、不同段施工特征差异</a:t>
            </a:r>
            <a:endParaRPr lang="en-US" altLang="zh-CN" sz="1600" dirty="0">
              <a:cs typeface="Times New Roman" panose="02020603050405020304" pitchFamily="18" charset="0"/>
            </a:endParaRPr>
          </a:p>
          <a:p>
            <a:pPr fontAlgn="base">
              <a:lnSpc>
                <a:spcPct val="100000"/>
              </a:lnSpc>
              <a:spcBef>
                <a:spcPts val="600"/>
              </a:spcBef>
              <a:spcAft>
                <a:spcPts val="600"/>
              </a:spcAft>
              <a:buFont typeface="Wingdings" panose="05000000000000000000" pitchFamily="2" charset="2"/>
              <a:buChar char="l"/>
              <a:defRPr/>
            </a:pPr>
            <a:r>
              <a:rPr lang="zh-CN" altLang="en-US" sz="1600" dirty="0">
                <a:cs typeface="Times New Roman" panose="02020603050405020304" pitchFamily="18" charset="0"/>
              </a:rPr>
              <a:t>结合微地震监测解释成果，将压力曲线的波动特征与裂缝改造体积</a:t>
            </a:r>
            <a:r>
              <a:rPr lang="en-US" altLang="zh-CN" sz="1600" dirty="0">
                <a:cs typeface="Times New Roman" panose="02020603050405020304" pitchFamily="18" charset="0"/>
              </a:rPr>
              <a:t>SRV</a:t>
            </a:r>
            <a:r>
              <a:rPr lang="zh-CN" altLang="en-US" sz="1600" dirty="0">
                <a:cs typeface="Times New Roman" panose="02020603050405020304" pitchFamily="18" charset="0"/>
              </a:rPr>
              <a:t>相结合，明确裂缝改造体积的影响因素</a:t>
            </a:r>
            <a:endParaRPr lang="zh-CN" altLang="en-US" sz="1600" dirty="0">
              <a:cs typeface="Times New Roman" panose="02020603050405020304" pitchFamily="18" charset="0"/>
            </a:endParaRPr>
          </a:p>
        </p:txBody>
      </p:sp>
      <p:cxnSp>
        <p:nvCxnSpPr>
          <p:cNvPr id="9" name="直接连接符 8"/>
          <p:cNvCxnSpPr/>
          <p:nvPr/>
        </p:nvCxnSpPr>
        <p:spPr bwMode="auto">
          <a:xfrm>
            <a:off x="11534849" y="2031423"/>
            <a:ext cx="0" cy="4113529"/>
          </a:xfrm>
          <a:prstGeom prst="line">
            <a:avLst/>
          </a:prstGeom>
          <a:solidFill>
            <a:schemeClr val="accent1"/>
          </a:solidFill>
          <a:ln w="9525" cap="flat" cmpd="sng" algn="ctr">
            <a:solidFill>
              <a:schemeClr val="bg1">
                <a:lumMod val="75000"/>
              </a:schemeClr>
            </a:solidFill>
            <a:prstDash val="dash"/>
            <a:round/>
            <a:headEnd type="none" w="med" len="med"/>
            <a:tailEnd type="none" w="med" len="med"/>
          </a:ln>
          <a:effectLst/>
        </p:spPr>
      </p:cxnSp>
      <p:grpSp>
        <p:nvGrpSpPr>
          <p:cNvPr id="2" name="组合 1"/>
          <p:cNvGrpSpPr/>
          <p:nvPr/>
        </p:nvGrpSpPr>
        <p:grpSpPr>
          <a:xfrm>
            <a:off x="334962" y="2241176"/>
            <a:ext cx="5133501" cy="3984460"/>
            <a:chOff x="5966106" y="1863015"/>
            <a:chExt cx="5352272" cy="4222759"/>
          </a:xfrm>
        </p:grpSpPr>
        <p:graphicFrame>
          <p:nvGraphicFramePr>
            <p:cNvPr id="8" name="图表 7"/>
            <p:cNvGraphicFramePr/>
            <p:nvPr/>
          </p:nvGraphicFramePr>
          <p:xfrm>
            <a:off x="5966106" y="1863015"/>
            <a:ext cx="5352272" cy="4222759"/>
          </p:xfrm>
          <a:graphic>
            <a:graphicData uri="http://schemas.openxmlformats.org/drawingml/2006/chart">
              <c:chart xmlns:c="http://schemas.openxmlformats.org/drawingml/2006/chart" xmlns:r="http://schemas.openxmlformats.org/officeDocument/2006/relationships" r:id="rId1"/>
            </a:graphicData>
          </a:graphic>
        </p:graphicFrame>
        <p:sp>
          <p:nvSpPr>
            <p:cNvPr id="11" name="矩形 10"/>
            <p:cNvSpPr/>
            <p:nvPr/>
          </p:nvSpPr>
          <p:spPr>
            <a:xfrm>
              <a:off x="6703829" y="2080954"/>
              <a:ext cx="853440" cy="3397250"/>
            </a:xfrm>
            <a:prstGeom prst="rect">
              <a:avLst/>
            </a:prstGeom>
            <a:solidFill>
              <a:srgbClr val="FF0000">
                <a:alpha val="15000"/>
              </a:srgbClr>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1"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p:txBody>
        </p:sp>
        <p:sp>
          <p:nvSpPr>
            <p:cNvPr id="12" name="矩形 11"/>
            <p:cNvSpPr/>
            <p:nvPr/>
          </p:nvSpPr>
          <p:spPr>
            <a:xfrm>
              <a:off x="7557269" y="2080954"/>
              <a:ext cx="1520824" cy="3390900"/>
            </a:xfrm>
            <a:prstGeom prst="rect">
              <a:avLst/>
            </a:prstGeom>
            <a:solidFill>
              <a:srgbClr val="FFC000">
                <a:alpha val="15000"/>
              </a:srgbClr>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1"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p:txBody>
        </p:sp>
        <p:sp>
          <p:nvSpPr>
            <p:cNvPr id="13" name="矩形 12"/>
            <p:cNvSpPr/>
            <p:nvPr/>
          </p:nvSpPr>
          <p:spPr>
            <a:xfrm>
              <a:off x="9078094" y="2080954"/>
              <a:ext cx="1157606" cy="3409950"/>
            </a:xfrm>
            <a:prstGeom prst="rect">
              <a:avLst/>
            </a:prstGeom>
            <a:solidFill>
              <a:srgbClr val="FFC000">
                <a:alpha val="15000"/>
              </a:srgbClr>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1"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p:txBody>
        </p:sp>
        <p:sp>
          <p:nvSpPr>
            <p:cNvPr id="17" name="矩形 16"/>
            <p:cNvSpPr/>
            <p:nvPr/>
          </p:nvSpPr>
          <p:spPr>
            <a:xfrm>
              <a:off x="10235699" y="2080954"/>
              <a:ext cx="640557" cy="3409950"/>
            </a:xfrm>
            <a:prstGeom prst="rect">
              <a:avLst/>
            </a:prstGeom>
            <a:solidFill>
              <a:srgbClr val="00B0F0">
                <a:alpha val="15000"/>
              </a:srgbClr>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1"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p:txBody>
        </p:sp>
        <p:sp>
          <p:nvSpPr>
            <p:cNvPr id="18" name="TextBox 23"/>
            <p:cNvSpPr>
              <a:spLocks noChangeArrowheads="1"/>
            </p:cNvSpPr>
            <p:nvPr/>
          </p:nvSpPr>
          <p:spPr bwMode="auto">
            <a:xfrm>
              <a:off x="6740575" y="4152464"/>
              <a:ext cx="7475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前置</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TextBox 23"/>
            <p:cNvSpPr>
              <a:spLocks noChangeArrowheads="1"/>
            </p:cNvSpPr>
            <p:nvPr/>
          </p:nvSpPr>
          <p:spPr bwMode="auto">
            <a:xfrm>
              <a:off x="8487873" y="4154269"/>
              <a:ext cx="7475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携砂</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2" name="TextBox 23"/>
            <p:cNvSpPr>
              <a:spLocks noChangeArrowheads="1"/>
            </p:cNvSpPr>
            <p:nvPr/>
          </p:nvSpPr>
          <p:spPr bwMode="auto">
            <a:xfrm>
              <a:off x="10188750" y="4152464"/>
              <a:ext cx="7475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停泵</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
        <p:nvSpPr>
          <p:cNvPr id="23" name="文本框 38"/>
          <p:cNvSpPr txBox="1"/>
          <p:nvPr/>
        </p:nvSpPr>
        <p:spPr>
          <a:xfrm>
            <a:off x="1444784" y="6073232"/>
            <a:ext cx="3487880" cy="26161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203H10-3</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井第</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段压裂施工曲线</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 name="文本框 38"/>
          <p:cNvSpPr txBox="1"/>
          <p:nvPr/>
        </p:nvSpPr>
        <p:spPr>
          <a:xfrm>
            <a:off x="6802397" y="6070182"/>
            <a:ext cx="3487880" cy="26161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压力曲线与微地震监测动态相结合</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7" name="图片 2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0305" y="2524844"/>
            <a:ext cx="5676881" cy="3347038"/>
          </a:xfrm>
          <a:prstGeom prst="rect">
            <a:avLst/>
          </a:prstGeom>
          <a:ln>
            <a:solidFill>
              <a:schemeClr val="tx1"/>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23"/>
          <p:cNvSpPr>
            <a:spLocks noChangeArrowheads="1"/>
          </p:cNvSpPr>
          <p:nvPr/>
        </p:nvSpPr>
        <p:spPr bwMode="auto">
          <a:xfrm>
            <a:off x="-1908279" y="6046572"/>
            <a:ext cx="68936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R="0" lvl="0" indent="0" algn="ctr" fontAlgn="base">
              <a:lnSpc>
                <a:spcPct val="100000"/>
              </a:lnSpc>
              <a:spcBef>
                <a:spcPct val="0"/>
              </a:spcBef>
              <a:spcAft>
                <a:spcPct val="0"/>
              </a:spcAft>
              <a:buClrTx/>
              <a:buSzTx/>
              <a:buFontTx/>
              <a:buNone/>
              <a:defRPr/>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平稳型压力曲线</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TextBox 23"/>
          <p:cNvSpPr>
            <a:spLocks noChangeArrowheads="1"/>
          </p:cNvSpPr>
          <p:nvPr/>
        </p:nvSpPr>
        <p:spPr bwMode="auto">
          <a:xfrm>
            <a:off x="2419412" y="6046571"/>
            <a:ext cx="431811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R="0" lvl="0" indent="0" algn="ctr" fontAlgn="base">
              <a:lnSpc>
                <a:spcPct val="100000"/>
              </a:lnSpc>
              <a:spcBef>
                <a:spcPct val="0"/>
              </a:spcBef>
              <a:spcAft>
                <a:spcPct val="0"/>
              </a:spcAft>
              <a:buClrTx/>
              <a:buSzTx/>
              <a:buFontTx/>
              <a:buNone/>
              <a:defRPr/>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波动型压力曲线</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TextBox 23"/>
          <p:cNvSpPr>
            <a:spLocks noChangeArrowheads="1"/>
          </p:cNvSpPr>
          <p:nvPr/>
        </p:nvSpPr>
        <p:spPr bwMode="auto">
          <a:xfrm>
            <a:off x="5123624" y="6071644"/>
            <a:ext cx="464896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陡增型压力曲线</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TextBox 23"/>
          <p:cNvSpPr>
            <a:spLocks noChangeArrowheads="1"/>
          </p:cNvSpPr>
          <p:nvPr/>
        </p:nvSpPr>
        <p:spPr bwMode="auto">
          <a:xfrm>
            <a:off x="7068377" y="6081424"/>
            <a:ext cx="68936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base">
              <a:spcBef>
                <a:spcPct val="0"/>
              </a:spcBef>
              <a:spcAft>
                <a:spcPct val="0"/>
              </a:spcAft>
              <a:defRPr/>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跳跃型压力曲线</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p:cNvGrpSpPr/>
          <p:nvPr/>
        </p:nvGrpSpPr>
        <p:grpSpPr>
          <a:xfrm>
            <a:off x="254964" y="2830828"/>
            <a:ext cx="11565561" cy="3048456"/>
            <a:chOff x="367114" y="3035808"/>
            <a:chExt cx="11565561" cy="2850267"/>
          </a:xfrm>
        </p:grpSpPr>
        <p:grpSp>
          <p:nvGrpSpPr>
            <p:cNvPr id="9" name="组合 8"/>
            <p:cNvGrpSpPr/>
            <p:nvPr/>
          </p:nvGrpSpPr>
          <p:grpSpPr>
            <a:xfrm>
              <a:off x="367114" y="3035808"/>
              <a:ext cx="2817813" cy="2841122"/>
              <a:chOff x="35832" y="3473145"/>
              <a:chExt cx="3314269" cy="2744776"/>
            </a:xfrm>
          </p:grpSpPr>
          <p:pic>
            <p:nvPicPr>
              <p:cNvPr id="11" name="图片 10" descr="af327b62f8d3658e5b942aeebb32729"/>
              <p:cNvPicPr/>
              <p:nvPr/>
            </p:nvPicPr>
            <p:blipFill rotWithShape="1">
              <a:blip r:embed="rId1"/>
              <a:srcRect b="25079"/>
              <a:stretch>
                <a:fillRect/>
              </a:stretch>
            </p:blipFill>
            <p:spPr>
              <a:xfrm>
                <a:off x="35832" y="3473145"/>
                <a:ext cx="3314269" cy="2744776"/>
              </a:xfrm>
              <a:prstGeom prst="rect">
                <a:avLst/>
              </a:prstGeom>
            </p:spPr>
          </p:pic>
          <p:sp>
            <p:nvSpPr>
              <p:cNvPr id="5" name="椭圆 4"/>
              <p:cNvSpPr/>
              <p:nvPr/>
            </p:nvSpPr>
            <p:spPr>
              <a:xfrm>
                <a:off x="927708" y="5004599"/>
                <a:ext cx="1619795" cy="264830"/>
              </a:xfrm>
              <a:prstGeom prst="ellipse">
                <a:avLst/>
              </a:prstGeom>
              <a:noFill/>
              <a:ln>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p:cNvGrpSpPr/>
            <p:nvPr/>
          </p:nvGrpSpPr>
          <p:grpSpPr>
            <a:xfrm>
              <a:off x="3239330" y="3035809"/>
              <a:ext cx="2966618" cy="2841122"/>
              <a:chOff x="3358784" y="3639957"/>
              <a:chExt cx="3291839" cy="2577963"/>
            </a:xfrm>
          </p:grpSpPr>
          <p:pic>
            <p:nvPicPr>
              <p:cNvPr id="17" name="图片 16"/>
              <p:cNvPicPr/>
              <p:nvPr/>
            </p:nvPicPr>
            <p:blipFill rotWithShape="1">
              <a:blip r:embed="rId2"/>
              <a:srcRect b="22370"/>
              <a:stretch>
                <a:fillRect/>
              </a:stretch>
            </p:blipFill>
            <p:spPr>
              <a:xfrm>
                <a:off x="3358784" y="3639957"/>
                <a:ext cx="3291839" cy="2577963"/>
              </a:xfrm>
              <a:prstGeom prst="rect">
                <a:avLst/>
              </a:prstGeom>
              <a:noFill/>
              <a:ln>
                <a:noFill/>
              </a:ln>
            </p:spPr>
          </p:pic>
          <p:sp>
            <p:nvSpPr>
              <p:cNvPr id="25" name="椭圆 24"/>
              <p:cNvSpPr/>
              <p:nvPr/>
            </p:nvSpPr>
            <p:spPr>
              <a:xfrm>
                <a:off x="4757874" y="4519748"/>
                <a:ext cx="1236864" cy="252683"/>
              </a:xfrm>
              <a:prstGeom prst="ellipse">
                <a:avLst/>
              </a:prstGeom>
              <a:noFill/>
              <a:ln>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6378677" y="3127249"/>
              <a:ext cx="2690634" cy="2758826"/>
              <a:chOff x="6419088" y="3045814"/>
              <a:chExt cx="2690634" cy="2412159"/>
            </a:xfrm>
          </p:grpSpPr>
          <p:pic>
            <p:nvPicPr>
              <p:cNvPr id="6" name="图片 5"/>
              <p:cNvPicPr>
                <a:picLocks noChangeAspect="1"/>
              </p:cNvPicPr>
              <p:nvPr/>
            </p:nvPicPr>
            <p:blipFill rotWithShape="1">
              <a:blip r:embed="rId3"/>
              <a:srcRect b="29127"/>
              <a:stretch>
                <a:fillRect/>
              </a:stretch>
            </p:blipFill>
            <p:spPr>
              <a:xfrm>
                <a:off x="6419088" y="3045814"/>
                <a:ext cx="2690634" cy="2412159"/>
              </a:xfrm>
              <a:prstGeom prst="rect">
                <a:avLst/>
              </a:prstGeom>
            </p:spPr>
          </p:pic>
          <p:sp>
            <p:nvSpPr>
              <p:cNvPr id="26" name="椭圆 25"/>
              <p:cNvSpPr/>
              <p:nvPr/>
            </p:nvSpPr>
            <p:spPr>
              <a:xfrm>
                <a:off x="7506262" y="3833109"/>
                <a:ext cx="608300" cy="460979"/>
              </a:xfrm>
              <a:prstGeom prst="ellipse">
                <a:avLst/>
              </a:prstGeom>
              <a:noFill/>
              <a:ln>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9242040" y="3127249"/>
              <a:ext cx="2690635" cy="2758826"/>
              <a:chOff x="9242040" y="3127249"/>
              <a:chExt cx="2690635" cy="2758826"/>
            </a:xfrm>
          </p:grpSpPr>
          <p:pic>
            <p:nvPicPr>
              <p:cNvPr id="28" name="图片 27"/>
              <p:cNvPicPr>
                <a:picLocks noChangeAspect="1"/>
              </p:cNvPicPr>
              <p:nvPr/>
            </p:nvPicPr>
            <p:blipFill rotWithShape="1">
              <a:blip r:embed="rId4"/>
              <a:srcRect b="23482"/>
              <a:stretch>
                <a:fillRect/>
              </a:stretch>
            </p:blipFill>
            <p:spPr>
              <a:xfrm>
                <a:off x="9242040" y="3127249"/>
                <a:ext cx="2690635" cy="2758826"/>
              </a:xfrm>
              <a:prstGeom prst="rect">
                <a:avLst/>
              </a:prstGeom>
            </p:spPr>
          </p:pic>
          <p:sp>
            <p:nvSpPr>
              <p:cNvPr id="30" name="椭圆 29"/>
              <p:cNvSpPr/>
              <p:nvPr/>
            </p:nvSpPr>
            <p:spPr>
              <a:xfrm>
                <a:off x="10010775" y="3986783"/>
                <a:ext cx="1702689" cy="908361"/>
              </a:xfrm>
              <a:prstGeom prst="ellipse">
                <a:avLst/>
              </a:prstGeom>
              <a:noFill/>
              <a:ln>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0" name="矩形 19"/>
          <p:cNvSpPr/>
          <p:nvPr/>
        </p:nvSpPr>
        <p:spPr>
          <a:xfrm>
            <a:off x="429601" y="811428"/>
            <a:ext cx="10052311"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、对比泸</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203H10</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平台</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1-4</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井压力施工曲线特征，对所有压力曲线进行了</a:t>
            </a:r>
            <a:r>
              <a:rPr lang="zh-CN" altLang="en-US" dirty="0">
                <a:solidFill>
                  <a:prstClr val="black"/>
                </a:solidFill>
                <a:latin typeface="微软雅黑" panose="020B0503020204020204" pitchFamily="34" charset="-122"/>
                <a:ea typeface="微软雅黑" panose="020B0503020204020204" pitchFamily="34" charset="-122"/>
              </a:rPr>
              <a:t>整体</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分类</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8"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21" name="TextBox 2"/>
          <p:cNvSpPr txBox="1">
            <a:spLocks noChangeArrowheads="1"/>
          </p:cNvSpPr>
          <p:nvPr/>
        </p:nvSpPr>
        <p:spPr bwMode="auto">
          <a:xfrm>
            <a:off x="334962" y="1348799"/>
            <a:ext cx="11485563" cy="1154146"/>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spcBef>
                <a:spcPts val="600"/>
              </a:spcBef>
              <a:spcAft>
                <a:spcPts val="600"/>
              </a:spcAft>
              <a:buFont typeface="Wingdings" panose="05000000000000000000" pitchFamily="2" charset="2"/>
              <a:buChar char="l"/>
              <a:defRPr/>
            </a:pPr>
            <a:r>
              <a:rPr lang="zh-CN" altLang="en-US" sz="1600" dirty="0">
                <a:cs typeface="Times New Roman" panose="02020603050405020304" pitchFamily="18" charset="0"/>
              </a:rPr>
              <a:t>泸</a:t>
            </a:r>
            <a:r>
              <a:rPr lang="en-US" altLang="zh-CN" sz="1600" dirty="0">
                <a:cs typeface="Times New Roman" panose="02020603050405020304" pitchFamily="18" charset="0"/>
              </a:rPr>
              <a:t>203H10</a:t>
            </a:r>
            <a:r>
              <a:rPr lang="zh-CN" altLang="en-US" sz="1600" dirty="0">
                <a:cs typeface="Times New Roman" panose="02020603050405020304" pitchFamily="18" charset="0"/>
              </a:rPr>
              <a:t>平台</a:t>
            </a:r>
            <a:r>
              <a:rPr lang="en-US" altLang="zh-CN" sz="1600" dirty="0">
                <a:cs typeface="Times New Roman" panose="02020603050405020304" pitchFamily="18" charset="0"/>
              </a:rPr>
              <a:t>1-4</a:t>
            </a:r>
            <a:r>
              <a:rPr lang="zh-CN" altLang="en-US" sz="1600" dirty="0">
                <a:cs typeface="Times New Roman" panose="02020603050405020304" pitchFamily="18" charset="0"/>
              </a:rPr>
              <a:t>井累计完成压裂</a:t>
            </a:r>
            <a:r>
              <a:rPr lang="en-US" altLang="zh-CN" sz="1600" dirty="0">
                <a:cs typeface="Times New Roman" panose="02020603050405020304" pitchFamily="18" charset="0"/>
              </a:rPr>
              <a:t>72</a:t>
            </a:r>
            <a:r>
              <a:rPr lang="zh-CN" altLang="en-US" sz="1600" dirty="0">
                <a:cs typeface="Times New Roman" panose="02020603050405020304" pitchFamily="18" charset="0"/>
              </a:rPr>
              <a:t>段，开展差异化压裂设计，其中主体段</a:t>
            </a:r>
            <a:r>
              <a:rPr lang="en-US" altLang="zh-CN" sz="1600" dirty="0">
                <a:cs typeface="Times New Roman" panose="02020603050405020304" pitchFamily="18" charset="0"/>
              </a:rPr>
              <a:t>28</a:t>
            </a:r>
            <a:r>
              <a:rPr lang="zh-CN" altLang="en-US" sz="1600" dirty="0">
                <a:cs typeface="Times New Roman" panose="02020603050405020304" pitchFamily="18" charset="0"/>
              </a:rPr>
              <a:t>段（占比</a:t>
            </a:r>
            <a:r>
              <a:rPr lang="en-US" altLang="zh-CN" sz="1600" dirty="0">
                <a:cs typeface="Times New Roman" panose="02020603050405020304" pitchFamily="18" charset="0"/>
              </a:rPr>
              <a:t>39%</a:t>
            </a:r>
            <a:r>
              <a:rPr lang="zh-CN" altLang="en-US" sz="1600" dirty="0">
                <a:cs typeface="Times New Roman" panose="02020603050405020304" pitchFamily="18" charset="0"/>
              </a:rPr>
              <a:t>），渐进防控段</a:t>
            </a:r>
            <a:r>
              <a:rPr lang="en-US" altLang="zh-CN" sz="1600" dirty="0">
                <a:cs typeface="Times New Roman" panose="02020603050405020304" pitchFamily="18" charset="0"/>
              </a:rPr>
              <a:t>31</a:t>
            </a:r>
            <a:r>
              <a:rPr lang="zh-CN" altLang="en-US" sz="1600" dirty="0">
                <a:cs typeface="Times New Roman" panose="02020603050405020304" pitchFamily="18" charset="0"/>
              </a:rPr>
              <a:t>段（占比</a:t>
            </a:r>
            <a:r>
              <a:rPr lang="en-US" altLang="zh-CN" sz="1600" dirty="0">
                <a:cs typeface="Times New Roman" panose="02020603050405020304" pitchFamily="18" charset="0"/>
              </a:rPr>
              <a:t>43%</a:t>
            </a:r>
            <a:r>
              <a:rPr lang="zh-CN" altLang="en-US" sz="1600" dirty="0">
                <a:cs typeface="Times New Roman" panose="02020603050405020304" pitchFamily="18" charset="0"/>
              </a:rPr>
              <a:t>），风险段</a:t>
            </a:r>
            <a:r>
              <a:rPr lang="en-US" altLang="zh-CN" sz="1600" dirty="0">
                <a:cs typeface="Times New Roman" panose="02020603050405020304" pitchFamily="18" charset="0"/>
              </a:rPr>
              <a:t>13</a:t>
            </a:r>
            <a:r>
              <a:rPr lang="zh-CN" altLang="en-US" sz="1600" dirty="0">
                <a:cs typeface="Times New Roman" panose="02020603050405020304" pitchFamily="18" charset="0"/>
              </a:rPr>
              <a:t>段（占比</a:t>
            </a:r>
            <a:r>
              <a:rPr lang="en-US" altLang="zh-CN" sz="1600" dirty="0">
                <a:cs typeface="Times New Roman" panose="02020603050405020304" pitchFamily="18" charset="0"/>
              </a:rPr>
              <a:t>18%</a:t>
            </a:r>
            <a:r>
              <a:rPr lang="zh-CN" altLang="en-US" sz="1600" dirty="0">
                <a:cs typeface="Times New Roman" panose="02020603050405020304" pitchFamily="18" charset="0"/>
              </a:rPr>
              <a:t>）</a:t>
            </a:r>
            <a:endParaRPr lang="en-US" altLang="zh-CN" sz="1600" dirty="0">
              <a:cs typeface="Times New Roman" panose="02020603050405020304" pitchFamily="18" charset="0"/>
            </a:endParaRPr>
          </a:p>
          <a:p>
            <a:pPr fontAlgn="base">
              <a:lnSpc>
                <a:spcPct val="100000"/>
              </a:lnSpc>
              <a:spcAft>
                <a:spcPts val="600"/>
              </a:spcAft>
              <a:buFont typeface="Wingdings" panose="05000000000000000000" pitchFamily="2" charset="2"/>
              <a:buChar char="l"/>
              <a:defRPr/>
            </a:pPr>
            <a:r>
              <a:rPr lang="zh-CN" altLang="en-US" sz="1600" dirty="0">
                <a:cs typeface="Times New Roman" panose="02020603050405020304" pitchFamily="18" charset="0"/>
              </a:rPr>
              <a:t>结合压力曲线主体波动特征，将泸</a:t>
            </a:r>
            <a:r>
              <a:rPr lang="en-US" altLang="zh-CN" sz="1600" dirty="0">
                <a:cs typeface="Times New Roman" panose="02020603050405020304" pitchFamily="18" charset="0"/>
              </a:rPr>
              <a:t>203H10</a:t>
            </a:r>
            <a:r>
              <a:rPr lang="zh-CN" altLang="en-US" sz="1600" dirty="0">
                <a:cs typeface="Times New Roman" panose="02020603050405020304" pitchFamily="18" charset="0"/>
              </a:rPr>
              <a:t>平台</a:t>
            </a:r>
            <a:r>
              <a:rPr lang="en-US" altLang="zh-CN" sz="1600" dirty="0">
                <a:cs typeface="Times New Roman" panose="02020603050405020304" pitchFamily="18" charset="0"/>
              </a:rPr>
              <a:t>1-4 </a:t>
            </a:r>
            <a:r>
              <a:rPr lang="zh-CN" altLang="en-US" sz="1600" dirty="0">
                <a:cs typeface="Times New Roman" panose="02020603050405020304" pitchFamily="18" charset="0"/>
              </a:rPr>
              <a:t>井</a:t>
            </a:r>
            <a:r>
              <a:rPr lang="en-US" altLang="zh-CN" sz="1600" dirty="0">
                <a:cs typeface="Times New Roman" panose="02020603050405020304" pitchFamily="18" charset="0"/>
              </a:rPr>
              <a:t>72</a:t>
            </a:r>
            <a:r>
              <a:rPr lang="zh-CN" altLang="en-US" sz="1600" dirty="0">
                <a:cs typeface="Times New Roman" panose="02020603050405020304" pitchFamily="18" charset="0"/>
              </a:rPr>
              <a:t>段压力施工曲线整体分为四类：</a:t>
            </a:r>
            <a:r>
              <a:rPr lang="zh-CN" altLang="en-US" sz="1600" dirty="0">
                <a:solidFill>
                  <a:srgbClr val="FF0000"/>
                </a:solidFill>
                <a:cs typeface="Times New Roman" panose="02020603050405020304" pitchFamily="18" charset="0"/>
              </a:rPr>
              <a:t>平稳型</a:t>
            </a:r>
            <a:r>
              <a:rPr lang="zh-CN" altLang="en-US" sz="1600" dirty="0">
                <a:cs typeface="Times New Roman" panose="02020603050405020304" pitchFamily="18" charset="0"/>
              </a:rPr>
              <a:t>、</a:t>
            </a:r>
            <a:r>
              <a:rPr lang="zh-CN" altLang="en-US" sz="1600" dirty="0">
                <a:solidFill>
                  <a:srgbClr val="FF0000"/>
                </a:solidFill>
                <a:cs typeface="Times New Roman" panose="02020603050405020304" pitchFamily="18" charset="0"/>
              </a:rPr>
              <a:t>波动型</a:t>
            </a:r>
            <a:r>
              <a:rPr lang="zh-CN" altLang="en-US" sz="1600" dirty="0">
                <a:cs typeface="Times New Roman" panose="02020603050405020304" pitchFamily="18" charset="0"/>
              </a:rPr>
              <a:t>、</a:t>
            </a:r>
            <a:r>
              <a:rPr lang="zh-CN" altLang="en-US" sz="1600" dirty="0">
                <a:solidFill>
                  <a:srgbClr val="FF0000"/>
                </a:solidFill>
                <a:cs typeface="Times New Roman" panose="02020603050405020304" pitchFamily="18" charset="0"/>
              </a:rPr>
              <a:t>陡增型</a:t>
            </a:r>
            <a:r>
              <a:rPr lang="zh-CN" altLang="en-US" sz="1600" dirty="0">
                <a:cs typeface="Times New Roman" panose="02020603050405020304" pitchFamily="18" charset="0"/>
              </a:rPr>
              <a:t>、</a:t>
            </a:r>
            <a:r>
              <a:rPr lang="zh-CN" altLang="en-US" sz="1600" dirty="0">
                <a:solidFill>
                  <a:srgbClr val="FF0000"/>
                </a:solidFill>
                <a:cs typeface="Times New Roman" panose="02020603050405020304" pitchFamily="18" charset="0"/>
              </a:rPr>
              <a:t>跳跃型</a:t>
            </a:r>
            <a:endParaRPr lang="zh-CN" altLang="en-US" sz="1600" dirty="0">
              <a:solidFill>
                <a:srgbClr val="FF0000"/>
              </a:solidFill>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23"/>
          <p:cNvSpPr>
            <a:spLocks noChangeArrowheads="1"/>
          </p:cNvSpPr>
          <p:nvPr/>
        </p:nvSpPr>
        <p:spPr bwMode="auto">
          <a:xfrm>
            <a:off x="2173049" y="6094197"/>
            <a:ext cx="689365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203H10</a:t>
            </a:r>
            <a:r>
              <a:rPr lang="zh-CN" altLang="en-US" sz="11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平台</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1-4</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井压力施工曲线类型统计</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5" name="表格 14"/>
          <p:cNvGraphicFramePr>
            <a:graphicFrameLocks noGrp="1"/>
          </p:cNvGraphicFramePr>
          <p:nvPr>
            <p:custDataLst>
              <p:tags r:id="rId1"/>
            </p:custDataLst>
          </p:nvPr>
        </p:nvGraphicFramePr>
        <p:xfrm>
          <a:off x="334961" y="2540288"/>
          <a:ext cx="11485564" cy="3370316"/>
        </p:xfrm>
        <a:graphic>
          <a:graphicData uri="http://schemas.openxmlformats.org/drawingml/2006/table">
            <a:tbl>
              <a:tblPr/>
              <a:tblGrid>
                <a:gridCol w="2742808"/>
                <a:gridCol w="1749252"/>
                <a:gridCol w="1748376"/>
                <a:gridCol w="1748376"/>
                <a:gridCol w="1748376"/>
                <a:gridCol w="1748376"/>
              </a:tblGrid>
              <a:tr h="771742">
                <a:tc>
                  <a:txBody>
                    <a:bodyPr/>
                    <a:lstStyle/>
                    <a:p>
                      <a:pPr algn="ctr" fontAlgn="ctr"/>
                      <a:r>
                        <a:rPr lang="zh-CN" altLang="en-US" sz="1100" b="1" i="0" u="none" strike="noStrike" dirty="0">
                          <a:solidFill>
                            <a:schemeClr val="tx1"/>
                          </a:solidFill>
                          <a:effectLst/>
                          <a:latin typeface="微软雅黑" panose="020B0503020204020204" pitchFamily="34" charset="-122"/>
                          <a:ea typeface="微软雅黑" panose="020B0503020204020204" pitchFamily="34" charset="-122"/>
                        </a:rPr>
                        <a:t>井名</a:t>
                      </a:r>
                      <a:endParaRPr lang="zh-CN" altLang="en-US" sz="1100" b="1"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1200" b="0" dirty="0">
                          <a:latin typeface="微软雅黑" panose="020B0503020204020204" pitchFamily="34" charset="-122"/>
                          <a:ea typeface="微软雅黑" panose="020B0503020204020204" pitchFamily="34" charset="-122"/>
                        </a:rPr>
                        <a:t>平稳型曲线</a:t>
                      </a:r>
                      <a:endParaRPr lang="zh-CN" altLang="en-US" sz="1200" b="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1200" b="0" dirty="0">
                          <a:latin typeface="微软雅黑" panose="020B0503020204020204" pitchFamily="34" charset="-122"/>
                          <a:ea typeface="微软雅黑" panose="020B0503020204020204" pitchFamily="34" charset="-122"/>
                        </a:rPr>
                        <a:t>波动型曲线</a:t>
                      </a:r>
                      <a:endParaRPr lang="zh-CN" altLang="en-US" sz="1200" b="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1200" b="0" dirty="0">
                          <a:latin typeface="微软雅黑" panose="020B0503020204020204" pitchFamily="34" charset="-122"/>
                          <a:ea typeface="微软雅黑" panose="020B0503020204020204" pitchFamily="34" charset="-122"/>
                        </a:rPr>
                        <a:t>陡增型曲线</a:t>
                      </a:r>
                      <a:endParaRPr lang="zh-CN" altLang="en-US" sz="1200" b="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1200" b="0" kern="1200" dirty="0">
                          <a:solidFill>
                            <a:schemeClr val="tx1"/>
                          </a:solidFill>
                          <a:latin typeface="微软雅黑" panose="020B0503020204020204" pitchFamily="34" charset="-122"/>
                          <a:ea typeface="微软雅黑" panose="020B0503020204020204" pitchFamily="34" charset="-122"/>
                          <a:cs typeface="+mn-cs"/>
                        </a:rPr>
                        <a:t>跳跃型</a:t>
                      </a:r>
                      <a:r>
                        <a:rPr lang="zh-CN" altLang="en-US" sz="1200" b="0" dirty="0">
                          <a:latin typeface="微软雅黑" panose="020B0503020204020204" pitchFamily="34" charset="-122"/>
                          <a:ea typeface="微软雅黑" panose="020B0503020204020204" pitchFamily="34" charset="-122"/>
                        </a:rPr>
                        <a:t>曲线</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1200" b="0" kern="1200" dirty="0">
                          <a:solidFill>
                            <a:srgbClr val="FF0000"/>
                          </a:solidFill>
                          <a:latin typeface="微软雅黑" panose="020B0503020204020204" pitchFamily="34" charset="-122"/>
                          <a:ea typeface="微软雅黑" panose="020B0503020204020204" pitchFamily="34" charset="-122"/>
                          <a:cs typeface="+mn-cs"/>
                        </a:rPr>
                        <a:t>汇总</a:t>
                      </a:r>
                      <a:endParaRPr lang="zh-CN" altLang="en-US" sz="1200" b="0" kern="1200" dirty="0">
                        <a:solidFill>
                          <a:srgbClr val="FF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433190">
                <a:tc>
                  <a:txBody>
                    <a:bodyPr/>
                    <a:lstStyle/>
                    <a:p>
                      <a:pPr algn="ctr" fontAlgn="ctr">
                        <a:buNone/>
                      </a:pP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泸203H10-1</a:t>
                      </a:r>
                      <a:endParaRPr lang="en-US" altLang="zh-CN"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5</a:t>
                      </a:r>
                      <a:endParaRPr lang="en-US" altLang="zh-CN"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5</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2</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2</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14</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3752">
                <a:tc>
                  <a:txBody>
                    <a:bodyPr/>
                    <a:lstStyle/>
                    <a:p>
                      <a:pPr algn="ctr" fontAlgn="ctr">
                        <a:buNone/>
                      </a:pP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泸203H10-2</a:t>
                      </a:r>
                      <a:endParaRPr lang="en-US" altLang="zh-CN"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4</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5</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8</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18</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2626">
                <a:tc>
                  <a:txBody>
                    <a:bodyPr/>
                    <a:lstStyle/>
                    <a:p>
                      <a:pPr algn="ctr" fontAlgn="ct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泸</a:t>
                      </a: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203H10-3</a:t>
                      </a:r>
                      <a:endParaRPr lang="en-US" altLang="zh-CN"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3</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6</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5</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5</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19</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2626">
                <a:tc>
                  <a:txBody>
                    <a:bodyPr/>
                    <a:lstStyle/>
                    <a:p>
                      <a:pPr marL="0" marR="0" indent="0" algn="ctr" defTabSz="1218565" rtl="0" eaLnBrk="1" fontAlgn="ctr" latinLnBrk="0" hangingPunct="1">
                        <a:lnSpc>
                          <a:spcPct val="100000"/>
                        </a:lnSpc>
                        <a:spcBef>
                          <a:spcPts val="0"/>
                        </a:spcBef>
                        <a:spcAft>
                          <a:spcPts val="0"/>
                        </a:spcAft>
                        <a:buClrTx/>
                        <a:buSzTx/>
                        <a:buFontTx/>
                        <a:buNone/>
                        <a:defRPr/>
                      </a:pP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泸</a:t>
                      </a: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203H10-4</a:t>
                      </a:r>
                      <a:endParaRPr lang="en-US" altLang="zh-CN"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3</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3</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5</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21</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3190">
                <a:tc>
                  <a:txBody>
                    <a:bodyPr/>
                    <a:lstStyle/>
                    <a:p>
                      <a:pPr algn="ctr" fontAlgn="ctr"/>
                      <a:r>
                        <a:rPr lang="zh-CN" altLang="en-US" sz="1100" b="1" i="0" u="none" strike="noStrike" dirty="0">
                          <a:solidFill>
                            <a:schemeClr val="tx1"/>
                          </a:solidFill>
                          <a:effectLst/>
                          <a:latin typeface="微软雅黑" panose="020B0503020204020204" pitchFamily="34" charset="-122"/>
                          <a:ea typeface="微软雅黑" panose="020B0503020204020204" pitchFamily="34" charset="-122"/>
                        </a:rPr>
                        <a:t>汇总</a:t>
                      </a:r>
                      <a:endParaRPr lang="en-US" sz="1100" b="1"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15</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26</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20</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72</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3190">
                <a:tc>
                  <a:txBody>
                    <a:bodyPr/>
                    <a:lstStyle/>
                    <a:p>
                      <a:pPr algn="ctr" fontAlgn="ctr"/>
                      <a:r>
                        <a:rPr lang="zh-CN" altLang="en-US" sz="1100" b="1" i="0" u="none" strike="noStrike" dirty="0">
                          <a:solidFill>
                            <a:srgbClr val="FF0000"/>
                          </a:solidFill>
                          <a:effectLst/>
                          <a:latin typeface="微软雅黑" panose="020B0503020204020204" pitchFamily="34" charset="-122"/>
                          <a:ea typeface="微软雅黑" panose="020B0503020204020204" pitchFamily="34" charset="-122"/>
                        </a:rPr>
                        <a:t>占比</a:t>
                      </a:r>
                      <a:endParaRPr lang="en-US" sz="1100" b="1" i="0" u="none" strike="noStrike" dirty="0">
                        <a:solidFill>
                          <a:srgbClr val="FF0000"/>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21%</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36%</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15%</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28%</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100%</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 name="TextBox 2"/>
          <p:cNvSpPr txBox="1">
            <a:spLocks noChangeArrowheads="1"/>
          </p:cNvSpPr>
          <p:nvPr/>
        </p:nvSpPr>
        <p:spPr bwMode="auto">
          <a:xfrm>
            <a:off x="334962" y="1356690"/>
            <a:ext cx="11485563" cy="113875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lnSpc>
                <a:spcPct val="100000"/>
              </a:lnSpc>
              <a:spcBef>
                <a:spcPts val="600"/>
              </a:spcBef>
              <a:spcAft>
                <a:spcPts val="600"/>
              </a:spcAft>
              <a:buFont typeface="Wingdings" panose="05000000000000000000" pitchFamily="2" charset="2"/>
              <a:buChar char="l"/>
              <a:defRPr/>
            </a:pPr>
            <a:r>
              <a:rPr lang="zh-CN" altLang="en-US" sz="1600" dirty="0">
                <a:cs typeface="Times New Roman" panose="02020603050405020304" pitchFamily="18" charset="0"/>
              </a:rPr>
              <a:t>在泸</a:t>
            </a:r>
            <a:r>
              <a:rPr lang="en-US" altLang="zh-CN" sz="1600" dirty="0">
                <a:cs typeface="Times New Roman" panose="02020603050405020304" pitchFamily="18" charset="0"/>
              </a:rPr>
              <a:t>203H10</a:t>
            </a:r>
            <a:r>
              <a:rPr lang="zh-CN" altLang="en-US" sz="1600" dirty="0">
                <a:cs typeface="Times New Roman" panose="02020603050405020304" pitchFamily="18" charset="0"/>
              </a:rPr>
              <a:t>平台</a:t>
            </a:r>
            <a:r>
              <a:rPr lang="en-US" altLang="zh-CN" sz="1600" dirty="0">
                <a:cs typeface="Times New Roman" panose="02020603050405020304" pitchFamily="18" charset="0"/>
              </a:rPr>
              <a:t>1-4</a:t>
            </a:r>
            <a:r>
              <a:rPr lang="zh-CN" altLang="en-US" sz="1600" dirty="0">
                <a:cs typeface="Times New Roman" panose="02020603050405020304" pitchFamily="18" charset="0"/>
              </a:rPr>
              <a:t>井</a:t>
            </a:r>
            <a:r>
              <a:rPr lang="en-US" altLang="zh-CN" sz="1600" dirty="0">
                <a:cs typeface="Times New Roman" panose="02020603050405020304" pitchFamily="18" charset="0"/>
              </a:rPr>
              <a:t>72</a:t>
            </a:r>
            <a:r>
              <a:rPr lang="zh-CN" altLang="en-US" sz="1600" dirty="0">
                <a:cs typeface="Times New Roman" panose="02020603050405020304" pitchFamily="18" charset="0"/>
              </a:rPr>
              <a:t>段压力施工曲线中，平稳型曲线</a:t>
            </a:r>
            <a:r>
              <a:rPr lang="en-US" altLang="zh-CN" sz="1600" dirty="0">
                <a:cs typeface="Times New Roman" panose="02020603050405020304" pitchFamily="18" charset="0"/>
              </a:rPr>
              <a:t>15</a:t>
            </a:r>
            <a:r>
              <a:rPr lang="zh-CN" altLang="en-US" sz="1600" dirty="0">
                <a:cs typeface="Times New Roman" panose="02020603050405020304" pitchFamily="18" charset="0"/>
              </a:rPr>
              <a:t>段、波动型曲线</a:t>
            </a:r>
            <a:r>
              <a:rPr lang="en-US" altLang="zh-CN" sz="1600" dirty="0">
                <a:cs typeface="Times New Roman" panose="02020603050405020304" pitchFamily="18" charset="0"/>
              </a:rPr>
              <a:t>26</a:t>
            </a:r>
            <a:r>
              <a:rPr lang="zh-CN" altLang="en-US" sz="1600" dirty="0">
                <a:cs typeface="Times New Roman" panose="02020603050405020304" pitchFamily="18" charset="0"/>
              </a:rPr>
              <a:t>段、陡增型曲线</a:t>
            </a:r>
            <a:r>
              <a:rPr lang="en-US" altLang="zh-CN" sz="1600" dirty="0">
                <a:cs typeface="Times New Roman" panose="02020603050405020304" pitchFamily="18" charset="0"/>
              </a:rPr>
              <a:t>11</a:t>
            </a:r>
            <a:r>
              <a:rPr lang="zh-CN" altLang="en-US" sz="1600" dirty="0">
                <a:cs typeface="Times New Roman" panose="02020603050405020304" pitchFamily="18" charset="0"/>
              </a:rPr>
              <a:t>段、跳跃型曲线</a:t>
            </a:r>
            <a:r>
              <a:rPr lang="en-US" altLang="zh-CN" sz="1600" dirty="0">
                <a:cs typeface="Times New Roman" panose="02020603050405020304" pitchFamily="18" charset="0"/>
              </a:rPr>
              <a:t>20</a:t>
            </a:r>
            <a:r>
              <a:rPr lang="zh-CN" altLang="en-US" sz="1600" dirty="0">
                <a:cs typeface="Times New Roman" panose="02020603050405020304" pitchFamily="18" charset="0"/>
              </a:rPr>
              <a:t>段</a:t>
            </a:r>
            <a:endParaRPr lang="en-US" altLang="zh-CN" sz="1600" dirty="0">
              <a:cs typeface="Times New Roman" panose="02020603050405020304" pitchFamily="18" charset="0"/>
            </a:endParaRPr>
          </a:p>
          <a:p>
            <a:pPr fontAlgn="base">
              <a:lnSpc>
                <a:spcPct val="100000"/>
              </a:lnSpc>
              <a:spcBef>
                <a:spcPts val="600"/>
              </a:spcBef>
              <a:spcAft>
                <a:spcPts val="600"/>
              </a:spcAft>
              <a:buFont typeface="Wingdings" panose="05000000000000000000" pitchFamily="2" charset="2"/>
              <a:buChar char="l"/>
              <a:defRPr/>
            </a:pPr>
            <a:r>
              <a:rPr lang="zh-CN" altLang="en-US" sz="1600" dirty="0">
                <a:solidFill>
                  <a:srgbClr val="FF0000"/>
                </a:solidFill>
                <a:cs typeface="Times New Roman" panose="02020603050405020304" pitchFamily="18" charset="0"/>
              </a:rPr>
              <a:t>主体段</a:t>
            </a:r>
            <a:r>
              <a:rPr lang="zh-CN" altLang="en-US" sz="1600" dirty="0">
                <a:cs typeface="Times New Roman" panose="02020603050405020304" pitchFamily="18" charset="0"/>
              </a:rPr>
              <a:t>主要为</a:t>
            </a:r>
            <a:r>
              <a:rPr lang="zh-CN" altLang="en-US" sz="1600" dirty="0">
                <a:solidFill>
                  <a:srgbClr val="FF0000"/>
                </a:solidFill>
                <a:cs typeface="Times New Roman" panose="02020603050405020304" pitchFamily="18" charset="0"/>
              </a:rPr>
              <a:t>陡增型曲线</a:t>
            </a:r>
            <a:r>
              <a:rPr lang="zh-CN" altLang="en-US" sz="1600" dirty="0">
                <a:cs typeface="Times New Roman" panose="02020603050405020304" pitchFamily="18" charset="0"/>
              </a:rPr>
              <a:t>和</a:t>
            </a:r>
            <a:r>
              <a:rPr lang="zh-CN" altLang="en-US" sz="1600" dirty="0">
                <a:solidFill>
                  <a:srgbClr val="FF0000"/>
                </a:solidFill>
                <a:cs typeface="Times New Roman" panose="02020603050405020304" pitchFamily="18" charset="0"/>
              </a:rPr>
              <a:t>跳跃型曲线</a:t>
            </a:r>
            <a:r>
              <a:rPr lang="zh-CN" altLang="en-US" sz="1600" dirty="0">
                <a:cs typeface="Times New Roman" panose="02020603050405020304" pitchFamily="18" charset="0"/>
              </a:rPr>
              <a:t>；</a:t>
            </a:r>
            <a:r>
              <a:rPr lang="zh-CN" altLang="en-US" sz="1600" dirty="0">
                <a:solidFill>
                  <a:srgbClr val="FF0000"/>
                </a:solidFill>
                <a:cs typeface="Times New Roman" panose="02020603050405020304" pitchFamily="18" charset="0"/>
              </a:rPr>
              <a:t>渐进防控段</a:t>
            </a:r>
            <a:r>
              <a:rPr lang="zh-CN" altLang="en-US" sz="1600" dirty="0">
                <a:cs typeface="Times New Roman" panose="02020603050405020304" pitchFamily="18" charset="0"/>
              </a:rPr>
              <a:t>主要为</a:t>
            </a:r>
            <a:r>
              <a:rPr lang="zh-CN" altLang="en-US" sz="1600" dirty="0">
                <a:solidFill>
                  <a:srgbClr val="FF0000"/>
                </a:solidFill>
                <a:cs typeface="Times New Roman" panose="02020603050405020304" pitchFamily="18" charset="0"/>
              </a:rPr>
              <a:t>波动型曲线</a:t>
            </a:r>
            <a:r>
              <a:rPr lang="zh-CN" altLang="en-US" sz="1600" dirty="0">
                <a:cs typeface="Times New Roman" panose="02020603050405020304" pitchFamily="18" charset="0"/>
              </a:rPr>
              <a:t>；</a:t>
            </a:r>
            <a:r>
              <a:rPr lang="zh-CN" altLang="en-US" sz="1600" dirty="0">
                <a:solidFill>
                  <a:srgbClr val="FF0000"/>
                </a:solidFill>
                <a:cs typeface="Times New Roman" panose="02020603050405020304" pitchFamily="18" charset="0"/>
              </a:rPr>
              <a:t>风险段</a:t>
            </a:r>
            <a:r>
              <a:rPr lang="zh-CN" altLang="en-US" sz="1600" dirty="0">
                <a:cs typeface="Times New Roman" panose="02020603050405020304" pitchFamily="18" charset="0"/>
              </a:rPr>
              <a:t>主要为</a:t>
            </a:r>
            <a:r>
              <a:rPr lang="zh-CN" altLang="en-US" sz="1600" dirty="0">
                <a:solidFill>
                  <a:srgbClr val="FF0000"/>
                </a:solidFill>
                <a:cs typeface="Times New Roman" panose="02020603050405020304" pitchFamily="18" charset="0"/>
              </a:rPr>
              <a:t>平稳型曲线</a:t>
            </a:r>
            <a:endParaRPr lang="en-US" altLang="zh-CN" sz="1600" dirty="0">
              <a:solidFill>
                <a:srgbClr val="FF0000"/>
              </a:solidFill>
              <a:cs typeface="Times New Roman" panose="02020603050405020304" pitchFamily="18" charset="0"/>
            </a:endParaRPr>
          </a:p>
          <a:p>
            <a:pPr fontAlgn="base">
              <a:lnSpc>
                <a:spcPct val="100000"/>
              </a:lnSpc>
              <a:spcBef>
                <a:spcPts val="600"/>
              </a:spcBef>
              <a:spcAft>
                <a:spcPts val="600"/>
              </a:spcAft>
              <a:buFont typeface="Wingdings" panose="05000000000000000000" pitchFamily="2" charset="2"/>
              <a:buChar char="l"/>
              <a:defRPr/>
            </a:pPr>
            <a:r>
              <a:rPr lang="zh-CN" altLang="en-US" sz="1600" dirty="0">
                <a:cs typeface="Times New Roman" panose="02020603050405020304" pitchFamily="18" charset="0"/>
              </a:rPr>
              <a:t>由于天然裂缝发育、压窜、套变风险高等问题，</a:t>
            </a:r>
            <a:r>
              <a:rPr lang="zh-CN" altLang="en-US" sz="1600" dirty="0">
                <a:solidFill>
                  <a:srgbClr val="FF0000"/>
                </a:solidFill>
                <a:cs typeface="Times New Roman" panose="02020603050405020304" pitchFamily="18" charset="0"/>
              </a:rPr>
              <a:t>泸</a:t>
            </a:r>
            <a:r>
              <a:rPr lang="en-US" altLang="zh-CN" sz="1600" dirty="0">
                <a:solidFill>
                  <a:srgbClr val="FF0000"/>
                </a:solidFill>
                <a:cs typeface="Times New Roman" panose="02020603050405020304" pitchFamily="18" charset="0"/>
              </a:rPr>
              <a:t>203</a:t>
            </a:r>
            <a:r>
              <a:rPr lang="zh-CN" altLang="en-US" sz="1600" dirty="0">
                <a:solidFill>
                  <a:srgbClr val="FF0000"/>
                </a:solidFill>
                <a:cs typeface="Times New Roman" panose="02020603050405020304" pitchFamily="18" charset="0"/>
              </a:rPr>
              <a:t>井区整体施工压力波动变化特征明显</a:t>
            </a:r>
            <a:endParaRPr lang="en-US" altLang="zh-CN" sz="1600" dirty="0">
              <a:solidFill>
                <a:srgbClr val="FF0000"/>
              </a:solidFill>
              <a:cs typeface="Times New Roman" panose="02020603050405020304" pitchFamily="18" charset="0"/>
            </a:endParaRPr>
          </a:p>
        </p:txBody>
      </p:sp>
      <p:sp>
        <p:nvSpPr>
          <p:cNvPr id="9"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10" name="矩形 9"/>
          <p:cNvSpPr/>
          <p:nvPr/>
        </p:nvSpPr>
        <p:spPr>
          <a:xfrm>
            <a:off x="429601" y="811428"/>
            <a:ext cx="10052311"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、对比泸</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203H10</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平台</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1-4</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井压力施工曲线特征，对所有压力曲线进行了</a:t>
            </a:r>
            <a:r>
              <a:rPr lang="zh-CN" altLang="en-US" dirty="0">
                <a:solidFill>
                  <a:prstClr val="black"/>
                </a:solidFill>
                <a:latin typeface="微软雅黑" panose="020B0503020204020204" pitchFamily="34" charset="-122"/>
                <a:ea typeface="微软雅黑" panose="020B0503020204020204" pitchFamily="34" charset="-122"/>
              </a:rPr>
              <a:t>整体</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分类</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8812439"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、基于</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72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段施工曲线“前置</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携砂</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停泵”三个阶段特征进行了精细化</a:t>
            </a:r>
            <a:r>
              <a:rPr lang="zh-CN" altLang="en-US" dirty="0">
                <a:solidFill>
                  <a:prstClr val="black"/>
                </a:solidFill>
                <a:latin typeface="微软雅黑" panose="020B0503020204020204" pitchFamily="34" charset="-122"/>
                <a:ea typeface="微软雅黑" panose="020B0503020204020204" pitchFamily="34" charset="-122"/>
              </a:rPr>
              <a:t>归纳</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8"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21" name="TextBox 2"/>
          <p:cNvSpPr txBox="1">
            <a:spLocks noChangeArrowheads="1"/>
          </p:cNvSpPr>
          <p:nvPr/>
        </p:nvSpPr>
        <p:spPr bwMode="auto">
          <a:xfrm>
            <a:off x="334962" y="1348799"/>
            <a:ext cx="11485563" cy="113875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lnSpc>
                <a:spcPct val="100000"/>
              </a:lnSpc>
              <a:spcBef>
                <a:spcPts val="600"/>
              </a:spcBef>
              <a:spcAft>
                <a:spcPts val="600"/>
              </a:spcAft>
              <a:buFont typeface="Wingdings" panose="05000000000000000000" pitchFamily="2" charset="2"/>
              <a:buChar char="l"/>
              <a:defRPr/>
            </a:pPr>
            <a:r>
              <a:rPr lang="zh-CN" altLang="en-US" sz="1600" dirty="0">
                <a:solidFill>
                  <a:srgbClr val="FF0000"/>
                </a:solidFill>
                <a:cs typeface="Times New Roman" panose="02020603050405020304" pitchFamily="18" charset="0"/>
              </a:rPr>
              <a:t>前置液阶段</a:t>
            </a:r>
            <a:r>
              <a:rPr lang="zh-CN" altLang="en-US" sz="1600" dirty="0">
                <a:cs typeface="Times New Roman" panose="02020603050405020304" pitchFamily="18" charset="0"/>
              </a:rPr>
              <a:t>归纳为</a:t>
            </a:r>
            <a:r>
              <a:rPr lang="en-US" altLang="zh-CN" sz="1600" dirty="0">
                <a:cs typeface="Times New Roman" panose="02020603050405020304" pitchFamily="18" charset="0"/>
              </a:rPr>
              <a:t>4</a:t>
            </a:r>
            <a:r>
              <a:rPr lang="zh-CN" altLang="en-US" sz="1600" dirty="0">
                <a:cs typeface="Times New Roman" panose="02020603050405020304" pitchFamily="18" charset="0"/>
              </a:rPr>
              <a:t>类：下降型、下降波动型、稳定型、下降稳定型</a:t>
            </a:r>
            <a:endParaRPr lang="en-US" altLang="zh-CN" sz="1600" dirty="0">
              <a:cs typeface="Times New Roman" panose="02020603050405020304" pitchFamily="18" charset="0"/>
            </a:endParaRPr>
          </a:p>
          <a:p>
            <a:pPr fontAlgn="base">
              <a:lnSpc>
                <a:spcPct val="100000"/>
              </a:lnSpc>
              <a:spcBef>
                <a:spcPts val="600"/>
              </a:spcBef>
              <a:spcAft>
                <a:spcPts val="600"/>
              </a:spcAft>
              <a:buFont typeface="Wingdings" panose="05000000000000000000" pitchFamily="2" charset="2"/>
              <a:buChar char="l"/>
              <a:defRPr/>
            </a:pPr>
            <a:r>
              <a:rPr lang="zh-CN" altLang="en-US" sz="1600" dirty="0">
                <a:solidFill>
                  <a:srgbClr val="FF0000"/>
                </a:solidFill>
                <a:cs typeface="Times New Roman" panose="02020603050405020304" pitchFamily="18" charset="0"/>
              </a:rPr>
              <a:t>携砂液阶段</a:t>
            </a:r>
            <a:r>
              <a:rPr lang="zh-CN" altLang="en-US" sz="1600" dirty="0">
                <a:cs typeface="Times New Roman" panose="02020603050405020304" pitchFamily="18" charset="0"/>
              </a:rPr>
              <a:t>归纳为</a:t>
            </a:r>
            <a:r>
              <a:rPr lang="en-US" altLang="zh-CN" sz="1600" dirty="0">
                <a:cs typeface="Times New Roman" panose="02020603050405020304" pitchFamily="18" charset="0"/>
              </a:rPr>
              <a:t>5</a:t>
            </a:r>
            <a:r>
              <a:rPr lang="zh-CN" altLang="en-US" sz="1600" dirty="0">
                <a:cs typeface="Times New Roman" panose="02020603050405020304" pitchFamily="18" charset="0"/>
              </a:rPr>
              <a:t>类：下降型、下降稳定型、上升型、稳定型、波动型</a:t>
            </a:r>
            <a:endParaRPr lang="en-US" altLang="zh-CN" sz="1600" dirty="0">
              <a:cs typeface="Times New Roman" panose="02020603050405020304" pitchFamily="18" charset="0"/>
            </a:endParaRPr>
          </a:p>
          <a:p>
            <a:pPr fontAlgn="base">
              <a:lnSpc>
                <a:spcPct val="100000"/>
              </a:lnSpc>
              <a:spcBef>
                <a:spcPts val="600"/>
              </a:spcBef>
              <a:spcAft>
                <a:spcPts val="600"/>
              </a:spcAft>
              <a:buFont typeface="Wingdings" panose="05000000000000000000" pitchFamily="2" charset="2"/>
              <a:buChar char="l"/>
              <a:defRPr/>
            </a:pPr>
            <a:r>
              <a:rPr lang="zh-CN" altLang="en-US" sz="1600" dirty="0">
                <a:solidFill>
                  <a:srgbClr val="FF0000"/>
                </a:solidFill>
                <a:cs typeface="Times New Roman" panose="02020603050405020304" pitchFamily="18" charset="0"/>
              </a:rPr>
              <a:t>测压降阶段</a:t>
            </a:r>
            <a:r>
              <a:rPr lang="zh-CN" altLang="en-US" sz="1600" dirty="0">
                <a:cs typeface="Times New Roman" panose="02020603050405020304" pitchFamily="18" charset="0"/>
              </a:rPr>
              <a:t>归纳为</a:t>
            </a:r>
            <a:r>
              <a:rPr lang="en-US" altLang="zh-CN" sz="1600" dirty="0">
                <a:cs typeface="Times New Roman" panose="02020603050405020304" pitchFamily="18" charset="0"/>
              </a:rPr>
              <a:t>2</a:t>
            </a:r>
            <a:r>
              <a:rPr lang="zh-CN" altLang="en-US" sz="1600" dirty="0">
                <a:cs typeface="Times New Roman" panose="02020603050405020304" pitchFamily="18" charset="0"/>
              </a:rPr>
              <a:t>类：压力下降较陡型、压力下降较缓型</a:t>
            </a:r>
            <a:endParaRPr lang="zh-CN" altLang="en-US" sz="1600" dirty="0">
              <a:solidFill>
                <a:srgbClr val="FF0000"/>
              </a:solidFill>
              <a:cs typeface="Times New Roman" panose="02020603050405020304" pitchFamily="18" charset="0"/>
            </a:endParaRPr>
          </a:p>
        </p:txBody>
      </p:sp>
      <p:graphicFrame>
        <p:nvGraphicFramePr>
          <p:cNvPr id="4" name="表格 6"/>
          <p:cNvGraphicFramePr>
            <a:graphicFrameLocks noGrp="1"/>
          </p:cNvGraphicFramePr>
          <p:nvPr/>
        </p:nvGraphicFramePr>
        <p:xfrm>
          <a:off x="334962" y="2613484"/>
          <a:ext cx="11390924" cy="3692064"/>
        </p:xfrm>
        <a:graphic>
          <a:graphicData uri="http://schemas.openxmlformats.org/drawingml/2006/table">
            <a:tbl>
              <a:tblPr firstRow="1" bandRow="1">
                <a:tableStyleId>{2D5ABB26-0587-4C30-8999-92F81FD0307C}</a:tableStyleId>
              </a:tblPr>
              <a:tblGrid>
                <a:gridCol w="2847732"/>
                <a:gridCol w="3291533"/>
                <a:gridCol w="2403927"/>
                <a:gridCol w="2847732"/>
              </a:tblGrid>
              <a:tr h="307672">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压裂阶段</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曲线类型 </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井段数</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所占比例</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07672">
                <a:tc rowSpan="4">
                  <a:txBody>
                    <a:bodyPr/>
                    <a:lstStyle/>
                    <a:p>
                      <a:pPr algn="ctr"/>
                      <a:r>
                        <a:rPr lang="zh-CN" altLang="en-US" sz="1400" dirty="0">
                          <a:solidFill>
                            <a:schemeClr val="tx1"/>
                          </a:solidFill>
                          <a:latin typeface="Times New Roman" panose="02020603050405020304" pitchFamily="18" charset="0"/>
                          <a:ea typeface="黑体" panose="02010609060101010101" charset="-122"/>
                          <a:cs typeface="Times New Roman" panose="02020603050405020304" pitchFamily="18" charset="0"/>
                        </a:rPr>
                        <a:t>前置液阶段</a:t>
                      </a:r>
                      <a:endParaRPr lang="zh-CN" altLang="en-US" sz="14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下降型 </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13</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18%</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07672">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下降波动型</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21</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29%</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07672">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稳定型</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28</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39%</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07672">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下降稳定型</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10</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14%</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07672">
                <a:tc rowSpan="5">
                  <a:txBody>
                    <a:bodyPr/>
                    <a:lstStyle/>
                    <a:p>
                      <a:pPr algn="ctr"/>
                      <a:r>
                        <a:rPr lang="zh-CN" altLang="en-US" sz="1400" dirty="0">
                          <a:solidFill>
                            <a:schemeClr val="tx1"/>
                          </a:solidFill>
                          <a:latin typeface="Times New Roman" panose="02020603050405020304" pitchFamily="18" charset="0"/>
                          <a:ea typeface="黑体" panose="02010609060101010101" charset="-122"/>
                          <a:cs typeface="Times New Roman" panose="02020603050405020304" pitchFamily="18" charset="0"/>
                        </a:rPr>
                        <a:t>携砂液阶段</a:t>
                      </a:r>
                      <a:endParaRPr lang="zh-CN" altLang="en-US" sz="14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下降型</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23</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32%</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07672">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下降稳定型</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11</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15%</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07672">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上升型</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15</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21%</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07672">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稳定型</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8</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11%</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07672">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波动型</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15</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21%</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07672">
                <a:tc rowSpan="2">
                  <a:txBody>
                    <a:bodyPr/>
                    <a:lstStyle/>
                    <a:p>
                      <a:pPr algn="ctr"/>
                      <a:r>
                        <a:rPr lang="zh-CN" altLang="en-US" sz="1400" dirty="0">
                          <a:solidFill>
                            <a:schemeClr val="tx1"/>
                          </a:solidFill>
                          <a:latin typeface="Times New Roman" panose="02020603050405020304" pitchFamily="18" charset="0"/>
                          <a:ea typeface="黑体" panose="02010609060101010101" charset="-122"/>
                          <a:cs typeface="Times New Roman" panose="02020603050405020304" pitchFamily="18" charset="0"/>
                        </a:rPr>
                        <a:t>测压降阶段</a:t>
                      </a:r>
                      <a:endParaRPr lang="zh-CN" altLang="en-US" sz="14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压力下降较陡型</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48</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67%</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07672">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400" dirty="0">
                          <a:latin typeface="Times New Roman" panose="02020603050405020304" pitchFamily="18" charset="0"/>
                          <a:ea typeface="黑体" panose="02010609060101010101" charset="-122"/>
                          <a:cs typeface="Times New Roman" panose="02020603050405020304" pitchFamily="18" charset="0"/>
                        </a:rPr>
                        <a:t>压力下降较缓型</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24</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latin typeface="Times New Roman" panose="02020603050405020304" pitchFamily="18" charset="0"/>
                          <a:ea typeface="黑体" panose="02010609060101010101" charset="-122"/>
                          <a:cs typeface="Times New Roman" panose="02020603050405020304" pitchFamily="18" charset="0"/>
                        </a:rPr>
                        <a:t>33%</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23"/>
          <p:cNvSpPr>
            <a:spLocks noChangeArrowheads="1"/>
          </p:cNvSpPr>
          <p:nvPr/>
        </p:nvSpPr>
        <p:spPr bwMode="auto">
          <a:xfrm>
            <a:off x="7858264" y="6125604"/>
            <a:ext cx="354465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203H10</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各井单段微地震事件点数量对比图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6" name="TextBox 2"/>
          <p:cNvSpPr txBox="1">
            <a:spLocks noChangeArrowheads="1"/>
          </p:cNvSpPr>
          <p:nvPr/>
        </p:nvSpPr>
        <p:spPr bwMode="auto">
          <a:xfrm>
            <a:off x="334962" y="1293935"/>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buFont typeface="Wingdings" panose="05000000000000000000" pitchFamily="2" charset="2"/>
              <a:buChar char="l"/>
              <a:defRPr/>
            </a:pPr>
            <a:r>
              <a:rPr lang="zh-CN" altLang="en-US" sz="1600" dirty="0">
                <a:cs typeface="Times New Roman" panose="02020603050405020304" pitchFamily="18" charset="0"/>
              </a:rPr>
              <a:t>泸</a:t>
            </a:r>
            <a:r>
              <a:rPr lang="en-US" altLang="zh-CN" sz="1600" dirty="0">
                <a:cs typeface="Times New Roman" panose="02020603050405020304" pitchFamily="18" charset="0"/>
              </a:rPr>
              <a:t>203H10</a:t>
            </a:r>
            <a:r>
              <a:rPr lang="zh-CN" altLang="en-US" sz="1600" dirty="0">
                <a:cs typeface="Times New Roman" panose="02020603050405020304" pitchFamily="18" charset="0"/>
              </a:rPr>
              <a:t>平台</a:t>
            </a:r>
            <a:r>
              <a:rPr lang="en-US" altLang="zh-CN" sz="1600" dirty="0">
                <a:cs typeface="Times New Roman" panose="02020603050405020304" pitchFamily="18" charset="0"/>
              </a:rPr>
              <a:t>1</a:t>
            </a:r>
            <a:r>
              <a:rPr lang="zh-CN" altLang="en-US" sz="1600" dirty="0">
                <a:cs typeface="Times New Roman" panose="02020603050405020304" pitchFamily="18" charset="0"/>
              </a:rPr>
              <a:t>、</a:t>
            </a:r>
            <a:r>
              <a:rPr lang="en-US" altLang="zh-CN" sz="1600" dirty="0">
                <a:cs typeface="Times New Roman" panose="02020603050405020304" pitchFamily="18" charset="0"/>
              </a:rPr>
              <a:t>2</a:t>
            </a:r>
            <a:r>
              <a:rPr lang="zh-CN" altLang="en-US" sz="1600" dirty="0">
                <a:cs typeface="Times New Roman" panose="02020603050405020304" pitchFamily="18" charset="0"/>
              </a:rPr>
              <a:t>、</a:t>
            </a:r>
            <a:r>
              <a:rPr lang="en-US" altLang="zh-CN" sz="1600" dirty="0">
                <a:cs typeface="Times New Roman" panose="02020603050405020304" pitchFamily="18" charset="0"/>
              </a:rPr>
              <a:t>3</a:t>
            </a:r>
            <a:r>
              <a:rPr lang="zh-CN" altLang="en-US" sz="1600" dirty="0">
                <a:cs typeface="Times New Roman" panose="02020603050405020304" pitchFamily="18" charset="0"/>
              </a:rPr>
              <a:t>、</a:t>
            </a:r>
            <a:r>
              <a:rPr lang="en-US" altLang="zh-CN" sz="1600" dirty="0">
                <a:cs typeface="Times New Roman" panose="02020603050405020304" pitchFamily="18" charset="0"/>
              </a:rPr>
              <a:t>4</a:t>
            </a:r>
            <a:r>
              <a:rPr lang="zh-CN" altLang="en-US" sz="1600" dirty="0">
                <a:cs typeface="Times New Roman" panose="02020603050405020304" pitchFamily="18" charset="0"/>
              </a:rPr>
              <a:t>井微地震事件点主要集中在井筒上方，向下延伸较少，井筒东西两侧延伸事件点较均衡</a:t>
            </a:r>
            <a:endParaRPr lang="en-US" altLang="zh-CN" sz="1600" dirty="0">
              <a:cs typeface="Times New Roman" panose="02020603050405020304" pitchFamily="18" charset="0"/>
            </a:endParaRPr>
          </a:p>
          <a:p>
            <a:pPr fontAlgn="base">
              <a:buFont typeface="Wingdings" panose="05000000000000000000" pitchFamily="2" charset="2"/>
              <a:buChar char="l"/>
              <a:defRPr/>
            </a:pPr>
            <a:r>
              <a:rPr lang="zh-CN" altLang="en-US" sz="1600" dirty="0">
                <a:cs typeface="Times New Roman" panose="02020603050405020304" pitchFamily="18" charset="0"/>
              </a:rPr>
              <a:t>共完成</a:t>
            </a:r>
            <a:r>
              <a:rPr lang="en-US" altLang="zh-CN" sz="1600" dirty="0">
                <a:cs typeface="Times New Roman" panose="02020603050405020304" pitchFamily="18" charset="0"/>
              </a:rPr>
              <a:t>72</a:t>
            </a:r>
            <a:r>
              <a:rPr lang="zh-CN" altLang="en-US" sz="1600" dirty="0">
                <a:cs typeface="Times New Roman" panose="02020603050405020304" pitchFamily="18" charset="0"/>
              </a:rPr>
              <a:t>段监测，监测到事件点</a:t>
            </a:r>
            <a:r>
              <a:rPr lang="en-US" altLang="zh-CN" sz="1600" dirty="0">
                <a:cs typeface="Times New Roman" panose="02020603050405020304" pitchFamily="18" charset="0"/>
              </a:rPr>
              <a:t>1031</a:t>
            </a:r>
            <a:r>
              <a:rPr lang="zh-CN" altLang="en-US" sz="1600" dirty="0">
                <a:cs typeface="Times New Roman" panose="02020603050405020304" pitchFamily="18" charset="0"/>
              </a:rPr>
              <a:t>个，水力压裂事件单段延伸平均长度约</a:t>
            </a:r>
            <a:r>
              <a:rPr lang="en-US" altLang="zh-CN" sz="1600" dirty="0">
                <a:cs typeface="Times New Roman" panose="02020603050405020304" pitchFamily="18" charset="0"/>
              </a:rPr>
              <a:t>396m</a:t>
            </a:r>
            <a:r>
              <a:rPr lang="zh-CN" altLang="en-US" sz="1600" dirty="0">
                <a:cs typeface="Times New Roman" panose="02020603050405020304" pitchFamily="18" charset="0"/>
              </a:rPr>
              <a:t>，宽约</a:t>
            </a:r>
            <a:r>
              <a:rPr lang="en-US" altLang="zh-CN" sz="1600" dirty="0">
                <a:cs typeface="Times New Roman" panose="02020603050405020304" pitchFamily="18" charset="0"/>
              </a:rPr>
              <a:t>79</a:t>
            </a:r>
            <a:r>
              <a:rPr lang="zh-CN" altLang="en-US" sz="1600" dirty="0">
                <a:cs typeface="Times New Roman" panose="02020603050405020304" pitchFamily="18" charset="0"/>
              </a:rPr>
              <a:t>米，高约</a:t>
            </a:r>
            <a:r>
              <a:rPr lang="en-US" altLang="zh-CN" sz="1600" dirty="0">
                <a:cs typeface="Times New Roman" panose="02020603050405020304" pitchFamily="18" charset="0"/>
              </a:rPr>
              <a:t>126m</a:t>
            </a:r>
            <a:endParaRPr lang="en-US" altLang="zh-CN" sz="1600" dirty="0">
              <a:cs typeface="Times New Roman" panose="02020603050405020304" pitchFamily="18" charset="0"/>
            </a:endParaRPr>
          </a:p>
          <a:p>
            <a:pPr fontAlgn="base">
              <a:buFont typeface="Wingdings" panose="05000000000000000000" pitchFamily="2" charset="2"/>
              <a:buChar char="l"/>
              <a:defRPr/>
            </a:pPr>
            <a:r>
              <a:rPr lang="en-US" altLang="zh-CN" sz="1600" dirty="0">
                <a:solidFill>
                  <a:srgbClr val="FF0000"/>
                </a:solidFill>
                <a:cs typeface="Times New Roman" panose="02020603050405020304" pitchFamily="18" charset="0"/>
              </a:rPr>
              <a:t>4</a:t>
            </a:r>
            <a:r>
              <a:rPr lang="zh-CN" altLang="en-US" sz="1600" dirty="0">
                <a:solidFill>
                  <a:srgbClr val="FF0000"/>
                </a:solidFill>
                <a:cs typeface="Times New Roman" panose="02020603050405020304" pitchFamily="18" charset="0"/>
              </a:rPr>
              <a:t>井</a:t>
            </a:r>
            <a:r>
              <a:rPr lang="zh-CN" altLang="en-US" sz="1600" dirty="0">
                <a:cs typeface="Times New Roman" panose="02020603050405020304" pitchFamily="18" charset="0"/>
              </a:rPr>
              <a:t>监测到的含天然裂缝事件和人工裂缝事件最多，</a:t>
            </a:r>
            <a:r>
              <a:rPr lang="zh-CN" altLang="en-US" sz="1600" dirty="0">
                <a:solidFill>
                  <a:srgbClr val="FF0000"/>
                </a:solidFill>
                <a:cs typeface="Times New Roman" panose="02020603050405020304" pitchFamily="18" charset="0"/>
              </a:rPr>
              <a:t>裂缝改造体积（</a:t>
            </a:r>
            <a:r>
              <a:rPr lang="en-US" altLang="zh-CN" sz="1600" dirty="0">
                <a:solidFill>
                  <a:srgbClr val="FF0000"/>
                </a:solidFill>
                <a:cs typeface="Times New Roman" panose="02020603050405020304" pitchFamily="18" charset="0"/>
              </a:rPr>
              <a:t>SRV</a:t>
            </a:r>
            <a:r>
              <a:rPr lang="zh-CN" altLang="en-US" sz="1600" dirty="0">
                <a:solidFill>
                  <a:srgbClr val="FF0000"/>
                </a:solidFill>
                <a:cs typeface="Times New Roman" panose="02020603050405020304" pitchFamily="18" charset="0"/>
              </a:rPr>
              <a:t>）最大</a:t>
            </a:r>
            <a:endParaRPr lang="zh-CN" altLang="en-US" sz="1600" dirty="0">
              <a:solidFill>
                <a:srgbClr val="FF0000"/>
              </a:solidFill>
              <a:cs typeface="Times New Roman" panose="02020603050405020304" pitchFamily="18" charset="0"/>
            </a:endParaRPr>
          </a:p>
        </p:txBody>
      </p:sp>
      <p:sp>
        <p:nvSpPr>
          <p:cNvPr id="27" name="矩形 26"/>
          <p:cNvSpPr/>
          <p:nvPr/>
        </p:nvSpPr>
        <p:spPr>
          <a:xfrm>
            <a:off x="429601" y="811428"/>
            <a:ext cx="8812439"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3</a:t>
            </a:r>
            <a:r>
              <a:rPr lang="zh-CN" altLang="en-US" dirty="0">
                <a:solidFill>
                  <a:prstClr val="black"/>
                </a:solidFill>
                <a:latin typeface="微软雅黑" panose="020B0503020204020204" pitchFamily="34" charset="-122"/>
                <a:ea typeface="微软雅黑" panose="020B0503020204020204" pitchFamily="34" charset="-122"/>
              </a:rPr>
              <a:t>、统计了泸</a:t>
            </a:r>
            <a:r>
              <a:rPr lang="en-US" altLang="zh-CN" dirty="0">
                <a:solidFill>
                  <a:prstClr val="black"/>
                </a:solidFill>
                <a:latin typeface="微软雅黑" panose="020B0503020204020204" pitchFamily="34" charset="-122"/>
                <a:ea typeface="微软雅黑" panose="020B0503020204020204" pitchFamily="34" charset="-122"/>
              </a:rPr>
              <a:t>203H10</a:t>
            </a:r>
            <a:r>
              <a:rPr lang="zh-CN" altLang="en-US" dirty="0">
                <a:solidFill>
                  <a:prstClr val="black"/>
                </a:solidFill>
                <a:latin typeface="微软雅黑" panose="020B0503020204020204" pitchFamily="34" charset="-122"/>
                <a:ea typeface="微软雅黑" panose="020B0503020204020204" pitchFamily="34" charset="-122"/>
              </a:rPr>
              <a:t>平台微地震监测解释结果，发现</a:t>
            </a:r>
            <a:r>
              <a:rPr lang="en-US" altLang="zh-CN" dirty="0">
                <a:solidFill>
                  <a:prstClr val="black"/>
                </a:solidFill>
                <a:latin typeface="微软雅黑" panose="020B0503020204020204" pitchFamily="34" charset="-122"/>
                <a:ea typeface="微软雅黑" panose="020B0503020204020204" pitchFamily="34" charset="-122"/>
              </a:rPr>
              <a:t>4</a:t>
            </a:r>
            <a:r>
              <a:rPr lang="zh-CN" altLang="en-US" dirty="0">
                <a:solidFill>
                  <a:prstClr val="black"/>
                </a:solidFill>
                <a:latin typeface="微软雅黑" panose="020B0503020204020204" pitchFamily="34" charset="-122"/>
                <a:ea typeface="微软雅黑" panose="020B0503020204020204" pitchFamily="34" charset="-122"/>
              </a:rPr>
              <a:t>井裂缝改造体积最大</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5" name="文本框 38"/>
          <p:cNvSpPr txBox="1"/>
          <p:nvPr/>
        </p:nvSpPr>
        <p:spPr>
          <a:xfrm>
            <a:off x="1095238" y="6094197"/>
            <a:ext cx="3487880" cy="26161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泸</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203H10</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平台</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井微地震监测结果</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0" name="表格 29"/>
          <p:cNvGraphicFramePr>
            <a:graphicFrameLocks noGrp="1"/>
          </p:cNvGraphicFramePr>
          <p:nvPr>
            <p:custDataLst>
              <p:tags r:id="rId1"/>
            </p:custDataLst>
          </p:nvPr>
        </p:nvGraphicFramePr>
        <p:xfrm>
          <a:off x="257175" y="2608141"/>
          <a:ext cx="6862685" cy="3370579"/>
        </p:xfrm>
        <a:graphic>
          <a:graphicData uri="http://schemas.openxmlformats.org/drawingml/2006/table">
            <a:tbl>
              <a:tblPr/>
              <a:tblGrid>
                <a:gridCol w="1933107"/>
                <a:gridCol w="1232858"/>
                <a:gridCol w="1232240"/>
                <a:gridCol w="1232240"/>
                <a:gridCol w="1232240"/>
              </a:tblGrid>
              <a:tr h="885633">
                <a:tc>
                  <a:txBody>
                    <a:bodyPr/>
                    <a:lstStyle/>
                    <a:p>
                      <a:pPr algn="ctr" fontAlgn="ctr"/>
                      <a:r>
                        <a:rPr lang="zh-CN" altLang="en-US" sz="1100" b="1" i="0" u="none" strike="noStrike" dirty="0">
                          <a:solidFill>
                            <a:schemeClr val="tx1"/>
                          </a:solidFill>
                          <a:effectLst/>
                          <a:latin typeface="微软雅黑" panose="020B0503020204020204" pitchFamily="34" charset="-122"/>
                          <a:ea typeface="微软雅黑" panose="020B0503020204020204" pitchFamily="34" charset="-122"/>
                        </a:rPr>
                        <a:t>井名</a:t>
                      </a:r>
                      <a:endParaRPr lang="zh-CN" altLang="en-US" sz="1100" b="1"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1200" b="0" dirty="0">
                          <a:latin typeface="微软雅黑" panose="020B0503020204020204" pitchFamily="34" charset="-122"/>
                          <a:ea typeface="微软雅黑" panose="020B0503020204020204" pitchFamily="34" charset="-122"/>
                        </a:rPr>
                        <a:t>平均裂缝长度（</a:t>
                      </a:r>
                      <a:r>
                        <a:rPr lang="en-US" altLang="zh-CN" sz="1200" b="0" dirty="0">
                          <a:latin typeface="微软雅黑" panose="020B0503020204020204" pitchFamily="34" charset="-122"/>
                          <a:ea typeface="微软雅黑" panose="020B0503020204020204" pitchFamily="34" charset="-122"/>
                        </a:rPr>
                        <a:t>m</a:t>
                      </a:r>
                      <a:r>
                        <a:rPr lang="zh-CN" altLang="en-US" sz="1200" b="0" dirty="0">
                          <a:latin typeface="微软雅黑" panose="020B0503020204020204" pitchFamily="34" charset="-122"/>
                          <a:ea typeface="微软雅黑" panose="020B0503020204020204" pitchFamily="34" charset="-122"/>
                        </a:rPr>
                        <a:t>）</a:t>
                      </a:r>
                      <a:endParaRPr lang="zh-CN" altLang="en-US" sz="1200" b="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1200" b="0" dirty="0">
                          <a:latin typeface="微软雅黑" panose="020B0503020204020204" pitchFamily="34" charset="-122"/>
                          <a:ea typeface="微软雅黑" panose="020B0503020204020204" pitchFamily="34" charset="-122"/>
                        </a:rPr>
                        <a:t>平均裂缝宽度（</a:t>
                      </a:r>
                      <a:r>
                        <a:rPr lang="en-US" altLang="zh-CN" sz="1200" b="0" dirty="0">
                          <a:latin typeface="微软雅黑" panose="020B0503020204020204" pitchFamily="34" charset="-122"/>
                          <a:ea typeface="微软雅黑" panose="020B0503020204020204" pitchFamily="34" charset="-122"/>
                        </a:rPr>
                        <a:t>m</a:t>
                      </a:r>
                      <a:r>
                        <a:rPr lang="zh-CN" altLang="en-US" sz="1200" b="0" dirty="0">
                          <a:latin typeface="微软雅黑" panose="020B0503020204020204" pitchFamily="34" charset="-122"/>
                          <a:ea typeface="微软雅黑" panose="020B0503020204020204" pitchFamily="34" charset="-122"/>
                        </a:rPr>
                        <a:t>）</a:t>
                      </a:r>
                      <a:endParaRPr lang="zh-CN" altLang="en-US" sz="1200" b="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1200" b="0" dirty="0">
                          <a:latin typeface="微软雅黑" panose="020B0503020204020204" pitchFamily="34" charset="-122"/>
                          <a:ea typeface="微软雅黑" panose="020B0503020204020204" pitchFamily="34" charset="-122"/>
                        </a:rPr>
                        <a:t>平均裂缝高度（</a:t>
                      </a:r>
                      <a:r>
                        <a:rPr lang="en-US" altLang="zh-CN" sz="1200" b="0" dirty="0">
                          <a:latin typeface="微软雅黑" panose="020B0503020204020204" pitchFamily="34" charset="-122"/>
                          <a:ea typeface="微软雅黑" panose="020B0503020204020204" pitchFamily="34" charset="-122"/>
                        </a:rPr>
                        <a:t>m</a:t>
                      </a:r>
                      <a:r>
                        <a:rPr lang="zh-CN" altLang="en-US" sz="1200" b="0" dirty="0">
                          <a:latin typeface="微软雅黑" panose="020B0503020204020204" pitchFamily="34" charset="-122"/>
                          <a:ea typeface="微软雅黑" panose="020B0503020204020204" pitchFamily="34" charset="-122"/>
                        </a:rPr>
                        <a:t>）</a:t>
                      </a:r>
                      <a:endParaRPr lang="zh-CN" altLang="en-US" sz="1200" b="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1200" b="0" dirty="0">
                          <a:solidFill>
                            <a:srgbClr val="FF0000"/>
                          </a:solidFill>
                          <a:latin typeface="微软雅黑" panose="020B0503020204020204" pitchFamily="34" charset="-122"/>
                          <a:ea typeface="微软雅黑" panose="020B0503020204020204" pitchFamily="34" charset="-122"/>
                        </a:rPr>
                        <a:t>人工改造体积（万方）</a:t>
                      </a:r>
                      <a:endParaRPr lang="zh-CN" altLang="en-US" sz="1200" b="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497119">
                <a:tc>
                  <a:txBody>
                    <a:bodyPr/>
                    <a:lstStyle/>
                    <a:p>
                      <a:pPr algn="ctr" fontAlgn="ctr">
                        <a:buNone/>
                      </a:pP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泸203H10-1</a:t>
                      </a:r>
                      <a:endParaRPr lang="en-US" altLang="zh-CN"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384</a:t>
                      </a:r>
                      <a:endParaRPr lang="en-US" altLang="zh-CN"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83</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128</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3945.2</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7764">
                <a:tc>
                  <a:txBody>
                    <a:bodyPr/>
                    <a:lstStyle/>
                    <a:p>
                      <a:pPr algn="ctr" fontAlgn="ctr">
                        <a:buNone/>
                      </a:pP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泸203H10-2</a:t>
                      </a:r>
                      <a:endParaRPr lang="en-US" altLang="zh-CN"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352</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76</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126</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3885.6</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6472">
                <a:tc>
                  <a:txBody>
                    <a:bodyPr/>
                    <a:lstStyle/>
                    <a:p>
                      <a:pPr algn="ctr" fontAlgn="ct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泸</a:t>
                      </a: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203H10-3</a:t>
                      </a:r>
                      <a:endParaRPr lang="en-US" altLang="zh-CN"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389</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75</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132</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4885.2</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6472">
                <a:tc>
                  <a:txBody>
                    <a:bodyPr/>
                    <a:lstStyle/>
                    <a:p>
                      <a:pPr marL="0" marR="0" indent="0" algn="ctr" defTabSz="1218565" rtl="0" eaLnBrk="1" fontAlgn="ctr" latinLnBrk="0" hangingPunct="1">
                        <a:lnSpc>
                          <a:spcPct val="100000"/>
                        </a:lnSpc>
                        <a:spcBef>
                          <a:spcPts val="0"/>
                        </a:spcBef>
                        <a:spcAft>
                          <a:spcPts val="0"/>
                        </a:spcAft>
                        <a:buClrTx/>
                        <a:buSzTx/>
                        <a:buFontTx/>
                        <a:buNone/>
                        <a:defRPr/>
                      </a:pP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泸</a:t>
                      </a: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203H10-4</a:t>
                      </a:r>
                      <a:endParaRPr lang="en-US" altLang="zh-CN"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354</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83</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121</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5206.4</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7119">
                <a:tc>
                  <a:txBody>
                    <a:bodyPr/>
                    <a:lstStyle/>
                    <a:p>
                      <a:pPr algn="ctr" fontAlgn="ctr"/>
                      <a:r>
                        <a:rPr lang="zh-CN" altLang="en-US" sz="1100" b="1" i="0" u="none" strike="noStrike" dirty="0">
                          <a:solidFill>
                            <a:srgbClr val="FF0000"/>
                          </a:solidFill>
                          <a:effectLst/>
                          <a:latin typeface="微软雅黑" panose="020B0503020204020204" pitchFamily="34" charset="-122"/>
                          <a:ea typeface="微软雅黑" panose="020B0503020204020204" pitchFamily="34" charset="-122"/>
                        </a:rPr>
                        <a:t>井均</a:t>
                      </a:r>
                      <a:endParaRPr lang="en-US" sz="1100" b="1" i="0" u="none" strike="noStrike" dirty="0">
                        <a:solidFill>
                          <a:srgbClr val="FF0000"/>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369</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79</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126</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4360</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31" name="图片 30"/>
          <p:cNvPicPr>
            <a:picLocks noChangeAspect="1"/>
          </p:cNvPicPr>
          <p:nvPr/>
        </p:nvPicPr>
        <p:blipFill>
          <a:blip r:embed="rId2"/>
          <a:stretch>
            <a:fillRect/>
          </a:stretch>
        </p:blipFill>
        <p:spPr>
          <a:xfrm>
            <a:off x="7705403" y="2295525"/>
            <a:ext cx="4115122" cy="1741635"/>
          </a:xfrm>
          <a:prstGeom prst="rect">
            <a:avLst/>
          </a:prstGeom>
        </p:spPr>
      </p:pic>
      <p:pic>
        <p:nvPicPr>
          <p:cNvPr id="5" name="图片 4"/>
          <p:cNvPicPr>
            <a:picLocks noChangeAspect="1"/>
          </p:cNvPicPr>
          <p:nvPr/>
        </p:nvPicPr>
        <p:blipFill rotWithShape="1">
          <a:blip r:embed="rId3"/>
          <a:srcRect l="4825" t="-3026" r="4826" b="27398"/>
          <a:stretch>
            <a:fillRect/>
          </a:stretch>
        </p:blipFill>
        <p:spPr>
          <a:xfrm>
            <a:off x="7185798" y="4037160"/>
            <a:ext cx="4634727" cy="1941560"/>
          </a:xfrm>
          <a:prstGeom prst="rect">
            <a:avLst/>
          </a:prstGeom>
        </p:spPr>
      </p:pic>
      <p:sp>
        <p:nvSpPr>
          <p:cNvPr id="32"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23"/>
          <p:cNvSpPr>
            <a:spLocks noChangeArrowheads="1"/>
          </p:cNvSpPr>
          <p:nvPr/>
        </p:nvSpPr>
        <p:spPr bwMode="auto">
          <a:xfrm>
            <a:off x="8060548" y="6084354"/>
            <a:ext cx="3544651"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203H10</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1-4</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井微地震监测叠合裂缝刻画图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7" name="TextBox 23"/>
          <p:cNvSpPr>
            <a:spLocks noChangeArrowheads="1"/>
          </p:cNvSpPr>
          <p:nvPr/>
        </p:nvSpPr>
        <p:spPr bwMode="auto">
          <a:xfrm>
            <a:off x="1793082" y="6057101"/>
            <a:ext cx="354465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203H10</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1-4</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井压力曲线类型与裂缝改造体积表</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TextBox 2"/>
          <p:cNvSpPr txBox="1">
            <a:spLocks noChangeArrowheads="1"/>
          </p:cNvSpPr>
          <p:nvPr/>
        </p:nvSpPr>
        <p:spPr bwMode="auto">
          <a:xfrm>
            <a:off x="334962" y="1351085"/>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buFont typeface="Wingdings" panose="05000000000000000000" pitchFamily="2" charset="2"/>
              <a:buChar char="l"/>
              <a:defRPr/>
            </a:pPr>
            <a:r>
              <a:rPr lang="zh-CN" altLang="en-US" sz="1600" dirty="0">
                <a:cs typeface="Times New Roman" panose="02020603050405020304" pitchFamily="18" charset="0"/>
              </a:rPr>
              <a:t>将波动型曲线、陡增型曲线、跳跃型曲线统一归纳为非平稳类型曲线，微地震监测解释结果表明，泸</a:t>
            </a:r>
            <a:r>
              <a:rPr lang="en-US" altLang="zh-CN" sz="1600" dirty="0">
                <a:cs typeface="Times New Roman" panose="02020603050405020304" pitchFamily="18" charset="0"/>
              </a:rPr>
              <a:t>203H10</a:t>
            </a:r>
            <a:r>
              <a:rPr lang="zh-CN" altLang="en-US" sz="1600" dirty="0">
                <a:cs typeface="Times New Roman" panose="02020603050405020304" pitchFamily="18" charset="0"/>
              </a:rPr>
              <a:t>平台</a:t>
            </a:r>
            <a:r>
              <a:rPr lang="en-US" altLang="zh-CN" sz="1600" dirty="0">
                <a:cs typeface="Times New Roman" panose="02020603050405020304" pitchFamily="18" charset="0"/>
              </a:rPr>
              <a:t>1-4</a:t>
            </a:r>
            <a:r>
              <a:rPr lang="zh-CN" altLang="en-US" sz="1600" dirty="0">
                <a:cs typeface="Times New Roman" panose="02020603050405020304" pitchFamily="18" charset="0"/>
              </a:rPr>
              <a:t>井压力施工曲线的波动性越强，</a:t>
            </a:r>
            <a:r>
              <a:rPr lang="zh-CN" altLang="en-US" sz="1600" dirty="0">
                <a:solidFill>
                  <a:srgbClr val="FF0000"/>
                </a:solidFill>
                <a:cs typeface="Times New Roman" panose="02020603050405020304" pitchFamily="18" charset="0"/>
              </a:rPr>
              <a:t>非平稳类型的压裂改造段越多，对应的裂缝改造规模体积（</a:t>
            </a:r>
            <a:r>
              <a:rPr lang="en-US" altLang="zh-CN" sz="1600" dirty="0">
                <a:solidFill>
                  <a:srgbClr val="FF0000"/>
                </a:solidFill>
                <a:cs typeface="Times New Roman" panose="02020603050405020304" pitchFamily="18" charset="0"/>
              </a:rPr>
              <a:t>SRV</a:t>
            </a:r>
            <a:r>
              <a:rPr lang="zh-CN" altLang="en-US" sz="1600" dirty="0">
                <a:solidFill>
                  <a:srgbClr val="FF0000"/>
                </a:solidFill>
                <a:cs typeface="Times New Roman" panose="02020603050405020304" pitchFamily="18" charset="0"/>
              </a:rPr>
              <a:t>）越显著</a:t>
            </a:r>
            <a:endParaRPr lang="en-US" altLang="zh-CN" sz="1600" dirty="0">
              <a:solidFill>
                <a:srgbClr val="FF0000"/>
              </a:solidFill>
              <a:cs typeface="Times New Roman" panose="02020603050405020304" pitchFamily="18" charset="0"/>
            </a:endParaRPr>
          </a:p>
          <a:p>
            <a:pPr fontAlgn="base">
              <a:buFont typeface="Wingdings" panose="05000000000000000000" pitchFamily="2" charset="2"/>
              <a:buChar char="l"/>
              <a:defRPr/>
            </a:pPr>
            <a:r>
              <a:rPr lang="zh-CN" altLang="en-US" sz="1600" dirty="0">
                <a:cs typeface="Times New Roman" panose="02020603050405020304" pitchFamily="18" charset="0"/>
              </a:rPr>
              <a:t>结合微地震解释成果对压裂施工曲线进行分析解释，压裂效果为</a:t>
            </a:r>
            <a:r>
              <a:rPr lang="zh-CN" altLang="en-US" sz="1600" dirty="0">
                <a:solidFill>
                  <a:srgbClr val="FF0000"/>
                </a:solidFill>
                <a:cs typeface="Times New Roman" panose="02020603050405020304" pitchFamily="18" charset="0"/>
              </a:rPr>
              <a:t>波动型＞跳跃型＞陡增型＞平稳型</a:t>
            </a:r>
            <a:endParaRPr lang="zh-CN" altLang="en-US" sz="1600" dirty="0">
              <a:solidFill>
                <a:srgbClr val="FF0000"/>
              </a:solidFill>
              <a:cs typeface="Times New Roman" panose="02020603050405020304" pitchFamily="18" charset="0"/>
            </a:endParaRPr>
          </a:p>
        </p:txBody>
      </p:sp>
      <p:sp>
        <p:nvSpPr>
          <p:cNvPr id="9" name="矩形 8"/>
          <p:cNvSpPr/>
          <p:nvPr/>
        </p:nvSpPr>
        <p:spPr>
          <a:xfrm>
            <a:off x="429601" y="811428"/>
            <a:ext cx="8812439"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4</a:t>
            </a:r>
            <a:r>
              <a:rPr lang="zh-CN" altLang="en-US" dirty="0">
                <a:solidFill>
                  <a:prstClr val="black"/>
                </a:solidFill>
                <a:latin typeface="微软雅黑" panose="020B0503020204020204" pitchFamily="34" charset="-122"/>
                <a:ea typeface="微软雅黑" panose="020B0503020204020204" pitchFamily="34" charset="-122"/>
              </a:rPr>
              <a:t>、建立了压力曲线波动类型与微地震监测改造体积</a:t>
            </a:r>
            <a:r>
              <a:rPr lang="en-US" altLang="zh-CN" dirty="0">
                <a:solidFill>
                  <a:prstClr val="black"/>
                </a:solidFill>
                <a:latin typeface="微软雅黑" panose="020B0503020204020204" pitchFamily="34" charset="-122"/>
                <a:ea typeface="微软雅黑" panose="020B0503020204020204" pitchFamily="34" charset="-122"/>
              </a:rPr>
              <a:t>SRV</a:t>
            </a:r>
            <a:r>
              <a:rPr lang="zh-CN" altLang="en-US" dirty="0">
                <a:solidFill>
                  <a:prstClr val="black"/>
                </a:solidFill>
                <a:latin typeface="微软雅黑" panose="020B0503020204020204" pitchFamily="34" charset="-122"/>
                <a:ea typeface="微软雅黑" panose="020B0503020204020204" pitchFamily="34" charset="-122"/>
              </a:rPr>
              <a:t>的对应关系</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aphicFrame>
        <p:nvGraphicFramePr>
          <p:cNvPr id="34" name="表格 33"/>
          <p:cNvGraphicFramePr>
            <a:graphicFrameLocks noGrp="1"/>
          </p:cNvGraphicFramePr>
          <p:nvPr>
            <p:custDataLst>
              <p:tags r:id="rId1"/>
            </p:custDataLst>
          </p:nvPr>
        </p:nvGraphicFramePr>
        <p:xfrm>
          <a:off x="446809" y="2631467"/>
          <a:ext cx="6996965" cy="3310329"/>
        </p:xfrm>
        <a:graphic>
          <a:graphicData uri="http://schemas.openxmlformats.org/drawingml/2006/table">
            <a:tbl>
              <a:tblPr/>
              <a:tblGrid>
                <a:gridCol w="2402275"/>
                <a:gridCol w="1532076"/>
                <a:gridCol w="1531307"/>
                <a:gridCol w="1531307"/>
              </a:tblGrid>
              <a:tr h="869802">
                <a:tc>
                  <a:txBody>
                    <a:bodyPr/>
                    <a:lstStyle/>
                    <a:p>
                      <a:pPr algn="ctr" fontAlgn="ctr"/>
                      <a:r>
                        <a:rPr lang="zh-CN" altLang="en-US" sz="1100" b="1" i="0" u="none" strike="noStrike" dirty="0">
                          <a:solidFill>
                            <a:schemeClr val="tx1"/>
                          </a:solidFill>
                          <a:effectLst/>
                          <a:latin typeface="微软雅黑" panose="020B0503020204020204" pitchFamily="34" charset="-122"/>
                          <a:ea typeface="微软雅黑" panose="020B0503020204020204" pitchFamily="34" charset="-122"/>
                        </a:rPr>
                        <a:t>井名</a:t>
                      </a:r>
                      <a:endParaRPr lang="zh-CN" altLang="en-US" sz="1100" b="1"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1200" b="0" dirty="0">
                          <a:latin typeface="微软雅黑" panose="020B0503020204020204" pitchFamily="34" charset="-122"/>
                          <a:ea typeface="微软雅黑" panose="020B0503020204020204" pitchFamily="34" charset="-122"/>
                        </a:rPr>
                        <a:t>平稳类型</a:t>
                      </a:r>
                      <a:endParaRPr lang="zh-CN" altLang="en-US" sz="1200" b="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1200" b="0" dirty="0">
                          <a:solidFill>
                            <a:srgbClr val="FF0000"/>
                          </a:solidFill>
                          <a:latin typeface="微软雅黑" panose="020B0503020204020204" pitchFamily="34" charset="-122"/>
                          <a:ea typeface="微软雅黑" panose="020B0503020204020204" pitchFamily="34" charset="-122"/>
                        </a:rPr>
                        <a:t>非平稳类型</a:t>
                      </a:r>
                      <a:endParaRPr lang="zh-CN" altLang="en-US" sz="1200" b="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1200" b="0" dirty="0">
                          <a:solidFill>
                            <a:srgbClr val="FF0000"/>
                          </a:solidFill>
                          <a:latin typeface="微软雅黑" panose="020B0503020204020204" pitchFamily="34" charset="-122"/>
                          <a:ea typeface="微软雅黑" panose="020B0503020204020204" pitchFamily="34" charset="-122"/>
                        </a:rPr>
                        <a:t>人工改造体积（万方）</a:t>
                      </a:r>
                      <a:endParaRPr lang="zh-CN" altLang="en-US" sz="1200" b="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488233">
                <a:tc>
                  <a:txBody>
                    <a:bodyPr/>
                    <a:lstStyle/>
                    <a:p>
                      <a:pPr algn="ctr" fontAlgn="ctr">
                        <a:buNone/>
                      </a:pP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泸203H10-1</a:t>
                      </a:r>
                      <a:endParaRPr lang="en-US" altLang="zh-CN"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5</a:t>
                      </a:r>
                      <a:endParaRPr lang="en-US" altLang="zh-CN"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9</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3945.2</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8867">
                <a:tc>
                  <a:txBody>
                    <a:bodyPr/>
                    <a:lstStyle/>
                    <a:p>
                      <a:pPr algn="ctr" fontAlgn="ctr">
                        <a:buNone/>
                      </a:pP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泸203H10-2</a:t>
                      </a:r>
                      <a:endParaRPr lang="en-US" altLang="zh-CN"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4</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14</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3885.6</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7597">
                <a:tc>
                  <a:txBody>
                    <a:bodyPr/>
                    <a:lstStyle/>
                    <a:p>
                      <a:pPr algn="ctr" fontAlgn="ct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泸</a:t>
                      </a: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203H10-3</a:t>
                      </a:r>
                      <a:endParaRPr lang="en-US" altLang="zh-CN"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3</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16</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4885.2</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7597">
                <a:tc>
                  <a:txBody>
                    <a:bodyPr/>
                    <a:lstStyle/>
                    <a:p>
                      <a:pPr marL="0" marR="0" indent="0" algn="ctr" defTabSz="1218565" rtl="0" eaLnBrk="1" fontAlgn="ctr" latinLnBrk="0" hangingPunct="1">
                        <a:lnSpc>
                          <a:spcPct val="100000"/>
                        </a:lnSpc>
                        <a:spcBef>
                          <a:spcPts val="0"/>
                        </a:spcBef>
                        <a:spcAft>
                          <a:spcPts val="0"/>
                        </a:spcAft>
                        <a:buClrTx/>
                        <a:buSzTx/>
                        <a:buFontTx/>
                        <a:buNone/>
                        <a:defRPr/>
                      </a:pP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泸</a:t>
                      </a: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203H10-4</a:t>
                      </a:r>
                      <a:endParaRPr lang="en-US" altLang="zh-CN"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3</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18</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rgbClr val="FF0000"/>
                          </a:solidFill>
                          <a:latin typeface="微软雅黑" panose="020B0503020204020204" pitchFamily="34" charset="-122"/>
                          <a:ea typeface="微软雅黑" panose="020B0503020204020204" pitchFamily="34" charset="-122"/>
                        </a:rPr>
                        <a:t>5206.4</a:t>
                      </a:r>
                      <a:endParaRPr lang="zh-CN" altLang="en-US" sz="1200" dirty="0">
                        <a:solidFill>
                          <a:srgbClr val="FF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8233">
                <a:tc>
                  <a:txBody>
                    <a:bodyPr/>
                    <a:lstStyle/>
                    <a:p>
                      <a:pPr algn="ctr" fontAlgn="ctr"/>
                      <a:r>
                        <a:rPr lang="zh-CN" altLang="en-US" sz="1100" b="1" i="0" u="none" strike="noStrike" dirty="0">
                          <a:solidFill>
                            <a:srgbClr val="FF0000"/>
                          </a:solidFill>
                          <a:effectLst/>
                          <a:latin typeface="微软雅黑" panose="020B0503020204020204" pitchFamily="34" charset="-122"/>
                          <a:ea typeface="微软雅黑" panose="020B0503020204020204" pitchFamily="34" charset="-122"/>
                        </a:rPr>
                        <a:t>汇总</a:t>
                      </a:r>
                      <a:endParaRPr lang="en-US" sz="1100" b="1" i="0" u="none" strike="noStrike" dirty="0">
                        <a:solidFill>
                          <a:srgbClr val="FF0000"/>
                        </a:solidFill>
                        <a:effectLst/>
                        <a:latin typeface="微软雅黑" panose="020B0503020204020204" pitchFamily="34" charset="-122"/>
                        <a:ea typeface="微软雅黑" panose="020B0503020204020204" pitchFamily="34" charset="-122"/>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15</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57</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17922.4</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35"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pic>
        <p:nvPicPr>
          <p:cNvPr id="37" name="图片 36"/>
          <p:cNvPicPr>
            <a:picLocks noChangeAspect="1"/>
          </p:cNvPicPr>
          <p:nvPr/>
        </p:nvPicPr>
        <p:blipFill>
          <a:blip r:embed="rId2"/>
          <a:stretch>
            <a:fillRect/>
          </a:stretch>
        </p:blipFill>
        <p:spPr>
          <a:xfrm>
            <a:off x="7899799" y="2588673"/>
            <a:ext cx="3765632" cy="331032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表格 13"/>
          <p:cNvGraphicFramePr>
            <a:graphicFrameLocks noGrp="1"/>
          </p:cNvGraphicFramePr>
          <p:nvPr>
            <p:custDataLst>
              <p:tags r:id="rId4"/>
            </p:custDataLst>
          </p:nvPr>
        </p:nvGraphicFramePr>
        <p:xfrm>
          <a:off x="325437" y="2336800"/>
          <a:ext cx="7916863" cy="3603298"/>
        </p:xfrm>
        <a:graphic>
          <a:graphicData uri="http://schemas.openxmlformats.org/drawingml/2006/table">
            <a:tbl>
              <a:tblPr>
                <a:tableStyleId>{5C22544A-7EE6-4342-B048-85BDC9FD1C3A}</a:tableStyleId>
              </a:tblPr>
              <a:tblGrid>
                <a:gridCol w="825540"/>
                <a:gridCol w="203746"/>
                <a:gridCol w="636082"/>
                <a:gridCol w="471472"/>
                <a:gridCol w="318041"/>
                <a:gridCol w="179519"/>
                <a:gridCol w="636082"/>
                <a:gridCol w="472093"/>
                <a:gridCol w="317420"/>
                <a:gridCol w="203746"/>
                <a:gridCol w="612478"/>
                <a:gridCol w="445381"/>
                <a:gridCol w="344129"/>
                <a:gridCol w="289467"/>
                <a:gridCol w="636703"/>
                <a:gridCol w="471472"/>
                <a:gridCol w="303398"/>
                <a:gridCol w="550094"/>
              </a:tblGrid>
              <a:tr h="287028">
                <a:tc rowSpan="2">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井号</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4">
                  <a:txBody>
                    <a:bodyPr/>
                    <a:lstStyle/>
                    <a:p>
                      <a:pPr algn="ctr" rtl="0" fontAlgn="ctr"/>
                      <a:r>
                        <a:rPr lang="zh-CN" altLang="en-US" sz="1000" b="1" u="none" strike="noStrike" dirty="0">
                          <a:effectLst/>
                          <a:latin typeface="微软雅黑" panose="020B0503020204020204" pitchFamily="34" charset="-122"/>
                          <a:ea typeface="微软雅黑" panose="020B0503020204020204" pitchFamily="34" charset="-122"/>
                        </a:rPr>
                        <a:t>主体段</a:t>
                      </a:r>
                      <a:endParaRPr lang="zh-CN" altLang="en-US"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cPr/>
                </a:tc>
                <a:tc hMerge="1">
                  <a:tcPr/>
                </a:tc>
                <a:tc hMerge="1">
                  <a:tcPr/>
                </a:tc>
                <a:tc gridSpan="4">
                  <a:txBody>
                    <a:bodyPr/>
                    <a:lstStyle/>
                    <a:p>
                      <a:pPr algn="ctr" rtl="0" fontAlgn="ctr"/>
                      <a:r>
                        <a:rPr lang="zh-CN" altLang="en-US" sz="1000" b="1" u="none" strike="noStrike" dirty="0">
                          <a:effectLst/>
                          <a:latin typeface="微软雅黑" panose="020B0503020204020204" pitchFamily="34" charset="-122"/>
                          <a:ea typeface="微软雅黑" panose="020B0503020204020204" pitchFamily="34" charset="-122"/>
                        </a:rPr>
                        <a:t>渐进防控段</a:t>
                      </a:r>
                      <a:endParaRPr lang="zh-CN" altLang="en-US"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cPr/>
                </a:tc>
                <a:tc hMerge="1">
                  <a:tcPr/>
                </a:tc>
                <a:tc hMerge="1">
                  <a:tcPr/>
                </a:tc>
                <a:tc gridSpan="4">
                  <a:txBody>
                    <a:bodyPr/>
                    <a:lstStyle/>
                    <a:p>
                      <a:pPr algn="ctr" rtl="0" fontAlgn="ctr"/>
                      <a:r>
                        <a:rPr lang="zh-CN" altLang="en-US" sz="1000" b="1" u="none" strike="noStrike" dirty="0">
                          <a:effectLst/>
                          <a:latin typeface="微软雅黑" panose="020B0503020204020204" pitchFamily="34" charset="-122"/>
                          <a:ea typeface="微软雅黑" panose="020B0503020204020204" pitchFamily="34" charset="-122"/>
                        </a:rPr>
                        <a:t>风险段</a:t>
                      </a:r>
                      <a:endParaRPr lang="zh-CN" altLang="en-US"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cPr/>
                </a:tc>
                <a:tc hMerge="1">
                  <a:tcPr/>
                </a:tc>
                <a:tc hMerge="1">
                  <a:tcPr/>
                </a:tc>
                <a:tc gridSpan="5">
                  <a:txBody>
                    <a:bodyPr/>
                    <a:lstStyle/>
                    <a:p>
                      <a:pPr algn="ctr" rtl="0" fontAlgn="ctr"/>
                      <a:r>
                        <a:rPr lang="zh-CN" altLang="en-US" sz="1000" b="1" u="none" strike="noStrike" dirty="0">
                          <a:effectLst/>
                          <a:latin typeface="微软雅黑" panose="020B0503020204020204" pitchFamily="34" charset="-122"/>
                          <a:ea typeface="微软雅黑" panose="020B0503020204020204" pitchFamily="34" charset="-122"/>
                        </a:rPr>
                        <a:t>平均参数</a:t>
                      </a:r>
                      <a:endParaRPr lang="zh-CN" altLang="en-US"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cPr/>
                </a:tc>
                <a:tc hMerge="1">
                  <a:tcPr/>
                </a:tc>
                <a:tc hMerge="1">
                  <a:tcPr/>
                </a:tc>
                <a:tc hMerge="1">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1289697">
                <a:tc vMerge="1">
                  <a:tcPr/>
                </a:tc>
                <a:tc>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段</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effectLst/>
                          <a:latin typeface="微软雅黑" panose="020B0503020204020204" pitchFamily="34" charset="-122"/>
                          <a:ea typeface="微软雅黑" panose="020B0503020204020204" pitchFamily="34" charset="-122"/>
                        </a:rPr>
                        <a:t>数</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050" u="none" strike="noStrike" dirty="0">
                          <a:effectLst/>
                          <a:latin typeface="微软雅黑" panose="020B0503020204020204" pitchFamily="34" charset="-122"/>
                          <a:ea typeface="微软雅黑" panose="020B0503020204020204" pitchFamily="34" charset="-122"/>
                        </a:rPr>
                        <a:t>　</a:t>
                      </a: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施工</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effectLst/>
                          <a:latin typeface="微软雅黑" panose="020B0503020204020204" pitchFamily="34" charset="-122"/>
                          <a:ea typeface="微软雅黑" panose="020B0503020204020204" pitchFamily="34" charset="-122"/>
                        </a:rPr>
                        <a:t>排量</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en-US" sz="1050" u="none" strike="noStrike" dirty="0">
                          <a:effectLst/>
                          <a:latin typeface="微软雅黑" panose="020B0503020204020204" pitchFamily="34" charset="-122"/>
                          <a:ea typeface="微软雅黑" panose="020B0503020204020204" pitchFamily="34" charset="-122"/>
                        </a:rPr>
                        <a:t>（m</a:t>
                      </a:r>
                      <a:r>
                        <a:rPr lang="en-US" sz="1050" u="none" strike="noStrike" baseline="30000" dirty="0">
                          <a:effectLst/>
                          <a:latin typeface="微软雅黑" panose="020B0503020204020204" pitchFamily="34" charset="-122"/>
                          <a:ea typeface="微软雅黑" panose="020B0503020204020204" pitchFamily="34" charset="-122"/>
                        </a:rPr>
                        <a:t>3</a:t>
                      </a:r>
                      <a:r>
                        <a:rPr lang="en-US" sz="1050" u="none" strike="noStrike" dirty="0">
                          <a:effectLst/>
                          <a:latin typeface="微软雅黑" panose="020B0503020204020204" pitchFamily="34" charset="-122"/>
                          <a:ea typeface="微软雅黑" panose="020B0503020204020204" pitchFamily="34" charset="-122"/>
                        </a:rPr>
                        <a:t>/m）</a:t>
                      </a:r>
                      <a:endParaRPr 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用液</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effectLst/>
                          <a:latin typeface="微软雅黑" panose="020B0503020204020204" pitchFamily="34" charset="-122"/>
                          <a:ea typeface="微软雅黑" panose="020B0503020204020204" pitchFamily="34" charset="-122"/>
                        </a:rPr>
                        <a:t>强度</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en-US" sz="1000" u="none" strike="noStrike" dirty="0">
                          <a:effectLst/>
                          <a:latin typeface="微软雅黑" panose="020B0503020204020204" pitchFamily="34" charset="-122"/>
                          <a:ea typeface="微软雅黑" panose="020B0503020204020204" pitchFamily="34" charset="-122"/>
                        </a:rPr>
                        <a:t>(m</a:t>
                      </a:r>
                      <a:r>
                        <a:rPr lang="en-US" sz="1000" u="none" strike="noStrike" baseline="30000" dirty="0">
                          <a:effectLst/>
                          <a:latin typeface="微软雅黑" panose="020B0503020204020204" pitchFamily="34" charset="-122"/>
                          <a:ea typeface="微软雅黑" panose="020B0503020204020204" pitchFamily="34" charset="-122"/>
                        </a:rPr>
                        <a:t>3</a:t>
                      </a:r>
                      <a:r>
                        <a:rPr lang="en-US" sz="1000" u="none" strike="noStrike" dirty="0">
                          <a:effectLst/>
                          <a:latin typeface="微软雅黑" panose="020B0503020204020204" pitchFamily="34" charset="-122"/>
                          <a:ea typeface="微软雅黑" panose="020B0503020204020204" pitchFamily="34" charset="-122"/>
                        </a:rPr>
                        <a:t>/m)</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加砂</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effectLst/>
                          <a:latin typeface="微软雅黑" panose="020B0503020204020204" pitchFamily="34" charset="-122"/>
                          <a:ea typeface="微软雅黑" panose="020B0503020204020204" pitchFamily="34" charset="-122"/>
                        </a:rPr>
                        <a:t>强度</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en-US" sz="1000" u="none" strike="noStrike" dirty="0">
                          <a:effectLst/>
                          <a:latin typeface="微软雅黑" panose="020B0503020204020204" pitchFamily="34" charset="-122"/>
                          <a:ea typeface="微软雅黑" panose="020B0503020204020204" pitchFamily="34" charset="-122"/>
                        </a:rPr>
                        <a:t>(t/m)</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段</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effectLst/>
                          <a:latin typeface="微软雅黑" panose="020B0503020204020204" pitchFamily="34" charset="-122"/>
                          <a:ea typeface="微软雅黑" panose="020B0503020204020204" pitchFamily="34" charset="-122"/>
                        </a:rPr>
                        <a:t>数</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050" u="none" strike="noStrike" dirty="0">
                          <a:effectLst/>
                          <a:latin typeface="微软雅黑" panose="020B0503020204020204" pitchFamily="34" charset="-122"/>
                          <a:ea typeface="微软雅黑" panose="020B0503020204020204" pitchFamily="34" charset="-122"/>
                        </a:rPr>
                        <a:t>　</a:t>
                      </a: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施工</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effectLst/>
                          <a:latin typeface="微软雅黑" panose="020B0503020204020204" pitchFamily="34" charset="-122"/>
                          <a:ea typeface="微软雅黑" panose="020B0503020204020204" pitchFamily="34" charset="-122"/>
                        </a:rPr>
                        <a:t>排量</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en-US" sz="1050" u="none" strike="noStrike" dirty="0">
                          <a:effectLst/>
                          <a:latin typeface="微软雅黑" panose="020B0503020204020204" pitchFamily="34" charset="-122"/>
                          <a:ea typeface="微软雅黑" panose="020B0503020204020204" pitchFamily="34" charset="-122"/>
                        </a:rPr>
                        <a:t>（m</a:t>
                      </a:r>
                      <a:r>
                        <a:rPr lang="en-US" sz="1050" u="none" strike="noStrike" baseline="30000" dirty="0">
                          <a:effectLst/>
                          <a:latin typeface="微软雅黑" panose="020B0503020204020204" pitchFamily="34" charset="-122"/>
                          <a:ea typeface="微软雅黑" panose="020B0503020204020204" pitchFamily="34" charset="-122"/>
                        </a:rPr>
                        <a:t>3</a:t>
                      </a:r>
                      <a:r>
                        <a:rPr lang="en-US" sz="1050" u="none" strike="noStrike" dirty="0">
                          <a:effectLst/>
                          <a:latin typeface="微软雅黑" panose="020B0503020204020204" pitchFamily="34" charset="-122"/>
                          <a:ea typeface="微软雅黑" panose="020B0503020204020204" pitchFamily="34" charset="-122"/>
                        </a:rPr>
                        <a:t>/m）</a:t>
                      </a:r>
                      <a:endParaRPr 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用液</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effectLst/>
                          <a:latin typeface="微软雅黑" panose="020B0503020204020204" pitchFamily="34" charset="-122"/>
                          <a:ea typeface="微软雅黑" panose="020B0503020204020204" pitchFamily="34" charset="-122"/>
                        </a:rPr>
                        <a:t>强度</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en-US" sz="1000" u="none" strike="noStrike" dirty="0">
                          <a:effectLst/>
                          <a:latin typeface="微软雅黑" panose="020B0503020204020204" pitchFamily="34" charset="-122"/>
                          <a:ea typeface="微软雅黑" panose="020B0503020204020204" pitchFamily="34" charset="-122"/>
                        </a:rPr>
                        <a:t>(m</a:t>
                      </a:r>
                      <a:r>
                        <a:rPr lang="en-US" sz="1000" u="none" strike="noStrike" baseline="30000" dirty="0">
                          <a:effectLst/>
                          <a:latin typeface="微软雅黑" panose="020B0503020204020204" pitchFamily="34" charset="-122"/>
                          <a:ea typeface="微软雅黑" panose="020B0503020204020204" pitchFamily="34" charset="-122"/>
                        </a:rPr>
                        <a:t>3</a:t>
                      </a:r>
                      <a:r>
                        <a:rPr lang="en-US" sz="1000" u="none" strike="noStrike" dirty="0">
                          <a:effectLst/>
                          <a:latin typeface="微软雅黑" panose="020B0503020204020204" pitchFamily="34" charset="-122"/>
                          <a:ea typeface="微软雅黑" panose="020B0503020204020204" pitchFamily="34" charset="-122"/>
                        </a:rPr>
                        <a:t>/m)</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加砂</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effectLst/>
                          <a:latin typeface="微软雅黑" panose="020B0503020204020204" pitchFamily="34" charset="-122"/>
                          <a:ea typeface="微软雅黑" panose="020B0503020204020204" pitchFamily="34" charset="-122"/>
                        </a:rPr>
                        <a:t>强度</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en-US" sz="1000" u="none" strike="noStrike" dirty="0">
                          <a:effectLst/>
                          <a:latin typeface="微软雅黑" panose="020B0503020204020204" pitchFamily="34" charset="-122"/>
                          <a:ea typeface="微软雅黑" panose="020B0503020204020204" pitchFamily="34" charset="-122"/>
                        </a:rPr>
                        <a:t>(t/m)</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段</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effectLst/>
                          <a:latin typeface="微软雅黑" panose="020B0503020204020204" pitchFamily="34" charset="-122"/>
                          <a:ea typeface="微软雅黑" panose="020B0503020204020204" pitchFamily="34" charset="-122"/>
                        </a:rPr>
                        <a:t>数</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050" u="none" strike="noStrike" dirty="0">
                          <a:effectLst/>
                          <a:latin typeface="微软雅黑" panose="020B0503020204020204" pitchFamily="34" charset="-122"/>
                          <a:ea typeface="微软雅黑" panose="020B0503020204020204" pitchFamily="34" charset="-122"/>
                        </a:rPr>
                        <a:t>　</a:t>
                      </a: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施工</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effectLst/>
                          <a:latin typeface="微软雅黑" panose="020B0503020204020204" pitchFamily="34" charset="-122"/>
                          <a:ea typeface="微软雅黑" panose="020B0503020204020204" pitchFamily="34" charset="-122"/>
                        </a:rPr>
                        <a:t>排量</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en-US" sz="1050" u="none" strike="noStrike" dirty="0">
                          <a:effectLst/>
                          <a:latin typeface="微软雅黑" panose="020B0503020204020204" pitchFamily="34" charset="-122"/>
                          <a:ea typeface="微软雅黑" panose="020B0503020204020204" pitchFamily="34" charset="-122"/>
                        </a:rPr>
                        <a:t>（m</a:t>
                      </a:r>
                      <a:r>
                        <a:rPr lang="en-US" sz="1050" u="none" strike="noStrike" baseline="30000" dirty="0">
                          <a:effectLst/>
                          <a:latin typeface="微软雅黑" panose="020B0503020204020204" pitchFamily="34" charset="-122"/>
                          <a:ea typeface="微软雅黑" panose="020B0503020204020204" pitchFamily="34" charset="-122"/>
                        </a:rPr>
                        <a:t>3</a:t>
                      </a:r>
                      <a:r>
                        <a:rPr lang="en-US" sz="1050" u="none" strike="noStrike" dirty="0">
                          <a:effectLst/>
                          <a:latin typeface="微软雅黑" panose="020B0503020204020204" pitchFamily="34" charset="-122"/>
                          <a:ea typeface="微软雅黑" panose="020B0503020204020204" pitchFamily="34" charset="-122"/>
                        </a:rPr>
                        <a:t>/m）</a:t>
                      </a:r>
                      <a:endParaRPr 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用液</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effectLst/>
                          <a:latin typeface="微软雅黑" panose="020B0503020204020204" pitchFamily="34" charset="-122"/>
                          <a:ea typeface="微软雅黑" panose="020B0503020204020204" pitchFamily="34" charset="-122"/>
                        </a:rPr>
                        <a:t>强度</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en-US" sz="1000" u="none" strike="noStrike" dirty="0">
                          <a:effectLst/>
                          <a:latin typeface="微软雅黑" panose="020B0503020204020204" pitchFamily="34" charset="-122"/>
                          <a:ea typeface="微软雅黑" panose="020B0503020204020204" pitchFamily="34" charset="-122"/>
                        </a:rPr>
                        <a:t>(m</a:t>
                      </a:r>
                      <a:r>
                        <a:rPr lang="en-US" sz="1000" u="none" strike="noStrike" baseline="30000" dirty="0">
                          <a:effectLst/>
                          <a:latin typeface="微软雅黑" panose="020B0503020204020204" pitchFamily="34" charset="-122"/>
                          <a:ea typeface="微软雅黑" panose="020B0503020204020204" pitchFamily="34" charset="-122"/>
                        </a:rPr>
                        <a:t>3</a:t>
                      </a:r>
                      <a:r>
                        <a:rPr lang="en-US" sz="1000" u="none" strike="noStrike" dirty="0">
                          <a:effectLst/>
                          <a:latin typeface="微软雅黑" panose="020B0503020204020204" pitchFamily="34" charset="-122"/>
                          <a:ea typeface="微软雅黑" panose="020B0503020204020204" pitchFamily="34" charset="-122"/>
                        </a:rPr>
                        <a:t>/m)</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加砂</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effectLst/>
                          <a:latin typeface="微软雅黑" panose="020B0503020204020204" pitchFamily="34" charset="-122"/>
                          <a:ea typeface="微软雅黑" panose="020B0503020204020204" pitchFamily="34" charset="-122"/>
                        </a:rPr>
                        <a:t>强度</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en-US" sz="1000" u="none" strike="noStrike" dirty="0">
                          <a:effectLst/>
                          <a:latin typeface="微软雅黑" panose="020B0503020204020204" pitchFamily="34" charset="-122"/>
                          <a:ea typeface="微软雅黑" panose="020B0503020204020204" pitchFamily="34" charset="-122"/>
                        </a:rPr>
                        <a:t>(t/m)</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effectLst/>
                          <a:latin typeface="微软雅黑" panose="020B0503020204020204" pitchFamily="34" charset="-122"/>
                          <a:ea typeface="微软雅黑" panose="020B0503020204020204" pitchFamily="34" charset="-122"/>
                        </a:rPr>
                        <a:t>段</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effectLst/>
                          <a:latin typeface="微软雅黑" panose="020B0503020204020204" pitchFamily="34" charset="-122"/>
                          <a:ea typeface="微软雅黑" panose="020B0503020204020204" pitchFamily="34" charset="-122"/>
                        </a:rPr>
                        <a:t>数</a:t>
                      </a:r>
                      <a:r>
                        <a:rPr lang="zh-CN" altLang="en-US" sz="1050" u="none" strike="noStrike" dirty="0">
                          <a:effectLst/>
                          <a:latin typeface="微软雅黑" panose="020B0503020204020204" pitchFamily="34" charset="-122"/>
                          <a:ea typeface="微软雅黑" panose="020B0503020204020204" pitchFamily="34" charset="-122"/>
                        </a:rPr>
                        <a:t>　</a:t>
                      </a: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solidFill>
                            <a:srgbClr val="FF0000"/>
                          </a:solidFill>
                          <a:effectLst/>
                          <a:latin typeface="微软雅黑" panose="020B0503020204020204" pitchFamily="34" charset="-122"/>
                          <a:ea typeface="微软雅黑" panose="020B0503020204020204" pitchFamily="34" charset="-122"/>
                        </a:rPr>
                        <a:t>施工</a:t>
                      </a:r>
                      <a:endParaRPr lang="zh-CN" altLang="en-US" sz="1000" b="0" i="0" u="none" strike="noStrike" dirty="0">
                        <a:solidFill>
                          <a:srgbClr val="FF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solidFill>
                            <a:srgbClr val="FF0000"/>
                          </a:solidFill>
                          <a:effectLst/>
                          <a:latin typeface="微软雅黑" panose="020B0503020204020204" pitchFamily="34" charset="-122"/>
                          <a:ea typeface="微软雅黑" panose="020B0503020204020204" pitchFamily="34" charset="-122"/>
                        </a:rPr>
                        <a:t>排量</a:t>
                      </a:r>
                      <a:endParaRPr lang="zh-CN" altLang="en-US" sz="1000" b="0" i="0" u="none" strike="noStrike" dirty="0">
                        <a:solidFill>
                          <a:srgbClr val="FF0000"/>
                        </a:solidFill>
                        <a:effectLst/>
                        <a:latin typeface="微软雅黑" panose="020B0503020204020204" pitchFamily="34" charset="-122"/>
                        <a:ea typeface="微软雅黑" panose="020B0503020204020204" pitchFamily="34" charset="-122"/>
                      </a:endParaRPr>
                    </a:p>
                    <a:p>
                      <a:pPr algn="ctr" fontAlgn="ctr"/>
                      <a:r>
                        <a:rPr lang="en-US" sz="1050" u="none" strike="noStrike" dirty="0">
                          <a:solidFill>
                            <a:srgbClr val="FF0000"/>
                          </a:solidFill>
                          <a:effectLst/>
                          <a:latin typeface="微软雅黑" panose="020B0503020204020204" pitchFamily="34" charset="-122"/>
                          <a:ea typeface="微软雅黑" panose="020B0503020204020204" pitchFamily="34" charset="-122"/>
                        </a:rPr>
                        <a:t>（m</a:t>
                      </a:r>
                      <a:r>
                        <a:rPr lang="en-US" sz="1050" u="none" strike="noStrike" baseline="30000" dirty="0">
                          <a:solidFill>
                            <a:srgbClr val="FF0000"/>
                          </a:solidFill>
                          <a:effectLst/>
                          <a:latin typeface="微软雅黑" panose="020B0503020204020204" pitchFamily="34" charset="-122"/>
                          <a:ea typeface="微软雅黑" panose="020B0503020204020204" pitchFamily="34" charset="-122"/>
                        </a:rPr>
                        <a:t>3</a:t>
                      </a:r>
                      <a:r>
                        <a:rPr lang="en-US" sz="1050" u="none" strike="noStrike" dirty="0">
                          <a:solidFill>
                            <a:srgbClr val="FF0000"/>
                          </a:solidFill>
                          <a:effectLst/>
                          <a:latin typeface="微软雅黑" panose="020B0503020204020204" pitchFamily="34" charset="-122"/>
                          <a:ea typeface="微软雅黑" panose="020B0503020204020204" pitchFamily="34" charset="-122"/>
                        </a:rPr>
                        <a:t>/m）</a:t>
                      </a:r>
                      <a:endParaRPr lang="en-US" sz="1050" b="0" i="0" u="none" strike="noStrike" dirty="0">
                        <a:solidFill>
                          <a:srgbClr val="FF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solidFill>
                            <a:srgbClr val="FF0000"/>
                          </a:solidFill>
                          <a:effectLst/>
                          <a:latin typeface="微软雅黑" panose="020B0503020204020204" pitchFamily="34" charset="-122"/>
                          <a:ea typeface="微软雅黑" panose="020B0503020204020204" pitchFamily="34" charset="-122"/>
                        </a:rPr>
                        <a:t>用液</a:t>
                      </a:r>
                      <a:endParaRPr lang="zh-CN" altLang="en-US" sz="1000" b="0" i="0" u="none" strike="noStrike" dirty="0">
                        <a:solidFill>
                          <a:srgbClr val="FF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solidFill>
                            <a:srgbClr val="FF0000"/>
                          </a:solidFill>
                          <a:effectLst/>
                          <a:latin typeface="微软雅黑" panose="020B0503020204020204" pitchFamily="34" charset="-122"/>
                          <a:ea typeface="微软雅黑" panose="020B0503020204020204" pitchFamily="34" charset="-122"/>
                        </a:rPr>
                        <a:t>强度</a:t>
                      </a:r>
                      <a:endParaRPr lang="zh-CN" altLang="en-US" sz="1000" b="0" i="0" u="none" strike="noStrike" dirty="0">
                        <a:solidFill>
                          <a:srgbClr val="FF0000"/>
                        </a:solidFill>
                        <a:effectLst/>
                        <a:latin typeface="微软雅黑" panose="020B0503020204020204" pitchFamily="34" charset="-122"/>
                        <a:ea typeface="微软雅黑" panose="020B0503020204020204" pitchFamily="34" charset="-122"/>
                      </a:endParaRPr>
                    </a:p>
                    <a:p>
                      <a:pPr algn="ctr" rtl="0" fontAlgn="ctr"/>
                      <a:r>
                        <a:rPr lang="en-US" sz="1000" u="none" strike="noStrike" dirty="0">
                          <a:solidFill>
                            <a:srgbClr val="FF0000"/>
                          </a:solidFill>
                          <a:effectLst/>
                          <a:latin typeface="微软雅黑" panose="020B0503020204020204" pitchFamily="34" charset="-122"/>
                          <a:ea typeface="微软雅黑" panose="020B0503020204020204" pitchFamily="34" charset="-122"/>
                        </a:rPr>
                        <a:t>(m</a:t>
                      </a:r>
                      <a:r>
                        <a:rPr lang="en-US" sz="1000" u="none" strike="noStrike" baseline="30000" dirty="0">
                          <a:solidFill>
                            <a:srgbClr val="FF0000"/>
                          </a:solidFill>
                          <a:effectLst/>
                          <a:latin typeface="微软雅黑" panose="020B0503020204020204" pitchFamily="34" charset="-122"/>
                          <a:ea typeface="微软雅黑" panose="020B0503020204020204" pitchFamily="34" charset="-122"/>
                        </a:rPr>
                        <a:t>3</a:t>
                      </a:r>
                      <a:r>
                        <a:rPr lang="en-US" sz="1000" u="none" strike="noStrike" dirty="0">
                          <a:solidFill>
                            <a:srgbClr val="FF0000"/>
                          </a:solidFill>
                          <a:effectLst/>
                          <a:latin typeface="微软雅黑" panose="020B0503020204020204" pitchFamily="34" charset="-122"/>
                          <a:ea typeface="微软雅黑" panose="020B0503020204020204" pitchFamily="34" charset="-122"/>
                        </a:rPr>
                        <a:t>/m)</a:t>
                      </a:r>
                      <a:endParaRPr lang="en-US" sz="1000" b="0" i="0" u="none" strike="noStrike" dirty="0">
                        <a:solidFill>
                          <a:srgbClr val="FF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u="none" strike="noStrike" dirty="0">
                          <a:solidFill>
                            <a:srgbClr val="FF0000"/>
                          </a:solidFill>
                          <a:effectLst/>
                          <a:latin typeface="微软雅黑" panose="020B0503020204020204" pitchFamily="34" charset="-122"/>
                          <a:ea typeface="微软雅黑" panose="020B0503020204020204" pitchFamily="34" charset="-122"/>
                        </a:rPr>
                        <a:t>加砂</a:t>
                      </a:r>
                      <a:endParaRPr lang="zh-CN" altLang="en-US" sz="1000" b="0" i="0" u="none" strike="noStrike" dirty="0">
                        <a:solidFill>
                          <a:srgbClr val="FF0000"/>
                        </a:solidFill>
                        <a:effectLst/>
                        <a:latin typeface="微软雅黑" panose="020B0503020204020204" pitchFamily="34" charset="-122"/>
                        <a:ea typeface="微软雅黑" panose="020B0503020204020204" pitchFamily="34" charset="-122"/>
                      </a:endParaRPr>
                    </a:p>
                    <a:p>
                      <a:pPr algn="ctr" rtl="0" fontAlgn="ctr"/>
                      <a:r>
                        <a:rPr lang="zh-CN" altLang="en-US" sz="1000" u="none" strike="noStrike" dirty="0">
                          <a:solidFill>
                            <a:srgbClr val="FF0000"/>
                          </a:solidFill>
                          <a:effectLst/>
                          <a:latin typeface="微软雅黑" panose="020B0503020204020204" pitchFamily="34" charset="-122"/>
                          <a:ea typeface="微软雅黑" panose="020B0503020204020204" pitchFamily="34" charset="-122"/>
                        </a:rPr>
                        <a:t>强度</a:t>
                      </a:r>
                      <a:endParaRPr lang="zh-CN" altLang="en-US" sz="1000" b="0" i="0" u="none" strike="noStrike" dirty="0">
                        <a:solidFill>
                          <a:srgbClr val="FF0000"/>
                        </a:solidFill>
                        <a:effectLst/>
                        <a:latin typeface="微软雅黑" panose="020B0503020204020204" pitchFamily="34" charset="-122"/>
                        <a:ea typeface="微软雅黑" panose="020B0503020204020204" pitchFamily="34" charset="-122"/>
                      </a:endParaRPr>
                    </a:p>
                    <a:p>
                      <a:pPr algn="ctr" rtl="0" fontAlgn="ctr"/>
                      <a:r>
                        <a:rPr lang="en-US" sz="1000" u="none" strike="noStrike" dirty="0">
                          <a:solidFill>
                            <a:srgbClr val="FF0000"/>
                          </a:solidFill>
                          <a:effectLst/>
                          <a:latin typeface="微软雅黑" panose="020B0503020204020204" pitchFamily="34" charset="-122"/>
                          <a:ea typeface="微软雅黑" panose="020B0503020204020204" pitchFamily="34" charset="-122"/>
                        </a:rPr>
                        <a:t>(t/m)</a:t>
                      </a:r>
                      <a:endParaRPr lang="en-US" sz="1000" b="0" i="0" u="none" strike="noStrike" dirty="0">
                        <a:solidFill>
                          <a:srgbClr val="FF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zh-CN" altLang="en-US" sz="1000" b="0" i="0" u="none" strike="noStrike" dirty="0">
                          <a:solidFill>
                            <a:srgbClr val="FF0000"/>
                          </a:solidFill>
                          <a:effectLst/>
                          <a:latin typeface="微软雅黑" panose="020B0503020204020204" pitchFamily="34" charset="-122"/>
                          <a:ea typeface="微软雅黑" panose="020B0503020204020204" pitchFamily="34" charset="-122"/>
                        </a:rPr>
                        <a:t>改造体积</a:t>
                      </a:r>
                      <a:r>
                        <a:rPr lang="en-US" sz="1000" b="0" i="0" u="none" strike="noStrike" dirty="0">
                          <a:solidFill>
                            <a:srgbClr val="FF0000"/>
                          </a:solidFill>
                          <a:effectLst/>
                          <a:latin typeface="微软雅黑" panose="020B0503020204020204" pitchFamily="34" charset="-122"/>
                          <a:ea typeface="微软雅黑" panose="020B0503020204020204" pitchFamily="34" charset="-122"/>
                        </a:rPr>
                        <a:t>SRV(10</a:t>
                      </a:r>
                      <a:r>
                        <a:rPr lang="en-US" sz="1000" b="0" i="0" u="none" strike="noStrike" baseline="30000" dirty="0">
                          <a:solidFill>
                            <a:srgbClr val="FF0000"/>
                          </a:solidFill>
                          <a:effectLst/>
                          <a:latin typeface="微软雅黑" panose="020B0503020204020204" pitchFamily="34" charset="-122"/>
                          <a:ea typeface="微软雅黑" panose="020B0503020204020204" pitchFamily="34" charset="-122"/>
                        </a:rPr>
                        <a:t>4</a:t>
                      </a:r>
                      <a:r>
                        <a:rPr lang="en-US" altLang="zh-CN" sz="1000" u="none" strike="noStrike" dirty="0">
                          <a:solidFill>
                            <a:srgbClr val="FF0000"/>
                          </a:solidFill>
                          <a:effectLst/>
                          <a:latin typeface="微软雅黑" panose="020B0503020204020204" pitchFamily="34" charset="-122"/>
                          <a:ea typeface="微软雅黑" panose="020B0503020204020204" pitchFamily="34" charset="-122"/>
                        </a:rPr>
                        <a:t>m</a:t>
                      </a:r>
                      <a:r>
                        <a:rPr lang="en-US" altLang="zh-CN" sz="1000" u="none" strike="noStrike" baseline="30000" dirty="0">
                          <a:solidFill>
                            <a:srgbClr val="FF0000"/>
                          </a:solidFill>
                          <a:effectLst/>
                          <a:latin typeface="微软雅黑" panose="020B0503020204020204" pitchFamily="34" charset="-122"/>
                          <a:ea typeface="微软雅黑" panose="020B0503020204020204" pitchFamily="34" charset="-122"/>
                        </a:rPr>
                        <a:t>3</a:t>
                      </a:r>
                      <a:r>
                        <a:rPr lang="en-US" sz="1000" b="0" i="0" u="none" strike="noStrike" dirty="0">
                          <a:solidFill>
                            <a:srgbClr val="FF0000"/>
                          </a:solidFill>
                          <a:effectLst/>
                          <a:latin typeface="微软雅黑" panose="020B0503020204020204" pitchFamily="34" charset="-122"/>
                          <a:ea typeface="微软雅黑" panose="020B0503020204020204" pitchFamily="34" charset="-122"/>
                        </a:rPr>
                        <a:t>)</a:t>
                      </a:r>
                      <a:endParaRPr lang="en-US" sz="1000" b="0" i="0" u="none" strike="noStrike" dirty="0">
                        <a:solidFill>
                          <a:srgbClr val="FF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35690">
                <a:tc>
                  <a:txBody>
                    <a:bodyPr/>
                    <a:lstStyle/>
                    <a:p>
                      <a:pPr algn="ctr" rtl="0" fontAlgn="ctr">
                        <a:buNone/>
                      </a:pPr>
                      <a:r>
                        <a:rPr lang="en-US" altLang="zh-CN" sz="1000" u="none" strike="noStrike">
                          <a:effectLst/>
                          <a:latin typeface="微软雅黑" panose="020B0503020204020204" pitchFamily="34" charset="-122"/>
                          <a:ea typeface="微软雅黑" panose="020B0503020204020204" pitchFamily="34" charset="-122"/>
                        </a:rPr>
                        <a:t>泸203H10-1</a:t>
                      </a:r>
                      <a:endParaRPr lang="en-US" altLang="zh-CN" sz="1000" u="none" strike="noStrike">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4</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19.5</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23.45</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2.77</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6</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18</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19.55</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2.05</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4</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6</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5.03</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1.06</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14</a:t>
                      </a:r>
                      <a:endParaRPr lang="en-US" altLang="zh-CN"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15.1</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chemeClr val="tx1"/>
                          </a:solidFill>
                          <a:effectLst/>
                          <a:latin typeface="微软雅黑" panose="020B0503020204020204" pitchFamily="34" charset="-122"/>
                          <a:ea typeface="微软雅黑" panose="020B0503020204020204" pitchFamily="34" charset="-122"/>
                        </a:rPr>
                        <a:t>14.86</a:t>
                      </a:r>
                      <a:endParaRPr lang="en-US" altLang="zh-CN" sz="1000" b="0" i="0" u="none" strike="noStrike">
                        <a:solidFill>
                          <a:schemeClr val="tx1"/>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1.79</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900" dirty="0">
                          <a:solidFill>
                            <a:schemeClr val="tx1"/>
                          </a:solidFill>
                          <a:latin typeface="微软雅黑" panose="020B0503020204020204" pitchFamily="34" charset="-122"/>
                          <a:ea typeface="微软雅黑" panose="020B0503020204020204" pitchFamily="34" charset="-122"/>
                        </a:rPr>
                        <a:t>3945.2</a:t>
                      </a:r>
                      <a:endParaRPr lang="zh-CN" altLang="en-US" sz="900" dirty="0">
                        <a:solidFill>
                          <a:schemeClr val="tx1"/>
                        </a:solidFill>
                        <a:latin typeface="微软雅黑" panose="020B0503020204020204" pitchFamily="34" charset="-122"/>
                        <a:ea typeface="微软雅黑" panose="020B0503020204020204" pitchFamily="34" charset="-122"/>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r>
              <a:tr h="434404">
                <a:tc>
                  <a:txBody>
                    <a:bodyPr/>
                    <a:lstStyle/>
                    <a:p>
                      <a:pPr algn="ctr" rtl="0" fontAlgn="ctr">
                        <a:buNone/>
                      </a:pPr>
                      <a:r>
                        <a:rPr lang="en-US" altLang="zh-CN" sz="1000" u="none" strike="noStrike">
                          <a:effectLst/>
                          <a:latin typeface="微软雅黑" panose="020B0503020204020204" pitchFamily="34" charset="-122"/>
                          <a:ea typeface="微软雅黑" panose="020B0503020204020204" pitchFamily="34" charset="-122"/>
                        </a:rPr>
                        <a:t>泸203H10-2</a:t>
                      </a:r>
                      <a:endParaRPr lang="en-US" altLang="zh-CN" sz="1000" u="none" strike="noStrike">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7</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19.1</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20.62</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2.15</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8</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17.2</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19.22</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1.68</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3</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6</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5.39</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1.10</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18</a:t>
                      </a:r>
                      <a:endParaRPr lang="en-US" altLang="zh-CN"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16.1</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16.40</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1.63</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900" dirty="0">
                          <a:solidFill>
                            <a:schemeClr val="tx1"/>
                          </a:solidFill>
                          <a:latin typeface="微软雅黑" panose="020B0503020204020204" pitchFamily="34" charset="-122"/>
                          <a:ea typeface="微软雅黑" panose="020B0503020204020204" pitchFamily="34" charset="-122"/>
                        </a:rPr>
                        <a:t>3885.6</a:t>
                      </a:r>
                      <a:endParaRPr lang="zh-CN" altLang="en-US" sz="900" dirty="0">
                        <a:solidFill>
                          <a:schemeClr val="tx1"/>
                        </a:solidFill>
                        <a:latin typeface="微软雅黑" panose="020B0503020204020204" pitchFamily="34" charset="-122"/>
                        <a:ea typeface="微软雅黑" panose="020B0503020204020204" pitchFamily="34" charset="-122"/>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r>
              <a:tr h="435047">
                <a:tc>
                  <a:txBody>
                    <a:bodyPr/>
                    <a:lstStyle/>
                    <a:p>
                      <a:pPr algn="ctr" rtl="0" fontAlgn="ctr"/>
                      <a:r>
                        <a:rPr lang="zh-CN" altLang="en-US" sz="1000" u="none" strike="noStrike">
                          <a:effectLst/>
                          <a:latin typeface="微软雅黑" panose="020B0503020204020204" pitchFamily="34" charset="-122"/>
                          <a:ea typeface="微软雅黑" panose="020B0503020204020204" pitchFamily="34" charset="-122"/>
                        </a:rPr>
                        <a:t>泸</a:t>
                      </a:r>
                      <a:r>
                        <a:rPr lang="en-US" altLang="zh-CN" sz="1000" u="none" strike="noStrike">
                          <a:effectLst/>
                          <a:latin typeface="微软雅黑" panose="020B0503020204020204" pitchFamily="34" charset="-122"/>
                          <a:ea typeface="微软雅黑" panose="020B0503020204020204" pitchFamily="34" charset="-122"/>
                        </a:rPr>
                        <a:t>203H10-3</a:t>
                      </a:r>
                      <a:endParaRPr lang="en-US" altLang="zh-CN" sz="1000" u="none" strike="noStrike">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8</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19.5</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24.41</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2.99</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9</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18</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18.76</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2.02</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2</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u="none" strike="noStrike">
                          <a:effectLst/>
                          <a:latin typeface="微软雅黑" panose="020B0503020204020204" pitchFamily="34" charset="-122"/>
                          <a:ea typeface="微软雅黑" panose="020B0503020204020204" pitchFamily="34" charset="-122"/>
                        </a:rPr>
                        <a:t>6</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5.39</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1.11</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19</a:t>
                      </a:r>
                      <a:endParaRPr lang="en-US" altLang="zh-CN"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17.4</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19.27</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2.29</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900" dirty="0">
                          <a:solidFill>
                            <a:schemeClr val="tx1"/>
                          </a:solidFill>
                          <a:latin typeface="微软雅黑" panose="020B0503020204020204" pitchFamily="34" charset="-122"/>
                          <a:ea typeface="微软雅黑" panose="020B0503020204020204" pitchFamily="34" charset="-122"/>
                        </a:rPr>
                        <a:t>4885.2</a:t>
                      </a:r>
                      <a:endParaRPr lang="zh-CN" altLang="en-US" sz="900" dirty="0">
                        <a:solidFill>
                          <a:schemeClr val="tx1"/>
                        </a:solidFill>
                        <a:latin typeface="微软雅黑" panose="020B0503020204020204" pitchFamily="34" charset="-122"/>
                        <a:ea typeface="微软雅黑" panose="020B0503020204020204" pitchFamily="34" charset="-122"/>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r>
              <a:tr h="434404">
                <a:tc>
                  <a:txBody>
                    <a:bodyPr/>
                    <a:lstStyle/>
                    <a:p>
                      <a:pPr algn="ctr" rtl="0" fontAlgn="ctr"/>
                      <a:r>
                        <a:rPr lang="zh-CN" altLang="en-US" sz="1000" u="none" strike="noStrike">
                          <a:effectLst/>
                          <a:latin typeface="微软雅黑" panose="020B0503020204020204" pitchFamily="34" charset="-122"/>
                          <a:ea typeface="微软雅黑" panose="020B0503020204020204" pitchFamily="34" charset="-122"/>
                        </a:rPr>
                        <a:t>泸</a:t>
                      </a:r>
                      <a:r>
                        <a:rPr lang="en-US" altLang="zh-CN" sz="1000" u="none" strike="noStrike">
                          <a:effectLst/>
                          <a:latin typeface="微软雅黑" panose="020B0503020204020204" pitchFamily="34" charset="-122"/>
                          <a:ea typeface="微软雅黑" panose="020B0503020204020204" pitchFamily="34" charset="-122"/>
                        </a:rPr>
                        <a:t>203H10-4</a:t>
                      </a:r>
                      <a:endParaRPr lang="en-US" altLang="zh-CN" sz="1000" u="none" strike="noStrike">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u="none" strike="noStrike">
                          <a:effectLst/>
                          <a:latin typeface="微软雅黑" panose="020B0503020204020204" pitchFamily="34" charset="-122"/>
                          <a:ea typeface="微软雅黑" panose="020B0503020204020204" pitchFamily="34" charset="-122"/>
                        </a:rPr>
                        <a:t>9</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18.2</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25.47</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2.45</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8</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19.94</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1.90</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4</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u="none" strike="noStrike">
                          <a:effectLst/>
                          <a:latin typeface="微软雅黑" panose="020B0503020204020204" pitchFamily="34" charset="-122"/>
                          <a:ea typeface="微软雅黑" panose="020B0503020204020204" pitchFamily="34" charset="-122"/>
                        </a:rPr>
                        <a:t>6</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5.55</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1.11</a:t>
                      </a:r>
                      <a:endParaRPr lang="en-US" altLang="zh-CN" sz="1000" b="0"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21</a:t>
                      </a:r>
                      <a:endParaRPr lang="en-US" altLang="zh-CN"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15.4</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18.81</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1.94</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900" dirty="0">
                          <a:solidFill>
                            <a:schemeClr val="tx1"/>
                          </a:solidFill>
                          <a:latin typeface="微软雅黑" panose="020B0503020204020204" pitchFamily="34" charset="-122"/>
                          <a:ea typeface="微软雅黑" panose="020B0503020204020204" pitchFamily="34" charset="-122"/>
                        </a:rPr>
                        <a:t>5206.4</a:t>
                      </a:r>
                      <a:endParaRPr lang="zh-CN" altLang="en-US" sz="900" dirty="0">
                        <a:solidFill>
                          <a:schemeClr val="tx1"/>
                        </a:solidFill>
                        <a:latin typeface="微软雅黑" panose="020B0503020204020204" pitchFamily="34" charset="-122"/>
                        <a:ea typeface="微软雅黑" panose="020B0503020204020204" pitchFamily="34" charset="-122"/>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r>
              <a:tr h="287028">
                <a:tc>
                  <a:txBody>
                    <a:bodyPr/>
                    <a:lstStyle/>
                    <a:p>
                      <a:pPr algn="ctr" rtl="0" fontAlgn="ctr"/>
                      <a:r>
                        <a:rPr lang="zh-CN" altLang="en-US" sz="1000" b="1" u="none" strike="noStrike" dirty="0">
                          <a:effectLst/>
                          <a:latin typeface="微软雅黑" panose="020B0503020204020204" pitchFamily="34" charset="-122"/>
                          <a:ea typeface="微软雅黑" panose="020B0503020204020204" pitchFamily="34" charset="-122"/>
                        </a:rPr>
                        <a:t>平均</a:t>
                      </a:r>
                      <a:r>
                        <a:rPr lang="en-US" altLang="zh-CN" sz="1000" b="1" u="none" strike="noStrike" dirty="0">
                          <a:effectLst/>
                          <a:latin typeface="微软雅黑" panose="020B0503020204020204" pitchFamily="34" charset="-122"/>
                          <a:ea typeface="微软雅黑" panose="020B0503020204020204" pitchFamily="34" charset="-122"/>
                        </a:rPr>
                        <a:t>/</a:t>
                      </a:r>
                      <a:r>
                        <a:rPr lang="zh-CN" altLang="en-US" sz="1000" b="1" u="none" strike="noStrike" dirty="0">
                          <a:effectLst/>
                          <a:latin typeface="微软雅黑" panose="020B0503020204020204" pitchFamily="34" charset="-122"/>
                          <a:ea typeface="微软雅黑" panose="020B0503020204020204" pitchFamily="34" charset="-122"/>
                        </a:rPr>
                        <a:t>合计</a:t>
                      </a:r>
                      <a:endParaRPr lang="zh-CN" altLang="en-US"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a:effectLst/>
                          <a:latin typeface="微软雅黑" panose="020B0503020204020204" pitchFamily="34" charset="-122"/>
                          <a:ea typeface="微软雅黑" panose="020B0503020204020204" pitchFamily="34" charset="-122"/>
                        </a:rPr>
                        <a:t>28</a:t>
                      </a:r>
                      <a:endParaRPr lang="en-US" altLang="zh-CN" sz="1000" b="1"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a:effectLst/>
                          <a:latin typeface="微软雅黑" panose="020B0503020204020204" pitchFamily="34" charset="-122"/>
                          <a:ea typeface="微软雅黑" panose="020B0503020204020204" pitchFamily="34" charset="-122"/>
                        </a:rPr>
                        <a:t>19.1</a:t>
                      </a:r>
                      <a:endParaRPr lang="en-US" altLang="zh-CN" sz="1000" b="1"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a:effectLst/>
                          <a:latin typeface="微软雅黑" panose="020B0503020204020204" pitchFamily="34" charset="-122"/>
                          <a:ea typeface="微软雅黑" panose="020B0503020204020204" pitchFamily="34" charset="-122"/>
                        </a:rPr>
                        <a:t>23.49</a:t>
                      </a:r>
                      <a:endParaRPr lang="en-US" altLang="zh-CN" sz="1000" b="1"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dirty="0">
                          <a:effectLst/>
                          <a:latin typeface="微软雅黑" panose="020B0503020204020204" pitchFamily="34" charset="-122"/>
                          <a:ea typeface="微软雅黑" panose="020B0503020204020204" pitchFamily="34" charset="-122"/>
                        </a:rPr>
                        <a:t>2.59</a:t>
                      </a:r>
                      <a:endParaRPr lang="en-US" altLang="zh-CN"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a:effectLst/>
                          <a:latin typeface="微软雅黑" panose="020B0503020204020204" pitchFamily="34" charset="-122"/>
                          <a:ea typeface="微软雅黑" panose="020B0503020204020204" pitchFamily="34" charset="-122"/>
                        </a:rPr>
                        <a:t>31</a:t>
                      </a:r>
                      <a:endParaRPr lang="en-US" altLang="zh-CN" sz="1000" b="1" i="0" u="none" strike="noStrike">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dirty="0">
                          <a:effectLst/>
                          <a:latin typeface="微软雅黑" panose="020B0503020204020204" pitchFamily="34" charset="-122"/>
                          <a:ea typeface="微软雅黑" panose="020B0503020204020204" pitchFamily="34" charset="-122"/>
                        </a:rPr>
                        <a:t>17.55</a:t>
                      </a:r>
                      <a:endParaRPr lang="en-US" altLang="zh-CN"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dirty="0">
                          <a:effectLst/>
                          <a:latin typeface="微软雅黑" panose="020B0503020204020204" pitchFamily="34" charset="-122"/>
                          <a:ea typeface="微软雅黑" panose="020B0503020204020204" pitchFamily="34" charset="-122"/>
                        </a:rPr>
                        <a:t>19.37</a:t>
                      </a:r>
                      <a:endParaRPr lang="en-US" altLang="zh-CN"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dirty="0">
                          <a:effectLst/>
                          <a:latin typeface="微软雅黑" panose="020B0503020204020204" pitchFamily="34" charset="-122"/>
                          <a:ea typeface="微软雅黑" panose="020B0503020204020204" pitchFamily="34" charset="-122"/>
                        </a:rPr>
                        <a:t>1.91</a:t>
                      </a:r>
                      <a:endParaRPr lang="en-US" altLang="zh-CN"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13</a:t>
                      </a:r>
                      <a:endParaRPr lang="en-US" altLang="zh-CN"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dirty="0">
                          <a:effectLst/>
                          <a:latin typeface="微软雅黑" panose="020B0503020204020204" pitchFamily="34" charset="-122"/>
                          <a:ea typeface="微软雅黑" panose="020B0503020204020204" pitchFamily="34" charset="-122"/>
                        </a:rPr>
                        <a:t>6</a:t>
                      </a:r>
                      <a:endParaRPr lang="en-US" altLang="zh-CN"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dirty="0">
                          <a:effectLst/>
                          <a:latin typeface="微软雅黑" panose="020B0503020204020204" pitchFamily="34" charset="-122"/>
                          <a:ea typeface="微软雅黑" panose="020B0503020204020204" pitchFamily="34" charset="-122"/>
                        </a:rPr>
                        <a:t>5.34</a:t>
                      </a:r>
                      <a:endParaRPr lang="en-US" altLang="zh-CN"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dirty="0">
                          <a:effectLst/>
                          <a:latin typeface="微软雅黑" panose="020B0503020204020204" pitchFamily="34" charset="-122"/>
                          <a:ea typeface="微软雅黑" panose="020B0503020204020204" pitchFamily="34" charset="-122"/>
                        </a:rPr>
                        <a:t>1.10</a:t>
                      </a:r>
                      <a:endParaRPr lang="en-US" altLang="zh-CN"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72</a:t>
                      </a:r>
                      <a:endParaRPr lang="en-US" altLang="zh-CN"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dirty="0">
                          <a:effectLst/>
                          <a:latin typeface="微软雅黑" panose="020B0503020204020204" pitchFamily="34" charset="-122"/>
                          <a:ea typeface="微软雅黑" panose="020B0503020204020204" pitchFamily="34" charset="-122"/>
                        </a:rPr>
                        <a:t>16.0</a:t>
                      </a:r>
                      <a:endParaRPr lang="en-US" altLang="zh-CN"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dirty="0">
                          <a:effectLst/>
                          <a:latin typeface="微软雅黑" panose="020B0503020204020204" pitchFamily="34" charset="-122"/>
                          <a:ea typeface="微软雅黑" panose="020B0503020204020204" pitchFamily="34" charset="-122"/>
                        </a:rPr>
                        <a:t>17.33</a:t>
                      </a:r>
                      <a:endParaRPr lang="en-US" altLang="zh-CN" sz="1000" b="1" i="0" u="none" strike="noStrike" dirty="0">
                        <a:solidFill>
                          <a:srgbClr val="FF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zh-CN" sz="1000" b="1" u="none" strike="noStrike" dirty="0">
                          <a:effectLst/>
                          <a:latin typeface="微软雅黑" panose="020B0503020204020204" pitchFamily="34" charset="-122"/>
                          <a:ea typeface="微软雅黑" panose="020B0503020204020204" pitchFamily="34" charset="-122"/>
                        </a:rPr>
                        <a:t>1.91</a:t>
                      </a:r>
                      <a:endParaRPr lang="en-US" altLang="zh-CN" sz="1000" b="1" i="0" u="none" strike="noStrike" dirty="0">
                        <a:solidFill>
                          <a:srgbClr val="FF0000"/>
                        </a:solidFill>
                        <a:effectLst/>
                        <a:latin typeface="微软雅黑" panose="020B0503020204020204" pitchFamily="34" charset="-122"/>
                        <a:ea typeface="微软雅黑" panose="020B0503020204020204" pitchFamily="34" charset="-122"/>
                      </a:endParaRPr>
                    </a:p>
                  </a:txBody>
                  <a:tcPr marL="8480" marR="8480" marT="84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900" b="1" dirty="0">
                          <a:solidFill>
                            <a:schemeClr val="tx1"/>
                          </a:solidFill>
                          <a:latin typeface="微软雅黑" panose="020B0503020204020204" pitchFamily="34" charset="-122"/>
                          <a:ea typeface="微软雅黑" panose="020B0503020204020204" pitchFamily="34" charset="-122"/>
                        </a:rPr>
                        <a:t>4360</a:t>
                      </a:r>
                      <a:endParaRPr lang="zh-CN" altLang="en-US" sz="900" b="1" dirty="0">
                        <a:solidFill>
                          <a:schemeClr val="tx1"/>
                        </a:solidFill>
                        <a:latin typeface="微软雅黑" panose="020B0503020204020204" pitchFamily="34" charset="-122"/>
                        <a:ea typeface="微软雅黑" panose="020B0503020204020204" pitchFamily="34" charset="-122"/>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9" name="矩形 16"/>
          <p:cNvSpPr/>
          <p:nvPr/>
        </p:nvSpPr>
        <p:spPr>
          <a:xfrm>
            <a:off x="-315912" y="6070698"/>
            <a:ext cx="7497166" cy="294005"/>
          </a:xfrm>
          <a:prstGeom prst="rect">
            <a:avLst/>
          </a:prstGeom>
          <a:noFill/>
          <a:ln w="9525">
            <a:noFill/>
          </a:ln>
        </p:spPr>
        <p:txBody>
          <a:bodyPr wrap="squar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黑体" panose="02010609060101010101" charset="-122"/>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黑体" panose="02010609060101010101"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黑体" panose="02010609060101010101" charset="-122"/>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黑体" panose="02010609060101010101" charset="-122"/>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黑体" panose="02010609060101010101" charset="-122"/>
              </a:defRPr>
            </a:lvl5pPr>
          </a:lstStyle>
          <a:p>
            <a:pPr marL="0" marR="0" lvl="0" indent="0" algn="ctr" defTabSz="914400" rtl="0" eaLnBrk="1" fontAlgn="base" latinLnBrk="0" hangingPunct="1">
              <a:lnSpc>
                <a:spcPct val="120000"/>
              </a:lnSpc>
              <a:spcBef>
                <a:spcPct val="50000"/>
              </a:spcBef>
              <a:spcAft>
                <a:spcPct val="0"/>
              </a:spcAft>
              <a:buClr>
                <a:srgbClr val="FF0000"/>
              </a:buClr>
              <a:buSzTx/>
              <a:buFont typeface="Wingdings" panose="05000000000000000000" pitchFamily="2" charset="2"/>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Calibri" panose="020F0502020204030204" pitchFamily="34" charset="0"/>
              </a:rPr>
              <a:t>泸</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Calibri" panose="020F0502020204030204" pitchFamily="34" charset="0"/>
              </a:rPr>
              <a:t>203H10</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Calibri" panose="020F0502020204030204" pitchFamily="34" charset="0"/>
              </a:rPr>
              <a:t>平台不同类型段关键压裂参数表</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Calibri" panose="020F0502020204030204" pitchFamily="34" charset="0"/>
            </a:endParaRPr>
          </a:p>
        </p:txBody>
      </p:sp>
      <p:graphicFrame>
        <p:nvGraphicFramePr>
          <p:cNvPr id="10" name="图表 9"/>
          <p:cNvGraphicFramePr/>
          <p:nvPr/>
        </p:nvGraphicFramePr>
        <p:xfrm>
          <a:off x="8344535" y="2456180"/>
          <a:ext cx="3475990" cy="109029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1" name="图表 10"/>
          <p:cNvGraphicFramePr/>
          <p:nvPr/>
        </p:nvGraphicFramePr>
        <p:xfrm>
          <a:off x="8344534" y="3609746"/>
          <a:ext cx="3465195" cy="11366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图表 11"/>
          <p:cNvGraphicFramePr/>
          <p:nvPr/>
        </p:nvGraphicFramePr>
        <p:xfrm>
          <a:off x="8344534" y="4794250"/>
          <a:ext cx="3465831" cy="126365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2"/>
          <p:cNvSpPr txBox="1">
            <a:spLocks noChangeArrowheads="1"/>
          </p:cNvSpPr>
          <p:nvPr/>
        </p:nvSpPr>
        <p:spPr bwMode="auto">
          <a:xfrm>
            <a:off x="334962" y="135108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buFont typeface="Wingdings" panose="05000000000000000000" pitchFamily="2" charset="2"/>
              <a:buChar char="l"/>
              <a:defRPr/>
            </a:pPr>
            <a:r>
              <a:rPr lang="zh-CN" altLang="en-US" sz="1600" dirty="0">
                <a:cs typeface="Times New Roman" panose="02020603050405020304" pitchFamily="18" charset="0"/>
              </a:rPr>
              <a:t>泸</a:t>
            </a:r>
            <a:r>
              <a:rPr lang="en-US" altLang="zh-CN" sz="1600" dirty="0">
                <a:cs typeface="Times New Roman" panose="02020603050405020304" pitchFamily="18" charset="0"/>
              </a:rPr>
              <a:t>203H10</a:t>
            </a:r>
            <a:r>
              <a:rPr lang="zh-CN" altLang="en-US" sz="1600" dirty="0">
                <a:cs typeface="Times New Roman" panose="02020603050405020304" pitchFamily="18" charset="0"/>
              </a:rPr>
              <a:t>平台</a:t>
            </a:r>
            <a:r>
              <a:rPr lang="en-US" altLang="zh-CN" sz="1600" dirty="0">
                <a:cs typeface="Times New Roman" panose="02020603050405020304" pitchFamily="18" charset="0"/>
              </a:rPr>
              <a:t>1-4</a:t>
            </a:r>
            <a:r>
              <a:rPr lang="zh-CN" altLang="en-US" sz="1600" dirty="0">
                <a:cs typeface="Times New Roman" panose="02020603050405020304" pitchFamily="18" charset="0"/>
              </a:rPr>
              <a:t>井针对主体段、渐进段与风险段进行了差异化压裂，施工排量、用液强度和加砂强度与单井裂缝改造体积</a:t>
            </a:r>
            <a:r>
              <a:rPr lang="en-US" altLang="zh-CN" sz="1600" dirty="0">
                <a:cs typeface="Times New Roman" panose="02020603050405020304" pitchFamily="18" charset="0"/>
              </a:rPr>
              <a:t>SRV</a:t>
            </a:r>
            <a:r>
              <a:rPr lang="zh-CN" altLang="en-US" sz="1600" dirty="0">
                <a:cs typeface="Times New Roman" panose="02020603050405020304" pitchFamily="18" charset="0"/>
              </a:rPr>
              <a:t>成</a:t>
            </a:r>
            <a:r>
              <a:rPr lang="zh-CN" altLang="en-US" sz="1600" dirty="0">
                <a:solidFill>
                  <a:srgbClr val="FF0000"/>
                </a:solidFill>
                <a:cs typeface="Times New Roman" panose="02020603050405020304" pitchFamily="18" charset="0"/>
              </a:rPr>
              <a:t>正相关</a:t>
            </a:r>
            <a:r>
              <a:rPr lang="zh-CN" altLang="en-US" sz="1600" dirty="0">
                <a:cs typeface="Times New Roman" panose="02020603050405020304" pitchFamily="18" charset="0"/>
              </a:rPr>
              <a:t>，主体段改造体积＞渐进段改造体积＞风险段改造体积</a:t>
            </a:r>
            <a:endParaRPr lang="zh-CN" altLang="en-US" sz="1600" dirty="0">
              <a:cs typeface="Times New Roman" panose="02020603050405020304" pitchFamily="18" charset="0"/>
            </a:endParaRPr>
          </a:p>
        </p:txBody>
      </p:sp>
      <p:sp>
        <p:nvSpPr>
          <p:cNvPr id="16"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17" name="矩形 16"/>
          <p:cNvSpPr/>
          <p:nvPr/>
        </p:nvSpPr>
        <p:spPr>
          <a:xfrm>
            <a:off x="429601" y="811428"/>
            <a:ext cx="10095524"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5</a:t>
            </a:r>
            <a:r>
              <a:rPr lang="zh-CN" altLang="en-US" dirty="0">
                <a:solidFill>
                  <a:prstClr val="black"/>
                </a:solidFill>
                <a:latin typeface="微软雅黑" panose="020B0503020204020204" pitchFamily="34" charset="-122"/>
                <a:ea typeface="微软雅黑" panose="020B0503020204020204" pitchFamily="34" charset="-122"/>
              </a:rPr>
              <a:t>、分析泸</a:t>
            </a:r>
            <a:r>
              <a:rPr lang="en-US" altLang="zh-CN" dirty="0">
                <a:solidFill>
                  <a:prstClr val="black"/>
                </a:solidFill>
                <a:latin typeface="微软雅黑" panose="020B0503020204020204" pitchFamily="34" charset="-122"/>
                <a:ea typeface="微软雅黑" panose="020B0503020204020204" pitchFamily="34" charset="-122"/>
              </a:rPr>
              <a:t>203H10</a:t>
            </a:r>
            <a:r>
              <a:rPr lang="zh-CN" altLang="en-US" dirty="0">
                <a:solidFill>
                  <a:prstClr val="black"/>
                </a:solidFill>
                <a:latin typeface="微软雅黑" panose="020B0503020204020204" pitchFamily="34" charset="-122"/>
                <a:ea typeface="微软雅黑" panose="020B0503020204020204" pitchFamily="34" charset="-122"/>
              </a:rPr>
              <a:t>平台压裂施工参数，明确了压裂施工参数与改造体积</a:t>
            </a:r>
            <a:r>
              <a:rPr lang="en-US" altLang="zh-CN" dirty="0">
                <a:solidFill>
                  <a:prstClr val="black"/>
                </a:solidFill>
                <a:latin typeface="微软雅黑" panose="020B0503020204020204" pitchFamily="34" charset="-122"/>
                <a:ea typeface="微软雅黑" panose="020B0503020204020204" pitchFamily="34" charset="-122"/>
              </a:rPr>
              <a:t>SRV</a:t>
            </a:r>
            <a:r>
              <a:rPr lang="zh-CN" altLang="en-US" dirty="0">
                <a:solidFill>
                  <a:prstClr val="black"/>
                </a:solidFill>
                <a:latin typeface="微软雅黑" panose="020B0503020204020204" pitchFamily="34" charset="-122"/>
                <a:ea typeface="微软雅黑" panose="020B0503020204020204" pitchFamily="34" charset="-122"/>
              </a:rPr>
              <a:t>成正相关</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3"/>
          <p:cNvSpPr>
            <a:spLocks noChangeArrowheads="1"/>
          </p:cNvSpPr>
          <p:nvPr>
            <p:custDataLst>
              <p:tags r:id="rId1"/>
            </p:custDataLst>
          </p:nvPr>
        </p:nvSpPr>
        <p:spPr bwMode="auto">
          <a:xfrm>
            <a:off x="3978909" y="6057053"/>
            <a:ext cx="9649961" cy="261610"/>
          </a:xfrm>
          <a:prstGeom prst="rect">
            <a:avLst/>
          </a:prstGeom>
          <a:noFill/>
          <a:ln>
            <a:noFill/>
          </a:ln>
        </p:spPr>
        <p:txBody>
          <a:bodyPr wrap="square">
            <a:spAutoFit/>
          </a:bodyPr>
          <a:lstStyle>
            <a:lvl1pPr>
              <a:defRPr sz="1400">
                <a:solidFill>
                  <a:schemeClr val="tx1"/>
                </a:solidFill>
                <a:latin typeface="黑体" panose="02010609060101010101" charset="-122"/>
                <a:ea typeface="黑体" panose="02010609060101010101" charset="-122"/>
                <a:cs typeface="黑体" panose="02010609060101010101" charset="-122"/>
              </a:defRPr>
            </a:lvl1pPr>
            <a:lvl2pPr marL="742950" indent="-285750">
              <a:defRPr sz="1400">
                <a:solidFill>
                  <a:schemeClr val="tx1"/>
                </a:solidFill>
                <a:latin typeface="黑体" panose="02010609060101010101" charset="-122"/>
                <a:ea typeface="黑体" panose="02010609060101010101" charset="-122"/>
                <a:cs typeface="黑体" panose="02010609060101010101" charset="-122"/>
              </a:defRPr>
            </a:lvl2pPr>
            <a:lvl3pPr marL="1143000" indent="-228600">
              <a:defRPr sz="1400">
                <a:solidFill>
                  <a:schemeClr val="tx1"/>
                </a:solidFill>
                <a:latin typeface="黑体" panose="02010609060101010101" charset="-122"/>
                <a:ea typeface="黑体" panose="02010609060101010101" charset="-122"/>
                <a:cs typeface="黑体" panose="02010609060101010101" charset="-122"/>
              </a:defRPr>
            </a:lvl3pPr>
            <a:lvl4pPr marL="1600200" indent="-228600">
              <a:defRPr sz="1400">
                <a:solidFill>
                  <a:schemeClr val="tx1"/>
                </a:solidFill>
                <a:latin typeface="黑体" panose="02010609060101010101" charset="-122"/>
                <a:ea typeface="黑体" panose="02010609060101010101" charset="-122"/>
                <a:cs typeface="黑体" panose="02010609060101010101" charset="-122"/>
              </a:defRPr>
            </a:lvl4pPr>
            <a:lvl5pPr marL="2057400" indent="-228600">
              <a:defRPr sz="1400">
                <a:solidFill>
                  <a:schemeClr val="tx1"/>
                </a:solidFill>
                <a:latin typeface="黑体" panose="02010609060101010101" charset="-122"/>
                <a:ea typeface="黑体" panose="02010609060101010101" charset="-122"/>
                <a:cs typeface="黑体" panose="02010609060101010101" charset="-122"/>
              </a:defRPr>
            </a:lvl5pPr>
            <a:lvl6pPr marL="25146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6pPr>
            <a:lvl7pPr marL="29718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7pPr>
            <a:lvl8pPr marL="34290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8pPr>
            <a:lvl9pPr marL="38862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大阶梯排量施工方式</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TextBox 23"/>
          <p:cNvSpPr>
            <a:spLocks noChangeArrowheads="1"/>
          </p:cNvSpPr>
          <p:nvPr>
            <p:custDataLst>
              <p:tags r:id="rId2"/>
            </p:custDataLst>
          </p:nvPr>
        </p:nvSpPr>
        <p:spPr bwMode="auto">
          <a:xfrm>
            <a:off x="-2516186" y="6061938"/>
            <a:ext cx="9649961" cy="261610"/>
          </a:xfrm>
          <a:prstGeom prst="rect">
            <a:avLst/>
          </a:prstGeom>
          <a:noFill/>
          <a:ln>
            <a:noFill/>
          </a:ln>
        </p:spPr>
        <p:txBody>
          <a:bodyPr wrap="square">
            <a:spAutoFit/>
          </a:bodyPr>
          <a:lstStyle>
            <a:lvl1pPr>
              <a:defRPr sz="1400">
                <a:solidFill>
                  <a:schemeClr val="tx1"/>
                </a:solidFill>
                <a:latin typeface="黑体" panose="02010609060101010101" charset="-122"/>
                <a:ea typeface="黑体" panose="02010609060101010101" charset="-122"/>
                <a:cs typeface="黑体" panose="02010609060101010101" charset="-122"/>
              </a:defRPr>
            </a:lvl1pPr>
            <a:lvl2pPr marL="742950" indent="-285750">
              <a:defRPr sz="1400">
                <a:solidFill>
                  <a:schemeClr val="tx1"/>
                </a:solidFill>
                <a:latin typeface="黑体" panose="02010609060101010101" charset="-122"/>
                <a:ea typeface="黑体" panose="02010609060101010101" charset="-122"/>
                <a:cs typeface="黑体" panose="02010609060101010101" charset="-122"/>
              </a:defRPr>
            </a:lvl2pPr>
            <a:lvl3pPr marL="1143000" indent="-228600">
              <a:defRPr sz="1400">
                <a:solidFill>
                  <a:schemeClr val="tx1"/>
                </a:solidFill>
                <a:latin typeface="黑体" panose="02010609060101010101" charset="-122"/>
                <a:ea typeface="黑体" panose="02010609060101010101" charset="-122"/>
                <a:cs typeface="黑体" panose="02010609060101010101" charset="-122"/>
              </a:defRPr>
            </a:lvl3pPr>
            <a:lvl4pPr marL="1600200" indent="-228600">
              <a:defRPr sz="1400">
                <a:solidFill>
                  <a:schemeClr val="tx1"/>
                </a:solidFill>
                <a:latin typeface="黑体" panose="02010609060101010101" charset="-122"/>
                <a:ea typeface="黑体" panose="02010609060101010101" charset="-122"/>
                <a:cs typeface="黑体" panose="02010609060101010101" charset="-122"/>
              </a:defRPr>
            </a:lvl4pPr>
            <a:lvl5pPr marL="2057400" indent="-228600">
              <a:defRPr sz="1400">
                <a:solidFill>
                  <a:schemeClr val="tx1"/>
                </a:solidFill>
                <a:latin typeface="黑体" panose="02010609060101010101" charset="-122"/>
                <a:ea typeface="黑体" panose="02010609060101010101" charset="-122"/>
                <a:cs typeface="黑体" panose="02010609060101010101" charset="-122"/>
              </a:defRPr>
            </a:lvl5pPr>
            <a:lvl6pPr marL="25146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6pPr>
            <a:lvl7pPr marL="29718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7pPr>
            <a:lvl8pPr marL="34290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8pPr>
            <a:lvl9pPr marL="38862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常规泵注方式</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TextBox 2"/>
          <p:cNvSpPr txBox="1">
            <a:spLocks noChangeArrowheads="1"/>
          </p:cNvSpPr>
          <p:nvPr/>
        </p:nvSpPr>
        <p:spPr bwMode="auto">
          <a:xfrm>
            <a:off x="334962" y="1357435"/>
            <a:ext cx="11647488" cy="864451"/>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buFont typeface="Wingdings" panose="05000000000000000000" pitchFamily="2" charset="2"/>
              <a:buChar char="l"/>
              <a:defRPr/>
            </a:pPr>
            <a:r>
              <a:rPr lang="zh-CN" altLang="en-US" sz="1600" dirty="0">
                <a:cs typeface="Times New Roman" panose="02020603050405020304" pitchFamily="18" charset="0"/>
              </a:rPr>
              <a:t>常规泵注方式下压力曲线平稳，压力无明显变化，整体压力低于</a:t>
            </a:r>
            <a:r>
              <a:rPr lang="en-US" altLang="zh-CN" sz="1600" dirty="0">
                <a:cs typeface="Times New Roman" panose="02020603050405020304" pitchFamily="18" charset="0"/>
              </a:rPr>
              <a:t>90MPa</a:t>
            </a:r>
            <a:endParaRPr lang="en-US" altLang="zh-CN" sz="1600" dirty="0">
              <a:cs typeface="Times New Roman" panose="02020603050405020304" pitchFamily="18" charset="0"/>
            </a:endParaRPr>
          </a:p>
          <a:p>
            <a:pPr fontAlgn="base">
              <a:spcBef>
                <a:spcPts val="600"/>
              </a:spcBef>
              <a:spcAft>
                <a:spcPts val="600"/>
              </a:spcAft>
              <a:buFont typeface="Wingdings" panose="05000000000000000000" pitchFamily="2" charset="2"/>
              <a:buChar char="l"/>
              <a:defRPr/>
            </a:pPr>
            <a:r>
              <a:rPr lang="zh-CN" altLang="en-US" sz="1600" dirty="0">
                <a:cs typeface="Times New Roman" panose="02020603050405020304" pitchFamily="18" charset="0"/>
              </a:rPr>
              <a:t>大阶梯排量施工能够迅速提升主缝内净压力，整体压力大于</a:t>
            </a:r>
            <a:r>
              <a:rPr lang="en-US" altLang="zh-CN" sz="1600" dirty="0">
                <a:cs typeface="Times New Roman" panose="02020603050405020304" pitchFamily="18" charset="0"/>
              </a:rPr>
              <a:t>90MPa</a:t>
            </a:r>
            <a:r>
              <a:rPr lang="zh-CN" altLang="en-US" sz="1600" dirty="0">
                <a:cs typeface="Times New Roman" panose="02020603050405020304" pitchFamily="18" charset="0"/>
              </a:rPr>
              <a:t>，压力曲线周期性波动特征明显，与排量阶梯变化趋势一致</a:t>
            </a:r>
            <a:endParaRPr lang="en-US" altLang="zh-CN" sz="1600" dirty="0">
              <a:cs typeface="Times New Roman" panose="02020603050405020304" pitchFamily="18" charset="0"/>
            </a:endParaRPr>
          </a:p>
        </p:txBody>
      </p:sp>
      <p:sp>
        <p:nvSpPr>
          <p:cNvPr id="22" name="矩形 21"/>
          <p:cNvSpPr/>
          <p:nvPr/>
        </p:nvSpPr>
        <p:spPr>
          <a:xfrm>
            <a:off x="371475" y="811428"/>
            <a:ext cx="11001375" cy="458908"/>
          </a:xfrm>
          <a:prstGeom prst="rect">
            <a:avLst/>
          </a:prstGeom>
          <a:noFill/>
          <a:ln>
            <a:noFill/>
          </a:ln>
        </p:spPr>
        <p:txBody>
          <a:bodyPr wrap="square">
            <a:spAutoFit/>
          </a:bodyPr>
          <a:lstStyle/>
          <a:p>
            <a:pPr marL="802005" indent="-802005">
              <a:lnSpc>
                <a:spcPct val="150000"/>
              </a:lnSpc>
              <a:buClr>
                <a:srgbClr val="FF0000"/>
              </a:buClr>
              <a:defRPr/>
            </a:pPr>
            <a:r>
              <a:rPr lang="en-US" altLang="zh-CN" dirty="0">
                <a:solidFill>
                  <a:prstClr val="black"/>
                </a:solidFill>
                <a:latin typeface="微软雅黑" panose="020B0503020204020204" pitchFamily="34" charset="-122"/>
                <a:ea typeface="微软雅黑" panose="020B0503020204020204" pitchFamily="34" charset="-122"/>
              </a:rPr>
              <a:t>6</a:t>
            </a:r>
            <a:r>
              <a:rPr lang="zh-CN" altLang="en-US" dirty="0">
                <a:solidFill>
                  <a:prstClr val="black"/>
                </a:solidFill>
                <a:latin typeface="微软雅黑" panose="020B0503020204020204" pitchFamily="34" charset="-122"/>
                <a:ea typeface="微软雅黑" panose="020B0503020204020204" pitchFamily="34" charset="-122"/>
              </a:rPr>
              <a:t>、对比不同泵注方式，</a:t>
            </a: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大阶梯排量施工能够</a:t>
            </a:r>
            <a:r>
              <a:rPr lang="zh-CN" altLang="en-US" dirty="0">
                <a:solidFill>
                  <a:prstClr val="black"/>
                </a:solidFill>
                <a:latin typeface="微软雅黑" panose="020B0503020204020204" pitchFamily="34" charset="-122"/>
                <a:ea typeface="微软雅黑" panose="020B0503020204020204" pitchFamily="34" charset="-122"/>
              </a:rPr>
              <a:t>迅速提升主缝内净压力，引起压力曲线周期性波动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5"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209550" y="2565278"/>
            <a:ext cx="5145087" cy="3182746"/>
            <a:chOff x="371475" y="2794467"/>
            <a:chExt cx="5019675" cy="3066554"/>
          </a:xfrm>
        </p:grpSpPr>
        <p:pic>
          <p:nvPicPr>
            <p:cNvPr id="31" name="图片 30"/>
            <p:cNvPicPr/>
            <p:nvPr/>
          </p:nvPicPr>
          <p:blipFill>
            <a:blip r:embed="rId3"/>
            <a:stretch>
              <a:fillRect/>
            </a:stretch>
          </p:blipFill>
          <p:spPr>
            <a:xfrm>
              <a:off x="371475" y="2794467"/>
              <a:ext cx="4944926" cy="3066554"/>
            </a:xfrm>
            <a:prstGeom prst="rect">
              <a:avLst/>
            </a:prstGeom>
          </p:spPr>
        </p:pic>
        <p:cxnSp>
          <p:nvCxnSpPr>
            <p:cNvPr id="36" name="直接连接符 35"/>
            <p:cNvCxnSpPr/>
            <p:nvPr/>
          </p:nvCxnSpPr>
          <p:spPr bwMode="auto">
            <a:xfrm>
              <a:off x="446224" y="3995547"/>
              <a:ext cx="4944926" cy="0"/>
            </a:xfrm>
            <a:prstGeom prst="line">
              <a:avLst/>
            </a:prstGeom>
            <a:ln>
              <a:solidFill>
                <a:srgbClr val="FF0000"/>
              </a:solidFill>
              <a:prstDash val="dash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7" name="TextBox 23"/>
            <p:cNvSpPr>
              <a:spLocks noChangeArrowheads="1"/>
            </p:cNvSpPr>
            <p:nvPr/>
          </p:nvSpPr>
          <p:spPr bwMode="auto">
            <a:xfrm>
              <a:off x="661494" y="3625976"/>
              <a:ext cx="10316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ctr"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90MPa</a:t>
              </a:r>
              <a:endParaRPr kumimoji="0" lang="zh-CN" altLang="en-US"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grpSp>
        <p:nvGrpSpPr>
          <p:cNvPr id="42" name="组合 41"/>
          <p:cNvGrpSpPr/>
          <p:nvPr/>
        </p:nvGrpSpPr>
        <p:grpSpPr>
          <a:xfrm>
            <a:off x="5768345" y="2565278"/>
            <a:ext cx="5604505" cy="3112428"/>
            <a:chOff x="6586873" y="2902771"/>
            <a:chExt cx="4656081" cy="1781782"/>
          </a:xfrm>
        </p:grpSpPr>
        <p:pic>
          <p:nvPicPr>
            <p:cNvPr id="43" name="图片 42"/>
            <p:cNvPicPr/>
            <p:nvPr/>
          </p:nvPicPr>
          <p:blipFill rotWithShape="1">
            <a:blip r:embed="rId4" cstate="print">
              <a:extLst>
                <a:ext uri="{28A0092B-C50C-407E-A947-70E740481C1C}">
                  <a14:useLocalDpi xmlns:a14="http://schemas.microsoft.com/office/drawing/2010/main" val="0"/>
                </a:ext>
              </a:extLst>
            </a:blip>
            <a:srcRect t="6725" b="29488"/>
            <a:stretch>
              <a:fillRect/>
            </a:stretch>
          </p:blipFill>
          <p:spPr>
            <a:xfrm>
              <a:off x="6623571" y="2902771"/>
              <a:ext cx="4619383" cy="1781782"/>
            </a:xfrm>
            <a:prstGeom prst="rect">
              <a:avLst/>
            </a:prstGeom>
          </p:spPr>
        </p:pic>
        <p:cxnSp>
          <p:nvCxnSpPr>
            <p:cNvPr id="44" name="直接连接符 43"/>
            <p:cNvCxnSpPr/>
            <p:nvPr/>
          </p:nvCxnSpPr>
          <p:spPr bwMode="auto">
            <a:xfrm>
              <a:off x="6586873" y="3633365"/>
              <a:ext cx="4639339" cy="19264"/>
            </a:xfrm>
            <a:prstGeom prst="line">
              <a:avLst/>
            </a:prstGeom>
            <a:ln>
              <a:solidFill>
                <a:srgbClr val="FF0000"/>
              </a:solidFill>
              <a:prstDash val="dash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5" name="TextBox 23"/>
            <p:cNvSpPr>
              <a:spLocks noChangeArrowheads="1"/>
            </p:cNvSpPr>
            <p:nvPr/>
          </p:nvSpPr>
          <p:spPr bwMode="auto">
            <a:xfrm>
              <a:off x="6650758" y="3410225"/>
              <a:ext cx="1031697" cy="219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ctr"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90MPa</a:t>
              </a:r>
              <a:endParaRPr kumimoji="0" lang="zh-CN" altLang="en-US"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23"/>
          <p:cNvSpPr>
            <a:spLocks noChangeArrowheads="1"/>
          </p:cNvSpPr>
          <p:nvPr>
            <p:custDataLst>
              <p:tags r:id="rId1"/>
            </p:custDataLst>
          </p:nvPr>
        </p:nvSpPr>
        <p:spPr bwMode="auto">
          <a:xfrm>
            <a:off x="3684757" y="6046572"/>
            <a:ext cx="9649961" cy="261610"/>
          </a:xfrm>
          <a:prstGeom prst="rect">
            <a:avLst/>
          </a:prstGeom>
          <a:noFill/>
          <a:ln>
            <a:noFill/>
          </a:ln>
        </p:spPr>
        <p:txBody>
          <a:bodyPr wrap="square">
            <a:spAutoFit/>
          </a:bodyPr>
          <a:lstStyle>
            <a:lvl1pPr>
              <a:defRPr sz="1400">
                <a:solidFill>
                  <a:schemeClr val="tx1"/>
                </a:solidFill>
                <a:latin typeface="黑体" panose="02010609060101010101" charset="-122"/>
                <a:ea typeface="黑体" panose="02010609060101010101" charset="-122"/>
                <a:cs typeface="黑体" panose="02010609060101010101" charset="-122"/>
              </a:defRPr>
            </a:lvl1pPr>
            <a:lvl2pPr marL="742950" indent="-285750">
              <a:defRPr sz="1400">
                <a:solidFill>
                  <a:schemeClr val="tx1"/>
                </a:solidFill>
                <a:latin typeface="黑体" panose="02010609060101010101" charset="-122"/>
                <a:ea typeface="黑体" panose="02010609060101010101" charset="-122"/>
                <a:cs typeface="黑体" panose="02010609060101010101" charset="-122"/>
              </a:defRPr>
            </a:lvl2pPr>
            <a:lvl3pPr marL="1143000" indent="-228600">
              <a:defRPr sz="1400">
                <a:solidFill>
                  <a:schemeClr val="tx1"/>
                </a:solidFill>
                <a:latin typeface="黑体" panose="02010609060101010101" charset="-122"/>
                <a:ea typeface="黑体" panose="02010609060101010101" charset="-122"/>
                <a:cs typeface="黑体" panose="02010609060101010101" charset="-122"/>
              </a:defRPr>
            </a:lvl3pPr>
            <a:lvl4pPr marL="1600200" indent="-228600">
              <a:defRPr sz="1400">
                <a:solidFill>
                  <a:schemeClr val="tx1"/>
                </a:solidFill>
                <a:latin typeface="黑体" panose="02010609060101010101" charset="-122"/>
                <a:ea typeface="黑体" panose="02010609060101010101" charset="-122"/>
                <a:cs typeface="黑体" panose="02010609060101010101" charset="-122"/>
              </a:defRPr>
            </a:lvl4pPr>
            <a:lvl5pPr marL="2057400" indent="-228600">
              <a:defRPr sz="1400">
                <a:solidFill>
                  <a:schemeClr val="tx1"/>
                </a:solidFill>
                <a:latin typeface="黑体" panose="02010609060101010101" charset="-122"/>
                <a:ea typeface="黑体" panose="02010609060101010101" charset="-122"/>
                <a:cs typeface="黑体" panose="02010609060101010101" charset="-122"/>
              </a:defRPr>
            </a:lvl5pPr>
            <a:lvl6pPr marL="25146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6pPr>
            <a:lvl7pPr marL="29718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7pPr>
            <a:lvl8pPr marL="34290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8pPr>
            <a:lvl9pPr marL="38862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203H10-</a:t>
            </a:r>
            <a:r>
              <a:rPr 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井</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段施工压力曲线（渐进防控段）</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TextBox 2"/>
          <p:cNvSpPr txBox="1">
            <a:spLocks noChangeArrowheads="1"/>
          </p:cNvSpPr>
          <p:nvPr/>
        </p:nvSpPr>
        <p:spPr bwMode="auto">
          <a:xfrm>
            <a:off x="334962" y="1357435"/>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buFont typeface="Wingdings" panose="05000000000000000000" pitchFamily="2" charset="2"/>
              <a:buChar char="l"/>
              <a:defRPr/>
            </a:pPr>
            <a:r>
              <a:rPr lang="zh-CN" altLang="en-US" sz="1600" dirty="0">
                <a:cs typeface="Times New Roman" panose="02020603050405020304" pitchFamily="18" charset="0"/>
              </a:rPr>
              <a:t>泸</a:t>
            </a:r>
            <a:r>
              <a:rPr lang="en-US" altLang="zh-CN" sz="1600" dirty="0">
                <a:cs typeface="Times New Roman" panose="02020603050405020304" pitchFamily="18" charset="0"/>
              </a:rPr>
              <a:t>203</a:t>
            </a:r>
            <a:r>
              <a:rPr lang="zh-CN" altLang="en-US" sz="1600" dirty="0">
                <a:cs typeface="Times New Roman" panose="02020603050405020304" pitchFamily="18" charset="0"/>
              </a:rPr>
              <a:t>井区主体段和渐进防控段支撑剂粒径组合为：</a:t>
            </a:r>
            <a:r>
              <a:rPr lang="en-US" altLang="zh-CN" sz="1600" dirty="0">
                <a:cs typeface="Times New Roman" panose="02020603050405020304" pitchFamily="18" charset="0"/>
              </a:rPr>
              <a:t>70/140</a:t>
            </a:r>
            <a:r>
              <a:rPr lang="zh-CN" altLang="en-US" sz="1600" dirty="0">
                <a:cs typeface="Times New Roman" panose="02020603050405020304" pitchFamily="18" charset="0"/>
              </a:rPr>
              <a:t>目石英砂</a:t>
            </a:r>
            <a:r>
              <a:rPr lang="en-US" altLang="zh-CN" sz="1600" dirty="0">
                <a:cs typeface="Times New Roman" panose="02020603050405020304" pitchFamily="18" charset="0"/>
              </a:rPr>
              <a:t>+40/70</a:t>
            </a:r>
            <a:r>
              <a:rPr lang="zh-CN" altLang="en-US" sz="1600" dirty="0">
                <a:cs typeface="Times New Roman" panose="02020603050405020304" pitchFamily="18" charset="0"/>
              </a:rPr>
              <a:t>目陶粒</a:t>
            </a:r>
            <a:endParaRPr lang="en-US" altLang="zh-CN" sz="1600" dirty="0">
              <a:cs typeface="Times New Roman" panose="02020603050405020304" pitchFamily="18" charset="0"/>
            </a:endParaRPr>
          </a:p>
          <a:p>
            <a:pPr fontAlgn="base">
              <a:buFont typeface="Wingdings" panose="05000000000000000000" pitchFamily="2" charset="2"/>
              <a:buChar char="l"/>
              <a:defRPr/>
            </a:pPr>
            <a:r>
              <a:rPr lang="zh-CN" altLang="en-US" sz="1600" dirty="0">
                <a:cs typeface="Times New Roman" panose="02020603050405020304" pitchFamily="18" charset="0"/>
              </a:rPr>
              <a:t>针对不同支撑剂类型对压力曲线开展波动特征分析，结果表明陶粒在压裂施工中通常表现出更稳定的性能，不易引起压力曲线波动；石英砂由于其脆性和较低的强度，在高闭合压力下容易破碎，引起压力曲线明显的不稳定波动</a:t>
            </a:r>
            <a:endParaRPr lang="en-US" altLang="zh-CN" sz="1600" dirty="0">
              <a:cs typeface="Times New Roman" panose="02020603050405020304" pitchFamily="18" charset="0"/>
            </a:endParaRPr>
          </a:p>
        </p:txBody>
      </p:sp>
      <p:sp>
        <p:nvSpPr>
          <p:cNvPr id="19" name="矩形 18"/>
          <p:cNvSpPr/>
          <p:nvPr/>
        </p:nvSpPr>
        <p:spPr>
          <a:xfrm>
            <a:off x="429601" y="811428"/>
            <a:ext cx="11485563"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7</a:t>
            </a:r>
            <a:r>
              <a:rPr lang="zh-CN" altLang="en-US" dirty="0">
                <a:solidFill>
                  <a:prstClr val="black"/>
                </a:solidFill>
                <a:latin typeface="微软雅黑" panose="020B0503020204020204" pitchFamily="34" charset="-122"/>
                <a:ea typeface="微软雅黑" panose="020B0503020204020204" pitchFamily="34" charset="-122"/>
              </a:rPr>
              <a:t>、分析不同加砂类型对应的压力曲线，石英砂比陶粒更易引起压力曲线的不稳定波动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0"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6448174" y="2780524"/>
            <a:ext cx="5008625" cy="3126405"/>
          </a:xfrm>
          <a:prstGeom prst="rect">
            <a:avLst/>
          </a:prstGeom>
        </p:spPr>
      </p:pic>
      <p:pic>
        <p:nvPicPr>
          <p:cNvPr id="3" name="图片 2"/>
          <p:cNvPicPr>
            <a:picLocks noChangeAspect="1"/>
          </p:cNvPicPr>
          <p:nvPr/>
        </p:nvPicPr>
        <p:blipFill>
          <a:blip r:embed="rId3"/>
          <a:stretch>
            <a:fillRect/>
          </a:stretch>
        </p:blipFill>
        <p:spPr>
          <a:xfrm>
            <a:off x="429602" y="2780524"/>
            <a:ext cx="5314226" cy="3138272"/>
          </a:xfrm>
          <a:prstGeom prst="rect">
            <a:avLst/>
          </a:prstGeom>
        </p:spPr>
      </p:pic>
      <p:sp>
        <p:nvSpPr>
          <p:cNvPr id="34" name="TextBox 23"/>
          <p:cNvSpPr>
            <a:spLocks noChangeArrowheads="1"/>
          </p:cNvSpPr>
          <p:nvPr>
            <p:custDataLst>
              <p:tags r:id="rId4"/>
            </p:custDataLst>
          </p:nvPr>
        </p:nvSpPr>
        <p:spPr bwMode="auto">
          <a:xfrm>
            <a:off x="-2486396" y="6062498"/>
            <a:ext cx="9649961" cy="261610"/>
          </a:xfrm>
          <a:prstGeom prst="rect">
            <a:avLst/>
          </a:prstGeom>
          <a:noFill/>
          <a:ln>
            <a:noFill/>
          </a:ln>
        </p:spPr>
        <p:txBody>
          <a:bodyPr wrap="square">
            <a:spAutoFit/>
          </a:bodyPr>
          <a:lstStyle>
            <a:lvl1pPr>
              <a:defRPr sz="1400">
                <a:solidFill>
                  <a:schemeClr val="tx1"/>
                </a:solidFill>
                <a:latin typeface="黑体" panose="02010609060101010101" charset="-122"/>
                <a:ea typeface="黑体" panose="02010609060101010101" charset="-122"/>
                <a:cs typeface="黑体" panose="02010609060101010101" charset="-122"/>
              </a:defRPr>
            </a:lvl1pPr>
            <a:lvl2pPr marL="742950" indent="-285750">
              <a:defRPr sz="1400">
                <a:solidFill>
                  <a:schemeClr val="tx1"/>
                </a:solidFill>
                <a:latin typeface="黑体" panose="02010609060101010101" charset="-122"/>
                <a:ea typeface="黑体" panose="02010609060101010101" charset="-122"/>
                <a:cs typeface="黑体" panose="02010609060101010101" charset="-122"/>
              </a:defRPr>
            </a:lvl2pPr>
            <a:lvl3pPr marL="1143000" indent="-228600">
              <a:defRPr sz="1400">
                <a:solidFill>
                  <a:schemeClr val="tx1"/>
                </a:solidFill>
                <a:latin typeface="黑体" panose="02010609060101010101" charset="-122"/>
                <a:ea typeface="黑体" panose="02010609060101010101" charset="-122"/>
                <a:cs typeface="黑体" panose="02010609060101010101" charset="-122"/>
              </a:defRPr>
            </a:lvl3pPr>
            <a:lvl4pPr marL="1600200" indent="-228600">
              <a:defRPr sz="1400">
                <a:solidFill>
                  <a:schemeClr val="tx1"/>
                </a:solidFill>
                <a:latin typeface="黑体" panose="02010609060101010101" charset="-122"/>
                <a:ea typeface="黑体" panose="02010609060101010101" charset="-122"/>
                <a:cs typeface="黑体" panose="02010609060101010101" charset="-122"/>
              </a:defRPr>
            </a:lvl4pPr>
            <a:lvl5pPr marL="2057400" indent="-228600">
              <a:defRPr sz="1400">
                <a:solidFill>
                  <a:schemeClr val="tx1"/>
                </a:solidFill>
                <a:latin typeface="黑体" panose="02010609060101010101" charset="-122"/>
                <a:ea typeface="黑体" panose="02010609060101010101" charset="-122"/>
                <a:cs typeface="黑体" panose="02010609060101010101" charset="-122"/>
              </a:defRPr>
            </a:lvl5pPr>
            <a:lvl6pPr marL="25146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6pPr>
            <a:lvl7pPr marL="29718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7pPr>
            <a:lvl8pPr marL="34290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8pPr>
            <a:lvl9pPr marL="38862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203H10-</a:t>
            </a:r>
            <a:r>
              <a:rPr 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井</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9</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段施工压力曲线（主体段）</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a:blip r:embed="rId1"/>
          <a:stretch>
            <a:fillRect/>
          </a:stretch>
        </p:blipFill>
        <p:spPr>
          <a:xfrm>
            <a:off x="7510145" y="4380829"/>
            <a:ext cx="3383023" cy="2024887"/>
          </a:xfrm>
          <a:prstGeom prst="rect">
            <a:avLst/>
          </a:prstGeom>
        </p:spPr>
      </p:pic>
      <p:sp>
        <p:nvSpPr>
          <p:cNvPr id="18"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21" name="TextBox 2"/>
          <p:cNvSpPr txBox="1">
            <a:spLocks noChangeArrowheads="1"/>
          </p:cNvSpPr>
          <p:nvPr/>
        </p:nvSpPr>
        <p:spPr bwMode="auto">
          <a:xfrm>
            <a:off x="334962" y="136655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buFont typeface="Wingdings" panose="05000000000000000000" pitchFamily="2" charset="2"/>
              <a:buChar char="l"/>
              <a:defRPr/>
            </a:pPr>
            <a:r>
              <a:rPr lang="zh-CN" altLang="en-US" sz="1600" dirty="0">
                <a:cs typeface="Times New Roman" panose="02020603050405020304" pitchFamily="18" charset="0"/>
              </a:rPr>
              <a:t>综合分析泸</a:t>
            </a:r>
            <a:r>
              <a:rPr lang="en-US" altLang="zh-CN" sz="1600" dirty="0">
                <a:cs typeface="Times New Roman" panose="02020603050405020304" pitchFamily="18" charset="0"/>
              </a:rPr>
              <a:t>203H10</a:t>
            </a:r>
            <a:r>
              <a:rPr lang="zh-CN" altLang="en-US" sz="1600" dirty="0">
                <a:cs typeface="Times New Roman" panose="02020603050405020304" pitchFamily="18" charset="0"/>
              </a:rPr>
              <a:t>平台</a:t>
            </a:r>
            <a:r>
              <a:rPr lang="en-US" altLang="zh-CN" sz="1600" dirty="0">
                <a:cs typeface="Times New Roman" panose="02020603050405020304" pitchFamily="18" charset="0"/>
              </a:rPr>
              <a:t>1-4</a:t>
            </a:r>
            <a:r>
              <a:rPr lang="zh-CN" altLang="en-US" sz="1600" dirty="0">
                <a:cs typeface="Times New Roman" panose="02020603050405020304" pitchFamily="18" charset="0"/>
              </a:rPr>
              <a:t>井压裂用液情况，发现压裂施工中采用高粘滑溜水相较于中低粘滑溜水更易引起压力曲线波动</a:t>
            </a:r>
            <a:endParaRPr lang="en-US" altLang="zh-CN" sz="1600" dirty="0">
              <a:cs typeface="Times New Roman" panose="02020603050405020304" pitchFamily="18" charset="0"/>
            </a:endParaRPr>
          </a:p>
          <a:p>
            <a:pPr fontAlgn="base">
              <a:buFont typeface="Wingdings" panose="05000000000000000000" pitchFamily="2" charset="2"/>
              <a:buChar char="l"/>
              <a:defRPr/>
            </a:pPr>
            <a:r>
              <a:rPr lang="zh-CN" altLang="en-US" sz="1600" dirty="0">
                <a:cs typeface="Times New Roman" panose="02020603050405020304" pitchFamily="18" charset="0"/>
              </a:rPr>
              <a:t>高粘压裂液滤失更低，</a:t>
            </a:r>
            <a:r>
              <a:rPr lang="zh-CN" altLang="en-US" sz="16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压裂过程中</a:t>
            </a:r>
            <a:r>
              <a:rPr lang="zh-CN" altLang="en-US" sz="1600" dirty="0">
                <a:cs typeface="Times New Roman" panose="02020603050405020304" pitchFamily="18" charset="0"/>
              </a:rPr>
              <a:t>更容易复杂裂缝，进而增加了压力施工曲线的波动性，压力波动幅度更大</a:t>
            </a:r>
            <a:endParaRPr lang="en-US" altLang="zh-CN" sz="1600" dirty="0">
              <a:cs typeface="Times New Roman" panose="02020603050405020304" pitchFamily="18" charset="0"/>
            </a:endParaRPr>
          </a:p>
        </p:txBody>
      </p:sp>
      <p:sp>
        <p:nvSpPr>
          <p:cNvPr id="25" name="矩形 24"/>
          <p:cNvSpPr/>
          <p:nvPr/>
        </p:nvSpPr>
        <p:spPr>
          <a:xfrm>
            <a:off x="429601" y="811428"/>
            <a:ext cx="8812439"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8</a:t>
            </a:r>
            <a:r>
              <a:rPr lang="zh-CN" altLang="en-US" dirty="0">
                <a:solidFill>
                  <a:prstClr val="black"/>
                </a:solidFill>
                <a:latin typeface="微软雅黑" panose="020B0503020204020204" pitchFamily="34" charset="-122"/>
                <a:ea typeface="微软雅黑" panose="020B0503020204020204" pitchFamily="34" charset="-122"/>
              </a:rPr>
              <a:t>、滑溜水粘度越高，压力曲线压力波动幅度越大</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pSp>
        <p:nvGrpSpPr>
          <p:cNvPr id="4" name="组合 3"/>
          <p:cNvGrpSpPr/>
          <p:nvPr/>
        </p:nvGrpSpPr>
        <p:grpSpPr>
          <a:xfrm>
            <a:off x="779118" y="2225781"/>
            <a:ext cx="10003181" cy="4179935"/>
            <a:chOff x="779118" y="2500484"/>
            <a:chExt cx="10003181" cy="3908541"/>
          </a:xfrm>
        </p:grpSpPr>
        <p:pic>
          <p:nvPicPr>
            <p:cNvPr id="19" name="图片 18"/>
            <p:cNvPicPr/>
            <p:nvPr/>
          </p:nvPicPr>
          <p:blipFill rotWithShape="1">
            <a:blip r:embed="rId2"/>
            <a:srcRect b="17074"/>
            <a:stretch>
              <a:fillRect/>
            </a:stretch>
          </p:blipFill>
          <p:spPr>
            <a:xfrm>
              <a:off x="4243704" y="2661998"/>
              <a:ext cx="3084831" cy="1792092"/>
            </a:xfrm>
            <a:prstGeom prst="rect">
              <a:avLst/>
            </a:prstGeom>
            <a:noFill/>
            <a:ln>
              <a:noFill/>
            </a:ln>
          </p:spPr>
        </p:pic>
        <p:grpSp>
          <p:nvGrpSpPr>
            <p:cNvPr id="3" name="组合 2"/>
            <p:cNvGrpSpPr/>
            <p:nvPr/>
          </p:nvGrpSpPr>
          <p:grpSpPr>
            <a:xfrm>
              <a:off x="779118" y="2500484"/>
              <a:ext cx="10003181" cy="3908541"/>
              <a:chOff x="779118" y="1764801"/>
              <a:chExt cx="10003181" cy="4635364"/>
            </a:xfrm>
          </p:grpSpPr>
          <p:pic>
            <p:nvPicPr>
              <p:cNvPr id="6" name="图片 5"/>
              <p:cNvPicPr>
                <a:picLocks noChangeAspect="1"/>
              </p:cNvPicPr>
              <p:nvPr/>
            </p:nvPicPr>
            <p:blipFill>
              <a:blip r:embed="rId3"/>
              <a:stretch>
                <a:fillRect/>
              </a:stretch>
            </p:blipFill>
            <p:spPr>
              <a:xfrm>
                <a:off x="860684" y="1764801"/>
                <a:ext cx="3311902" cy="2193789"/>
              </a:xfrm>
              <a:prstGeom prst="rect">
                <a:avLst/>
              </a:prstGeom>
            </p:spPr>
          </p:pic>
          <p:pic>
            <p:nvPicPr>
              <p:cNvPr id="7" name="图片 6"/>
              <p:cNvPicPr>
                <a:picLocks noChangeAspect="1"/>
              </p:cNvPicPr>
              <p:nvPr/>
            </p:nvPicPr>
            <p:blipFill>
              <a:blip r:embed="rId4"/>
              <a:stretch>
                <a:fillRect/>
              </a:stretch>
            </p:blipFill>
            <p:spPr>
              <a:xfrm>
                <a:off x="7511414" y="1833880"/>
                <a:ext cx="3270885" cy="2125345"/>
              </a:xfrm>
              <a:prstGeom prst="rect">
                <a:avLst/>
              </a:prstGeom>
            </p:spPr>
          </p:pic>
          <p:pic>
            <p:nvPicPr>
              <p:cNvPr id="9" name="图片 8"/>
              <p:cNvPicPr>
                <a:picLocks noChangeAspect="1"/>
              </p:cNvPicPr>
              <p:nvPr/>
            </p:nvPicPr>
            <p:blipFill>
              <a:blip r:embed="rId5"/>
              <a:stretch>
                <a:fillRect/>
              </a:stretch>
            </p:blipFill>
            <p:spPr>
              <a:xfrm>
                <a:off x="779118" y="4154654"/>
                <a:ext cx="3465223" cy="2245511"/>
              </a:xfrm>
              <a:prstGeom prst="rect">
                <a:avLst/>
              </a:prstGeom>
            </p:spPr>
          </p:pic>
          <p:pic>
            <p:nvPicPr>
              <p:cNvPr id="10" name="图片 9"/>
              <p:cNvPicPr>
                <a:picLocks noChangeAspect="1"/>
              </p:cNvPicPr>
              <p:nvPr/>
            </p:nvPicPr>
            <p:blipFill>
              <a:blip r:embed="rId6"/>
              <a:stretch>
                <a:fillRect/>
              </a:stretch>
            </p:blipFill>
            <p:spPr>
              <a:xfrm>
                <a:off x="4243705" y="4262120"/>
                <a:ext cx="3266440" cy="2138045"/>
              </a:xfrm>
              <a:prstGeom prst="rect">
                <a:avLst/>
              </a:prstGeom>
            </p:spPr>
          </p:pic>
          <p:sp>
            <p:nvSpPr>
              <p:cNvPr id="2" name="椭圆 1"/>
              <p:cNvSpPr/>
              <p:nvPr/>
            </p:nvSpPr>
            <p:spPr>
              <a:xfrm>
                <a:off x="1819276" y="2095130"/>
                <a:ext cx="1864958" cy="381740"/>
              </a:xfrm>
              <a:prstGeom prst="ellipse">
                <a:avLst/>
              </a:prstGeom>
              <a:noFill/>
              <a:ln w="19050">
                <a:solidFill>
                  <a:srgbClr val="0000FF"/>
                </a:solidFill>
                <a:prstDash val="sysDash"/>
              </a:ln>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13" name="椭圆 12"/>
              <p:cNvSpPr/>
              <p:nvPr/>
            </p:nvSpPr>
            <p:spPr>
              <a:xfrm>
                <a:off x="4172585" y="2653020"/>
                <a:ext cx="1030180" cy="243501"/>
              </a:xfrm>
              <a:prstGeom prst="ellipse">
                <a:avLst/>
              </a:prstGeom>
              <a:noFill/>
              <a:ln w="19050">
                <a:solidFill>
                  <a:srgbClr val="0000FF"/>
                </a:solidFill>
                <a:prstDash val="sysDash"/>
              </a:ln>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14" name="椭圆 13"/>
              <p:cNvSpPr/>
              <p:nvPr/>
            </p:nvSpPr>
            <p:spPr>
              <a:xfrm>
                <a:off x="7947660" y="2116775"/>
                <a:ext cx="1551940" cy="475326"/>
              </a:xfrm>
              <a:prstGeom prst="ellipse">
                <a:avLst/>
              </a:prstGeom>
              <a:noFill/>
              <a:ln w="19050">
                <a:solidFill>
                  <a:srgbClr val="0000FF"/>
                </a:solidFill>
                <a:prstDash val="sysDash"/>
              </a:ln>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22" name="椭圆 21"/>
              <p:cNvSpPr/>
              <p:nvPr/>
            </p:nvSpPr>
            <p:spPr>
              <a:xfrm>
                <a:off x="5161071" y="4723925"/>
                <a:ext cx="934929" cy="243501"/>
              </a:xfrm>
              <a:prstGeom prst="ellipse">
                <a:avLst/>
              </a:prstGeom>
              <a:noFill/>
              <a:ln w="19050">
                <a:solidFill>
                  <a:srgbClr val="0000FF"/>
                </a:solidFill>
                <a:prstDash val="sysDash"/>
              </a:ln>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23" name="椭圆 22"/>
              <p:cNvSpPr/>
              <p:nvPr/>
            </p:nvSpPr>
            <p:spPr>
              <a:xfrm>
                <a:off x="8161128" y="4591051"/>
                <a:ext cx="1080912" cy="366850"/>
              </a:xfrm>
              <a:prstGeom prst="ellipse">
                <a:avLst/>
              </a:prstGeom>
              <a:noFill/>
              <a:ln w="19050">
                <a:solidFill>
                  <a:srgbClr val="0000FF"/>
                </a:solidFill>
                <a:prstDash val="sysDash"/>
              </a:ln>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24" name="椭圆 23"/>
              <p:cNvSpPr/>
              <p:nvPr/>
            </p:nvSpPr>
            <p:spPr>
              <a:xfrm>
                <a:off x="1895476" y="4440594"/>
                <a:ext cx="1943100" cy="388582"/>
              </a:xfrm>
              <a:prstGeom prst="ellipse">
                <a:avLst/>
              </a:prstGeom>
              <a:noFill/>
              <a:ln w="19050">
                <a:solidFill>
                  <a:srgbClr val="0000FF"/>
                </a:solidFill>
                <a:prstDash val="sysDash"/>
              </a:ln>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grpSp>
        <p:sp>
          <p:nvSpPr>
            <p:cNvPr id="20" name="椭圆 19"/>
            <p:cNvSpPr/>
            <p:nvPr/>
          </p:nvSpPr>
          <p:spPr>
            <a:xfrm>
              <a:off x="5655631" y="2837299"/>
              <a:ext cx="1059494" cy="263602"/>
            </a:xfrm>
            <a:prstGeom prst="ellipse">
              <a:avLst/>
            </a:prstGeom>
            <a:noFill/>
            <a:ln w="19050">
              <a:solidFill>
                <a:srgbClr val="0000FF"/>
              </a:solidFill>
              <a:prstDash val="sysDash"/>
            </a:ln>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grpSp>
      <p:sp>
        <p:nvSpPr>
          <p:cNvPr id="28" name="椭圆 27"/>
          <p:cNvSpPr/>
          <p:nvPr/>
        </p:nvSpPr>
        <p:spPr>
          <a:xfrm>
            <a:off x="9418428" y="4650524"/>
            <a:ext cx="1080912" cy="330807"/>
          </a:xfrm>
          <a:prstGeom prst="ellipse">
            <a:avLst/>
          </a:prstGeom>
          <a:noFill/>
          <a:ln w="19050">
            <a:solidFill>
              <a:srgbClr val="0000FF"/>
            </a:solidFill>
            <a:prstDash val="sysDash"/>
          </a:ln>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1"/>
          <p:cNvSpPr txBox="1">
            <a:spLocks noChangeArrowheads="1"/>
          </p:cNvSpPr>
          <p:nvPr/>
        </p:nvSpPr>
        <p:spPr bwMode="auto">
          <a:xfrm>
            <a:off x="0" y="6051924"/>
            <a:ext cx="593519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203H10-1</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井停泵压力对比</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429601" y="2781324"/>
            <a:ext cx="5776179" cy="3035300"/>
            <a:chOff x="128588" y="3155120"/>
            <a:chExt cx="5776179" cy="3035300"/>
          </a:xfrm>
        </p:grpSpPr>
        <p:graphicFrame>
          <p:nvGraphicFramePr>
            <p:cNvPr id="11" name="图表 10"/>
            <p:cNvGraphicFramePr/>
            <p:nvPr/>
          </p:nvGraphicFramePr>
          <p:xfrm>
            <a:off x="128588" y="3155120"/>
            <a:ext cx="5776179" cy="3035300"/>
          </p:xfrm>
          <a:graphic>
            <a:graphicData uri="http://schemas.openxmlformats.org/drawingml/2006/chart">
              <c:chart xmlns:c="http://schemas.openxmlformats.org/drawingml/2006/chart" xmlns:r="http://schemas.openxmlformats.org/officeDocument/2006/relationships" r:id="rId1"/>
            </a:graphicData>
          </a:graphic>
        </p:graphicFrame>
        <p:sp>
          <p:nvSpPr>
            <p:cNvPr id="2" name="矩形 1"/>
            <p:cNvSpPr/>
            <p:nvPr/>
          </p:nvSpPr>
          <p:spPr>
            <a:xfrm>
              <a:off x="5295900" y="3471862"/>
              <a:ext cx="347663" cy="128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a:solidFill>
                    <a:schemeClr val="tx1"/>
                  </a:solidFill>
                  <a:latin typeface="黑体" panose="02010609060101010101" charset="-122"/>
                  <a:ea typeface="黑体" panose="02010609060101010101" charset="-122"/>
                </a:rPr>
                <a:t>1</a:t>
              </a:r>
              <a:r>
                <a:rPr lang="zh-CN" altLang="en-US" sz="800" dirty="0">
                  <a:solidFill>
                    <a:schemeClr val="tx1"/>
                  </a:solidFill>
                  <a:latin typeface="黑体" panose="02010609060101010101" charset="-122"/>
                  <a:ea typeface="黑体" panose="02010609060101010101" charset="-122"/>
                </a:rPr>
                <a:t>井</a:t>
              </a:r>
              <a:endParaRPr lang="zh-CN" altLang="en-US" sz="800" dirty="0">
                <a:solidFill>
                  <a:schemeClr val="tx1"/>
                </a:solidFill>
                <a:latin typeface="黑体" panose="02010609060101010101" charset="-122"/>
                <a:ea typeface="黑体" panose="02010609060101010101" charset="-122"/>
              </a:endParaRPr>
            </a:p>
          </p:txBody>
        </p:sp>
        <p:sp>
          <p:nvSpPr>
            <p:cNvPr id="12" name="矩形 11"/>
            <p:cNvSpPr/>
            <p:nvPr/>
          </p:nvSpPr>
          <p:spPr>
            <a:xfrm>
              <a:off x="5295899" y="3656911"/>
              <a:ext cx="347663" cy="1626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a:solidFill>
                    <a:schemeClr val="tx1"/>
                  </a:solidFill>
                  <a:latin typeface="黑体" panose="02010609060101010101" charset="-122"/>
                  <a:ea typeface="黑体" panose="02010609060101010101" charset="-122"/>
                </a:rPr>
                <a:t>2</a:t>
              </a:r>
              <a:r>
                <a:rPr lang="zh-CN" altLang="en-US" sz="800" dirty="0">
                  <a:solidFill>
                    <a:schemeClr val="tx1"/>
                  </a:solidFill>
                  <a:latin typeface="黑体" panose="02010609060101010101" charset="-122"/>
                  <a:ea typeface="黑体" panose="02010609060101010101" charset="-122"/>
                </a:rPr>
                <a:t>井</a:t>
              </a:r>
              <a:endParaRPr lang="zh-CN" altLang="en-US" sz="800" dirty="0">
                <a:solidFill>
                  <a:schemeClr val="tx1"/>
                </a:solidFill>
                <a:latin typeface="黑体" panose="02010609060101010101" charset="-122"/>
                <a:ea typeface="黑体" panose="02010609060101010101" charset="-122"/>
              </a:endParaRPr>
            </a:p>
          </p:txBody>
        </p:sp>
        <p:sp>
          <p:nvSpPr>
            <p:cNvPr id="14" name="矩形 13"/>
            <p:cNvSpPr/>
            <p:nvPr/>
          </p:nvSpPr>
          <p:spPr>
            <a:xfrm>
              <a:off x="5295899" y="3865084"/>
              <a:ext cx="347663" cy="1626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a:solidFill>
                    <a:schemeClr val="tx1"/>
                  </a:solidFill>
                  <a:latin typeface="黑体" panose="02010609060101010101" charset="-122"/>
                  <a:ea typeface="黑体" panose="02010609060101010101" charset="-122"/>
                </a:rPr>
                <a:t>3</a:t>
              </a:r>
              <a:r>
                <a:rPr lang="zh-CN" altLang="en-US" sz="800" dirty="0">
                  <a:solidFill>
                    <a:schemeClr val="tx1"/>
                  </a:solidFill>
                  <a:latin typeface="黑体" panose="02010609060101010101" charset="-122"/>
                  <a:ea typeface="黑体" panose="02010609060101010101" charset="-122"/>
                </a:rPr>
                <a:t>井</a:t>
              </a:r>
              <a:endParaRPr lang="zh-CN" altLang="en-US" sz="800" dirty="0">
                <a:solidFill>
                  <a:schemeClr val="tx1"/>
                </a:solidFill>
                <a:latin typeface="黑体" panose="02010609060101010101" charset="-122"/>
                <a:ea typeface="黑体" panose="02010609060101010101" charset="-122"/>
              </a:endParaRPr>
            </a:p>
          </p:txBody>
        </p:sp>
        <p:sp>
          <p:nvSpPr>
            <p:cNvPr id="15" name="矩形 14"/>
            <p:cNvSpPr/>
            <p:nvPr/>
          </p:nvSpPr>
          <p:spPr>
            <a:xfrm>
              <a:off x="5295900" y="4066429"/>
              <a:ext cx="347663" cy="1626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a:solidFill>
                    <a:schemeClr val="tx1"/>
                  </a:solidFill>
                  <a:latin typeface="黑体" panose="02010609060101010101" charset="-122"/>
                  <a:ea typeface="黑体" panose="02010609060101010101" charset="-122"/>
                </a:rPr>
                <a:t>4</a:t>
              </a:r>
              <a:r>
                <a:rPr lang="zh-CN" altLang="en-US" sz="800" dirty="0">
                  <a:solidFill>
                    <a:schemeClr val="tx1"/>
                  </a:solidFill>
                  <a:latin typeface="黑体" panose="02010609060101010101" charset="-122"/>
                  <a:ea typeface="黑体" panose="02010609060101010101" charset="-122"/>
                </a:rPr>
                <a:t>井</a:t>
              </a:r>
              <a:endParaRPr lang="zh-CN" altLang="en-US" sz="800" dirty="0">
                <a:solidFill>
                  <a:schemeClr val="tx1"/>
                </a:solidFill>
                <a:latin typeface="黑体" panose="02010609060101010101" charset="-122"/>
                <a:ea typeface="黑体" panose="02010609060101010101" charset="-122"/>
              </a:endParaRPr>
            </a:p>
          </p:txBody>
        </p:sp>
      </p:grpSp>
      <p:sp>
        <p:nvSpPr>
          <p:cNvPr id="17" name="TextBox 23"/>
          <p:cNvSpPr>
            <a:spLocks noChangeArrowheads="1"/>
          </p:cNvSpPr>
          <p:nvPr>
            <p:custDataLst>
              <p:tags r:id="rId2"/>
            </p:custDataLst>
          </p:nvPr>
        </p:nvSpPr>
        <p:spPr bwMode="auto">
          <a:xfrm>
            <a:off x="4503933" y="6080014"/>
            <a:ext cx="9115803" cy="261610"/>
          </a:xfrm>
          <a:prstGeom prst="rect">
            <a:avLst/>
          </a:prstGeom>
          <a:noFill/>
          <a:ln>
            <a:noFill/>
          </a:ln>
        </p:spPr>
        <p:txBody>
          <a:bodyPr wrap="square">
            <a:spAutoFit/>
          </a:bodyPr>
          <a:lstStyle>
            <a:lvl1pPr>
              <a:defRPr sz="1400">
                <a:solidFill>
                  <a:schemeClr val="tx1"/>
                </a:solidFill>
                <a:latin typeface="黑体" panose="02010609060101010101" charset="-122"/>
                <a:ea typeface="黑体" panose="02010609060101010101" charset="-122"/>
                <a:cs typeface="黑体" panose="02010609060101010101" charset="-122"/>
              </a:defRPr>
            </a:lvl1pPr>
            <a:lvl2pPr marL="742950" indent="-285750">
              <a:defRPr sz="1400">
                <a:solidFill>
                  <a:schemeClr val="tx1"/>
                </a:solidFill>
                <a:latin typeface="黑体" panose="02010609060101010101" charset="-122"/>
                <a:ea typeface="黑体" panose="02010609060101010101" charset="-122"/>
                <a:cs typeface="黑体" panose="02010609060101010101" charset="-122"/>
              </a:defRPr>
            </a:lvl2pPr>
            <a:lvl3pPr marL="1143000" indent="-228600">
              <a:defRPr sz="1400">
                <a:solidFill>
                  <a:schemeClr val="tx1"/>
                </a:solidFill>
                <a:latin typeface="黑体" panose="02010609060101010101" charset="-122"/>
                <a:ea typeface="黑体" panose="02010609060101010101" charset="-122"/>
                <a:cs typeface="黑体" panose="02010609060101010101" charset="-122"/>
              </a:defRPr>
            </a:lvl3pPr>
            <a:lvl4pPr marL="1600200" indent="-228600">
              <a:defRPr sz="1400">
                <a:solidFill>
                  <a:schemeClr val="tx1"/>
                </a:solidFill>
                <a:latin typeface="黑体" panose="02010609060101010101" charset="-122"/>
                <a:ea typeface="黑体" panose="02010609060101010101" charset="-122"/>
                <a:cs typeface="黑体" panose="02010609060101010101" charset="-122"/>
              </a:defRPr>
            </a:lvl4pPr>
            <a:lvl5pPr marL="2057400" indent="-228600">
              <a:defRPr sz="1400">
                <a:solidFill>
                  <a:schemeClr val="tx1"/>
                </a:solidFill>
                <a:latin typeface="黑体" panose="02010609060101010101" charset="-122"/>
                <a:ea typeface="黑体" panose="02010609060101010101" charset="-122"/>
                <a:cs typeface="黑体" panose="02010609060101010101" charset="-122"/>
              </a:defRPr>
            </a:lvl5pPr>
            <a:lvl6pPr marL="25146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6pPr>
            <a:lvl7pPr marL="29718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7pPr>
            <a:lvl8pPr marL="34290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8pPr>
            <a:lvl9pPr marL="3886200" indent="-228600" eaLnBrk="0" fontAlgn="base" hangingPunct="0">
              <a:spcBef>
                <a:spcPct val="0"/>
              </a:spcBef>
              <a:spcAft>
                <a:spcPct val="0"/>
              </a:spcAft>
              <a:defRPr sz="1400">
                <a:solidFill>
                  <a:schemeClr val="tx1"/>
                </a:solidFill>
                <a:latin typeface="黑体" panose="02010609060101010101" charset="-122"/>
                <a:ea typeface="黑体" panose="02010609060101010101" charset="-122"/>
                <a:cs typeface="黑体" panose="02010609060101010101"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203H10-</a:t>
            </a:r>
            <a:r>
              <a:rPr 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井微地震解释结果</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7061200" y="2774392"/>
            <a:ext cx="4488654" cy="3120258"/>
          </a:xfrm>
          <a:prstGeom prst="rect">
            <a:avLst/>
          </a:prstGeom>
        </p:spPr>
      </p:pic>
      <p:sp>
        <p:nvSpPr>
          <p:cNvPr id="16" name="TextBox 2"/>
          <p:cNvSpPr txBox="1">
            <a:spLocks noChangeArrowheads="1"/>
          </p:cNvSpPr>
          <p:nvPr/>
        </p:nvSpPr>
        <p:spPr bwMode="auto">
          <a:xfrm>
            <a:off x="334962" y="1293935"/>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buFont typeface="Wingdings" panose="05000000000000000000" pitchFamily="2" charset="2"/>
              <a:buChar char="l"/>
              <a:defRPr/>
            </a:pPr>
            <a:r>
              <a:rPr lang="zh-CN" altLang="en-US" sz="1600" dirty="0">
                <a:cs typeface="Times New Roman" panose="02020603050405020304" pitchFamily="18" charset="0"/>
              </a:rPr>
              <a:t>泸</a:t>
            </a:r>
            <a:r>
              <a:rPr lang="en-US" altLang="zh-CN" sz="1600" dirty="0">
                <a:cs typeface="Times New Roman" panose="02020603050405020304" pitchFamily="18" charset="0"/>
              </a:rPr>
              <a:t>203H10</a:t>
            </a:r>
            <a:r>
              <a:rPr lang="zh-CN" altLang="en-US" sz="1600" dirty="0">
                <a:cs typeface="Times New Roman" panose="02020603050405020304" pitchFamily="18" charset="0"/>
              </a:rPr>
              <a:t>平台</a:t>
            </a:r>
            <a:r>
              <a:rPr lang="en-US" altLang="zh-CN" sz="1600" dirty="0">
                <a:cs typeface="Times New Roman" panose="02020603050405020304" pitchFamily="18" charset="0"/>
              </a:rPr>
              <a:t>1-4</a:t>
            </a:r>
            <a:r>
              <a:rPr lang="zh-CN" altLang="en-US" sz="1600" dirty="0">
                <a:cs typeface="Times New Roman" panose="02020603050405020304" pitchFamily="18" charset="0"/>
              </a:rPr>
              <a:t>井平均停泵压力分别为</a:t>
            </a:r>
            <a:r>
              <a:rPr lang="en-US" altLang="zh-CN" sz="1600" dirty="0">
                <a:cs typeface="Times New Roman" panose="02020603050405020304" pitchFamily="18" charset="0"/>
              </a:rPr>
              <a:t>65.01MPa</a:t>
            </a:r>
            <a:r>
              <a:rPr lang="zh-CN" altLang="en-US" sz="1600" dirty="0">
                <a:cs typeface="Times New Roman" panose="02020603050405020304" pitchFamily="18" charset="0"/>
              </a:rPr>
              <a:t>、</a:t>
            </a:r>
            <a:r>
              <a:rPr lang="en-US" altLang="zh-CN" sz="1600" dirty="0">
                <a:cs typeface="Times New Roman" panose="02020603050405020304" pitchFamily="18" charset="0"/>
              </a:rPr>
              <a:t>65.26MPa</a:t>
            </a:r>
            <a:r>
              <a:rPr lang="zh-CN" altLang="en-US" sz="1600" dirty="0">
                <a:cs typeface="Times New Roman" panose="02020603050405020304" pitchFamily="18" charset="0"/>
              </a:rPr>
              <a:t>、</a:t>
            </a:r>
            <a:r>
              <a:rPr lang="en-US" altLang="zh-CN" sz="1600" dirty="0">
                <a:cs typeface="Times New Roman" panose="02020603050405020304" pitchFamily="18" charset="0"/>
              </a:rPr>
              <a:t>63.80MPa</a:t>
            </a:r>
            <a:r>
              <a:rPr lang="zh-CN" altLang="en-US" sz="1600" dirty="0">
                <a:cs typeface="Times New Roman" panose="02020603050405020304" pitchFamily="18" charset="0"/>
              </a:rPr>
              <a:t>、</a:t>
            </a:r>
            <a:r>
              <a:rPr lang="en-US" altLang="zh-CN" sz="1600" dirty="0">
                <a:cs typeface="Times New Roman" panose="02020603050405020304" pitchFamily="18" charset="0"/>
              </a:rPr>
              <a:t>65.30MPa</a:t>
            </a:r>
            <a:r>
              <a:rPr lang="zh-CN" altLang="en-US" sz="1600" dirty="0">
                <a:cs typeface="Times New Roman" panose="02020603050405020304" pitchFamily="18" charset="0"/>
              </a:rPr>
              <a:t>，各井停泵净压力的大小关系为：</a:t>
            </a:r>
            <a:r>
              <a:rPr lang="en-US" altLang="zh-CN" sz="1600" dirty="0">
                <a:cs typeface="Times New Roman" panose="02020603050405020304" pitchFamily="18" charset="0"/>
              </a:rPr>
              <a:t>4</a:t>
            </a:r>
            <a:r>
              <a:rPr lang="zh-CN" altLang="en-US" sz="1600" dirty="0">
                <a:cs typeface="Times New Roman" panose="02020603050405020304" pitchFamily="18" charset="0"/>
              </a:rPr>
              <a:t>井＞</a:t>
            </a:r>
            <a:r>
              <a:rPr lang="en-US" altLang="zh-CN" sz="1600" dirty="0">
                <a:cs typeface="Times New Roman" panose="02020603050405020304" pitchFamily="18" charset="0"/>
              </a:rPr>
              <a:t>2</a:t>
            </a:r>
            <a:r>
              <a:rPr lang="zh-CN" altLang="en-US" sz="1600" dirty="0">
                <a:cs typeface="Times New Roman" panose="02020603050405020304" pitchFamily="18" charset="0"/>
              </a:rPr>
              <a:t>井＞</a:t>
            </a:r>
            <a:r>
              <a:rPr lang="en-US" altLang="zh-CN" sz="1600" dirty="0">
                <a:cs typeface="Times New Roman" panose="02020603050405020304" pitchFamily="18" charset="0"/>
              </a:rPr>
              <a:t>1</a:t>
            </a:r>
            <a:r>
              <a:rPr lang="zh-CN" altLang="en-US" sz="1600" dirty="0">
                <a:cs typeface="Times New Roman" panose="02020603050405020304" pitchFamily="18" charset="0"/>
              </a:rPr>
              <a:t>井＞</a:t>
            </a:r>
            <a:r>
              <a:rPr lang="en-US" altLang="zh-CN" sz="1600" dirty="0">
                <a:cs typeface="Times New Roman" panose="02020603050405020304" pitchFamily="18" charset="0"/>
              </a:rPr>
              <a:t>3</a:t>
            </a:r>
            <a:r>
              <a:rPr lang="zh-CN" altLang="en-US" sz="1600" dirty="0">
                <a:cs typeface="Times New Roman" panose="02020603050405020304" pitchFamily="18" charset="0"/>
              </a:rPr>
              <a:t>井，平均停泵压力与裂缝改造体积</a:t>
            </a:r>
            <a:r>
              <a:rPr lang="zh-CN" altLang="en-US" sz="1600" dirty="0">
                <a:solidFill>
                  <a:srgbClr val="FF0000"/>
                </a:solidFill>
                <a:cs typeface="Times New Roman" panose="02020603050405020304" pitchFamily="18" charset="0"/>
              </a:rPr>
              <a:t>总体成正相关</a:t>
            </a:r>
            <a:endParaRPr lang="en-US" altLang="zh-CN" sz="1600" dirty="0">
              <a:cs typeface="Times New Roman" panose="02020603050405020304" pitchFamily="18" charset="0"/>
            </a:endParaRPr>
          </a:p>
          <a:p>
            <a:pPr fontAlgn="base">
              <a:buFont typeface="Wingdings" panose="05000000000000000000" pitchFamily="2" charset="2"/>
              <a:buChar char="l"/>
              <a:defRPr/>
            </a:pPr>
            <a:r>
              <a:rPr lang="zh-CN" altLang="en-US" sz="1600" dirty="0">
                <a:cs typeface="Times New Roman" panose="02020603050405020304" pitchFamily="18" charset="0"/>
              </a:rPr>
              <a:t>单井停泵压力的波动变化越明显，平均停泵压力越大，对应的单井裂缝改造体积越大</a:t>
            </a:r>
            <a:endParaRPr lang="zh-CN" altLang="en-US" sz="1600" dirty="0">
              <a:cs typeface="Times New Roman" panose="02020603050405020304" pitchFamily="18" charset="0"/>
            </a:endParaRPr>
          </a:p>
        </p:txBody>
      </p:sp>
      <p:sp>
        <p:nvSpPr>
          <p:cNvPr id="19" name="矩形 18"/>
          <p:cNvSpPr/>
          <p:nvPr/>
        </p:nvSpPr>
        <p:spPr>
          <a:xfrm>
            <a:off x="429601" y="811428"/>
            <a:ext cx="8812439"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9</a:t>
            </a:r>
            <a:r>
              <a:rPr lang="zh-CN" altLang="en-US" dirty="0">
                <a:solidFill>
                  <a:prstClr val="black"/>
                </a:solidFill>
                <a:latin typeface="微软雅黑" panose="020B0503020204020204" pitchFamily="34" charset="-122"/>
                <a:ea typeface="微软雅黑" panose="020B0503020204020204" pitchFamily="34" charset="-122"/>
              </a:rPr>
              <a:t>、单井停泵压力的波动变化越明显，对应的单井裂缝改造体积越大</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0"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1"/>
          <p:cNvSpPr txBox="1">
            <a:spLocks noChangeArrowheads="1"/>
          </p:cNvSpPr>
          <p:nvPr/>
        </p:nvSpPr>
        <p:spPr bwMode="auto">
          <a:xfrm>
            <a:off x="-1448141" y="6046129"/>
            <a:ext cx="593519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203H10-4</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井第</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段压裂施工曲线</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文本框 1"/>
          <p:cNvSpPr txBox="1">
            <a:spLocks noChangeArrowheads="1"/>
          </p:cNvSpPr>
          <p:nvPr>
            <p:custDataLst>
              <p:tags r:id="rId1"/>
            </p:custDataLst>
          </p:nvPr>
        </p:nvSpPr>
        <p:spPr bwMode="auto">
          <a:xfrm>
            <a:off x="2146386" y="6070253"/>
            <a:ext cx="593519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泸</a:t>
            </a:r>
            <a:r>
              <a:rPr lang="en-US" altLang="zh-CN"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203H10-4</a:t>
            </a:r>
            <a:r>
              <a:rPr lang="zh-CN" altLang="en-US"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井第</a:t>
            </a:r>
            <a:r>
              <a:rPr lang="en-US" altLang="zh-CN"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段压裂施工曲线</a:t>
            </a:r>
            <a:endParaRPr lang="zh-CN" altLang="en-US"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文本框 1"/>
          <p:cNvSpPr txBox="1">
            <a:spLocks noChangeArrowheads="1"/>
          </p:cNvSpPr>
          <p:nvPr>
            <p:custDataLst>
              <p:tags r:id="rId2"/>
            </p:custDataLst>
          </p:nvPr>
        </p:nvSpPr>
        <p:spPr bwMode="auto">
          <a:xfrm>
            <a:off x="6770580" y="6070253"/>
            <a:ext cx="593519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泸</a:t>
            </a:r>
            <a:r>
              <a:rPr lang="en-US" altLang="zh-CN"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203H10-4</a:t>
            </a:r>
            <a:r>
              <a:rPr lang="zh-CN" altLang="en-US"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井第</a:t>
            </a:r>
            <a:r>
              <a:rPr lang="en-US" altLang="zh-CN"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段微地震解释成果对比</a:t>
            </a:r>
            <a:r>
              <a:rPr lang="en-US" altLang="zh-CN"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3" name="图片 52"/>
          <p:cNvPicPr>
            <a:picLocks noChangeAspect="1"/>
          </p:cNvPicPr>
          <p:nvPr/>
        </p:nvPicPr>
        <p:blipFill>
          <a:blip r:embed="rId3"/>
          <a:stretch>
            <a:fillRect/>
          </a:stretch>
        </p:blipFill>
        <p:spPr>
          <a:xfrm>
            <a:off x="9629775" y="3009900"/>
            <a:ext cx="2406650" cy="2417430"/>
          </a:xfrm>
          <a:prstGeom prst="rect">
            <a:avLst/>
          </a:prstGeom>
        </p:spPr>
      </p:pic>
      <p:pic>
        <p:nvPicPr>
          <p:cNvPr id="56" name="图片 55"/>
          <p:cNvPicPr>
            <a:picLocks noChangeAspect="1"/>
          </p:cNvPicPr>
          <p:nvPr/>
        </p:nvPicPr>
        <p:blipFill>
          <a:blip r:embed="rId4"/>
          <a:stretch>
            <a:fillRect/>
          </a:stretch>
        </p:blipFill>
        <p:spPr>
          <a:xfrm>
            <a:off x="7131426" y="3009900"/>
            <a:ext cx="2491575" cy="2437938"/>
          </a:xfrm>
          <a:prstGeom prst="rect">
            <a:avLst/>
          </a:prstGeom>
        </p:spPr>
      </p:pic>
      <p:sp>
        <p:nvSpPr>
          <p:cNvPr id="57" name="文本框 56"/>
          <p:cNvSpPr txBox="1"/>
          <p:nvPr>
            <p:custDataLst>
              <p:tags r:id="rId5"/>
            </p:custDataLst>
          </p:nvPr>
        </p:nvSpPr>
        <p:spPr>
          <a:xfrm>
            <a:off x="9845362" y="5553020"/>
            <a:ext cx="1975475" cy="307777"/>
          </a:xfrm>
          <a:prstGeom prst="rect">
            <a:avLst/>
          </a:prstGeom>
          <a:noFill/>
        </p:spPr>
        <p:txBody>
          <a:bodyPr wrap="square" rtlCol="0">
            <a:spAutoFit/>
          </a:bodyPr>
          <a:lstStyle/>
          <a:p>
            <a:pPr algn="ctr"/>
            <a:r>
              <a:rPr lang="en-US" altLang="zh-CN" sz="14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SRV=299.2</a:t>
            </a:r>
            <a:r>
              <a:rPr lang="zh-CN" altLang="en-US" sz="14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万方</a:t>
            </a:r>
            <a:endParaRPr lang="zh-CN" altLang="en-US" sz="1400" b="1" dirty="0">
              <a:solidFill>
                <a:srgbClr val="FF0000"/>
              </a:solidFill>
              <a:latin typeface="Times New Roman" panose="02020603050405020304" pitchFamily="18" charset="0"/>
              <a:ea typeface="黑体" panose="02010609060101010101" charset="-122"/>
              <a:cs typeface="Times New Roman" panose="02020603050405020304" pitchFamily="18" charset="0"/>
            </a:endParaRPr>
          </a:p>
        </p:txBody>
      </p:sp>
      <p:sp>
        <p:nvSpPr>
          <p:cNvPr id="58" name="文本框 57"/>
          <p:cNvSpPr txBox="1"/>
          <p:nvPr>
            <p:custDataLst>
              <p:tags r:id="rId6"/>
            </p:custDataLst>
          </p:nvPr>
        </p:nvSpPr>
        <p:spPr>
          <a:xfrm>
            <a:off x="7357175" y="5553021"/>
            <a:ext cx="1975475" cy="307777"/>
          </a:xfrm>
          <a:prstGeom prst="rect">
            <a:avLst/>
          </a:prstGeom>
          <a:noFill/>
        </p:spPr>
        <p:txBody>
          <a:bodyPr wrap="square" rtlCol="0">
            <a:spAutoFit/>
          </a:bodyPr>
          <a:lstStyle/>
          <a:p>
            <a:pPr algn="ctr"/>
            <a:r>
              <a:rPr lang="en-US" altLang="zh-CN" sz="14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SRV=173.6</a:t>
            </a:r>
            <a:r>
              <a:rPr lang="zh-CN" altLang="en-US" sz="14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万方</a:t>
            </a:r>
            <a:endParaRPr lang="zh-CN" altLang="en-US" sz="1400" b="1" dirty="0">
              <a:solidFill>
                <a:srgbClr val="FF0000"/>
              </a:solidFill>
              <a:latin typeface="Times New Roman" panose="02020603050405020304" pitchFamily="18" charset="0"/>
              <a:ea typeface="黑体" panose="02010609060101010101" charset="-122"/>
              <a:cs typeface="Times New Roman" panose="02020603050405020304" pitchFamily="18" charset="0"/>
            </a:endParaRPr>
          </a:p>
        </p:txBody>
      </p:sp>
      <p:grpSp>
        <p:nvGrpSpPr>
          <p:cNvPr id="77" name="组合 76"/>
          <p:cNvGrpSpPr/>
          <p:nvPr/>
        </p:nvGrpSpPr>
        <p:grpSpPr>
          <a:xfrm>
            <a:off x="228600" y="2590800"/>
            <a:ext cx="6831450" cy="3289300"/>
            <a:chOff x="139900" y="3531239"/>
            <a:chExt cx="6920150" cy="2590691"/>
          </a:xfrm>
        </p:grpSpPr>
        <p:pic>
          <p:nvPicPr>
            <p:cNvPr id="33" name="图片 32"/>
            <p:cNvPicPr>
              <a:picLocks noChangeAspect="1"/>
            </p:cNvPicPr>
            <p:nvPr/>
          </p:nvPicPr>
          <p:blipFill>
            <a:blip r:embed="rId7"/>
            <a:stretch>
              <a:fillRect/>
            </a:stretch>
          </p:blipFill>
          <p:spPr>
            <a:xfrm>
              <a:off x="139900" y="3562771"/>
              <a:ext cx="3334246" cy="2559159"/>
            </a:xfrm>
            <a:prstGeom prst="rect">
              <a:avLst/>
            </a:prstGeom>
          </p:spPr>
        </p:pic>
        <p:pic>
          <p:nvPicPr>
            <p:cNvPr id="60" name="图片 59" descr="c11cd8064a57cfb4402a7ad51f730b2"/>
            <p:cNvPicPr/>
            <p:nvPr/>
          </p:nvPicPr>
          <p:blipFill rotWithShape="1">
            <a:blip r:embed="rId8"/>
            <a:srcRect b="23062"/>
            <a:stretch>
              <a:fillRect/>
            </a:stretch>
          </p:blipFill>
          <p:spPr>
            <a:xfrm>
              <a:off x="3480920" y="3531239"/>
              <a:ext cx="3579130" cy="2574631"/>
            </a:xfrm>
            <a:prstGeom prst="rect">
              <a:avLst/>
            </a:prstGeom>
          </p:spPr>
        </p:pic>
        <p:sp>
          <p:nvSpPr>
            <p:cNvPr id="64" name="文本框 63"/>
            <p:cNvSpPr txBox="1"/>
            <p:nvPr/>
          </p:nvSpPr>
          <p:spPr>
            <a:xfrm>
              <a:off x="4599000" y="4834867"/>
              <a:ext cx="1283970" cy="276999"/>
            </a:xfrm>
            <a:prstGeom prst="rect">
              <a:avLst/>
            </a:prstGeom>
            <a:noFill/>
          </p:spPr>
          <p:txBody>
            <a:bodyPr wrap="square" rtlCol="0">
              <a:spAutoFit/>
            </a:bodyPr>
            <a:lstStyle/>
            <a:p>
              <a:r>
                <a:rPr lang="zh-CN" altLang="en-US" sz="1200" b="1" dirty="0">
                  <a:latin typeface="黑体" panose="02010609060101010101" charset="-122"/>
                  <a:ea typeface="黑体" panose="02010609060101010101" charset="-122"/>
                </a:rPr>
                <a:t>裂缝起裂</a:t>
              </a:r>
              <a:endParaRPr lang="zh-CN" altLang="en-US" sz="1200" b="1" dirty="0">
                <a:latin typeface="黑体" panose="02010609060101010101" charset="-122"/>
                <a:ea typeface="黑体" panose="02010609060101010101" charset="-122"/>
              </a:endParaRPr>
            </a:p>
          </p:txBody>
        </p:sp>
        <p:sp>
          <p:nvSpPr>
            <p:cNvPr id="65" name="文本框 64"/>
            <p:cNvSpPr txBox="1"/>
            <p:nvPr/>
          </p:nvSpPr>
          <p:spPr>
            <a:xfrm>
              <a:off x="3552296" y="5414188"/>
              <a:ext cx="731800" cy="276999"/>
            </a:xfrm>
            <a:prstGeom prst="rect">
              <a:avLst/>
            </a:prstGeom>
            <a:noFill/>
          </p:spPr>
          <p:txBody>
            <a:bodyPr wrap="square" rtlCol="0">
              <a:spAutoFit/>
            </a:bodyPr>
            <a:lstStyle/>
            <a:p>
              <a:r>
                <a:rPr lang="zh-CN" altLang="en-US" sz="1200" b="1" dirty="0">
                  <a:latin typeface="黑体" panose="02010609060101010101" charset="-122"/>
                  <a:ea typeface="黑体" panose="02010609060101010101" charset="-122"/>
                </a:rPr>
                <a:t>变排量</a:t>
              </a:r>
              <a:endParaRPr lang="zh-CN" altLang="en-US" sz="1200" b="1" dirty="0">
                <a:latin typeface="黑体" panose="02010609060101010101" charset="-122"/>
                <a:ea typeface="黑体" panose="02010609060101010101" charset="-122"/>
              </a:endParaRPr>
            </a:p>
          </p:txBody>
        </p:sp>
        <p:sp>
          <p:nvSpPr>
            <p:cNvPr id="66" name="椭圆 65"/>
            <p:cNvSpPr/>
            <p:nvPr/>
          </p:nvSpPr>
          <p:spPr>
            <a:xfrm>
              <a:off x="3790765" y="4767309"/>
              <a:ext cx="630315" cy="390479"/>
            </a:xfrm>
            <a:prstGeom prst="ellipse">
              <a:avLst/>
            </a:prstGeom>
            <a:noFill/>
            <a:ln w="190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8" name="直接箭头连接符 67"/>
            <p:cNvCxnSpPr/>
            <p:nvPr/>
          </p:nvCxnSpPr>
          <p:spPr>
            <a:xfrm flipH="1" flipV="1">
              <a:off x="4427854" y="4962548"/>
              <a:ext cx="278036" cy="606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椭圆 72"/>
            <p:cNvSpPr/>
            <p:nvPr/>
          </p:nvSpPr>
          <p:spPr>
            <a:xfrm>
              <a:off x="4076700" y="5150909"/>
              <a:ext cx="529327" cy="247807"/>
            </a:xfrm>
            <a:prstGeom prst="ellipse">
              <a:avLst/>
            </a:prstGeom>
            <a:noFill/>
            <a:ln w="28575">
              <a:solidFill>
                <a:srgbClr val="0000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3467590" y="3827558"/>
              <a:ext cx="1009159" cy="470123"/>
            </a:xfrm>
            <a:prstGeom prst="ellipse">
              <a:avLst/>
            </a:prstGeom>
            <a:noFill/>
            <a:ln w="28575">
              <a:solidFill>
                <a:srgbClr val="0000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203690" y="3814858"/>
              <a:ext cx="1009159" cy="470123"/>
            </a:xfrm>
            <a:prstGeom prst="ellipse">
              <a:avLst/>
            </a:prstGeom>
            <a:noFill/>
            <a:ln w="28575">
              <a:solidFill>
                <a:srgbClr val="0000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buFont typeface="Wingdings" panose="05000000000000000000" pitchFamily="2" charset="2"/>
              <a:buChar char="l"/>
              <a:defRPr/>
            </a:pPr>
            <a:r>
              <a:rPr lang="zh-CN" altLang="en-US" sz="1600" dirty="0">
                <a:cs typeface="Times New Roman" panose="02020603050405020304" pitchFamily="18" charset="0"/>
              </a:rPr>
              <a:t>对比泸</a:t>
            </a:r>
            <a:r>
              <a:rPr lang="en-US" altLang="zh-CN" sz="1600" dirty="0">
                <a:cs typeface="Times New Roman" panose="02020603050405020304" pitchFamily="18" charset="0"/>
              </a:rPr>
              <a:t>203H10-4</a:t>
            </a:r>
            <a:r>
              <a:rPr lang="zh-CN" altLang="en-US" sz="1600" dirty="0">
                <a:cs typeface="Times New Roman" panose="02020603050405020304" pitchFamily="18" charset="0"/>
              </a:rPr>
              <a:t>井第</a:t>
            </a:r>
            <a:r>
              <a:rPr lang="en-US" altLang="zh-CN" sz="1600" dirty="0">
                <a:cs typeface="Times New Roman" panose="02020603050405020304" pitchFamily="18" charset="0"/>
              </a:rPr>
              <a:t>1</a:t>
            </a:r>
            <a:r>
              <a:rPr lang="zh-CN" altLang="en-US" sz="1600" dirty="0">
                <a:cs typeface="Times New Roman" panose="02020603050405020304" pitchFamily="18" charset="0"/>
              </a:rPr>
              <a:t>段和第</a:t>
            </a:r>
            <a:r>
              <a:rPr lang="en-US" altLang="zh-CN" sz="1600" dirty="0">
                <a:cs typeface="Times New Roman" panose="02020603050405020304" pitchFamily="18" charset="0"/>
              </a:rPr>
              <a:t>2</a:t>
            </a:r>
            <a:r>
              <a:rPr lang="zh-CN" altLang="en-US" sz="1600" dirty="0">
                <a:cs typeface="Times New Roman" panose="02020603050405020304" pitchFamily="18" charset="0"/>
              </a:rPr>
              <a:t>段的压裂改造效果，结果表明裂缝起裂压力减小，微地震监测得到的单段改造体积增大，压力施工曲线中</a:t>
            </a:r>
            <a:r>
              <a:rPr lang="zh-CN" altLang="en-US" sz="1600" dirty="0">
                <a:solidFill>
                  <a:srgbClr val="FF0000"/>
                </a:solidFill>
                <a:cs typeface="Times New Roman" panose="02020603050405020304" pitchFamily="18" charset="0"/>
              </a:rPr>
              <a:t>起裂压力的降低会激活更多的天然裂缝</a:t>
            </a:r>
            <a:r>
              <a:rPr lang="zh-CN" altLang="en-US" sz="1600" dirty="0">
                <a:cs typeface="Times New Roman" panose="02020603050405020304" pitchFamily="18" charset="0"/>
              </a:rPr>
              <a:t>，有利于形成优势复杂裂缝、提高裂缝的复杂程度进而增加改造体积</a:t>
            </a:r>
            <a:endParaRPr lang="zh-CN" altLang="en-US" sz="1600" dirty="0">
              <a:cs typeface="Times New Roman" panose="02020603050405020304" pitchFamily="18" charset="0"/>
            </a:endParaRPr>
          </a:p>
        </p:txBody>
      </p:sp>
      <p:sp>
        <p:nvSpPr>
          <p:cNvPr id="23" name="矩形 22"/>
          <p:cNvSpPr/>
          <p:nvPr/>
        </p:nvSpPr>
        <p:spPr>
          <a:xfrm>
            <a:off x="429601" y="811428"/>
            <a:ext cx="8812439"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10</a:t>
            </a:r>
            <a:r>
              <a:rPr lang="zh-CN" altLang="en-US" dirty="0">
                <a:solidFill>
                  <a:prstClr val="black"/>
                </a:solidFill>
                <a:latin typeface="微软雅黑" panose="020B0503020204020204" pitchFamily="34" charset="-122"/>
                <a:ea typeface="微软雅黑" panose="020B0503020204020204" pitchFamily="34" charset="-122"/>
              </a:rPr>
              <a:t>、裂缝起裂压力减小，微地震监测得到的单段改造体积增大</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4"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nvGraphicFramePr>
        <p:xfrm>
          <a:off x="5929966" y="2395771"/>
          <a:ext cx="5940425" cy="3521873"/>
        </p:xfrm>
        <a:graphic>
          <a:graphicData uri="http://schemas.openxmlformats.org/drawingml/2006/table">
            <a:tbl>
              <a:tblPr firstRow="1" firstCol="1" bandRow="1">
                <a:tableStyleId>{ED083AE6-46FA-4A59-8FB0-9F97EB10719F}</a:tableStyleId>
              </a:tblPr>
              <a:tblGrid>
                <a:gridCol w="1979187"/>
                <a:gridCol w="1980619"/>
                <a:gridCol w="1980619"/>
              </a:tblGrid>
              <a:tr h="478721">
                <a:tc rowSpan="2">
                  <a:txBody>
                    <a:bodyPr/>
                    <a:lstStyle/>
                    <a:p>
                      <a:pPr marL="0" indent="127000" algn="ctr" defTabSz="914400" rtl="0" eaLnBrk="1" latinLnBrk="0" hangingPunct="1">
                        <a:spcAft>
                          <a:spcPts val="0"/>
                        </a:spcAft>
                      </a:pPr>
                      <a:r>
                        <a:rPr lang="zh-CN" altLang="en-US" sz="1400" b="0" kern="0" baseline="0" dirty="0">
                          <a:solidFill>
                            <a:schemeClr val="tx1"/>
                          </a:solidFill>
                          <a:effectLst/>
                          <a:latin typeface="+mn-lt"/>
                          <a:ea typeface="+mn-ea"/>
                          <a:cs typeface="+mn-cs"/>
                        </a:rPr>
                        <a:t>影响因素</a:t>
                      </a:r>
                      <a:endParaRPr lang="zh-CN" altLang="en-US" sz="1400" b="0" kern="0" baseline="0" dirty="0">
                        <a:solidFill>
                          <a:schemeClr val="tx1"/>
                        </a:solidFill>
                        <a:effectLst/>
                        <a:latin typeface="+mn-lt"/>
                        <a:ea typeface="+mn-ea"/>
                        <a:cs typeface="+mn-cs"/>
                      </a:endParaRPr>
                    </a:p>
                  </a:txBody>
                  <a:tcPr marL="68593" marR="6859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27000" algn="ctr">
                        <a:spcAft>
                          <a:spcPts val="0"/>
                        </a:spcAft>
                      </a:pPr>
                      <a:r>
                        <a:rPr lang="zh-CN" sz="1400" b="0" kern="0" baseline="0" dirty="0">
                          <a:effectLst/>
                        </a:rPr>
                        <a:t>灰色关联法</a:t>
                      </a:r>
                      <a:endParaRPr lang="zh-CN" sz="1400" b="0" kern="100" baseline="0" dirty="0">
                        <a:solidFill>
                          <a:schemeClr val="tx1"/>
                        </a:solidFill>
                        <a:effectLst/>
                        <a:latin typeface="Arial" panose="020B0604020202020204" pitchFamily="34" charset="0"/>
                        <a:ea typeface="黑体" panose="02010609060101010101" charset="-122"/>
                        <a:cs typeface="Times New Roman" panose="02020603050405020304" pitchFamily="18" charset="0"/>
                      </a:endParaRPr>
                    </a:p>
                  </a:txBody>
                  <a:tcPr marL="68593" marR="6859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27000" algn="ctr">
                        <a:spcAft>
                          <a:spcPts val="0"/>
                        </a:spcAft>
                      </a:pPr>
                      <a:r>
                        <a:rPr lang="zh-CN" sz="1400" b="0" kern="0" baseline="0" dirty="0">
                          <a:effectLst/>
                        </a:rPr>
                        <a:t>熵权法</a:t>
                      </a:r>
                      <a:endParaRPr lang="zh-CN" sz="1400" b="0" kern="100" baseline="0" dirty="0">
                        <a:solidFill>
                          <a:schemeClr val="tx1"/>
                        </a:solidFill>
                        <a:effectLst/>
                        <a:latin typeface="Arial" panose="020B0604020202020204" pitchFamily="34" charset="0"/>
                        <a:ea typeface="黑体" panose="02010609060101010101" charset="-122"/>
                        <a:cs typeface="Times New Roman" panose="02020603050405020304" pitchFamily="18" charset="0"/>
                      </a:endParaRPr>
                    </a:p>
                  </a:txBody>
                  <a:tcPr marL="68593" marR="6859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80394">
                <a:tc vMerge="1">
                  <a:tcPr/>
                </a:tc>
                <a:tc>
                  <a:txBody>
                    <a:bodyPr/>
                    <a:lstStyle/>
                    <a:p>
                      <a:pPr marL="0" indent="127000" algn="ctr" defTabSz="914400" rtl="0" eaLnBrk="1" latinLnBrk="0" hangingPunct="1">
                        <a:spcAft>
                          <a:spcPts val="0"/>
                        </a:spcAft>
                      </a:pPr>
                      <a:r>
                        <a:rPr lang="zh-CN" altLang="en-US" sz="1400" b="0" kern="0" baseline="0" dirty="0">
                          <a:solidFill>
                            <a:schemeClr val="tx1"/>
                          </a:solidFill>
                          <a:effectLst/>
                          <a:latin typeface="+mn-lt"/>
                          <a:ea typeface="+mn-ea"/>
                          <a:cs typeface="+mn-cs"/>
                        </a:rPr>
                        <a:t>权重</a:t>
                      </a:r>
                      <a:endParaRPr lang="zh-CN" altLang="en-US" sz="1400" b="0" kern="0" baseline="0" dirty="0">
                        <a:solidFill>
                          <a:schemeClr val="tx1"/>
                        </a:solidFill>
                        <a:effectLst/>
                        <a:latin typeface="+mn-lt"/>
                        <a:ea typeface="+mn-ea"/>
                        <a:cs typeface="+mn-cs"/>
                      </a:endParaRPr>
                    </a:p>
                  </a:txBody>
                  <a:tcPr marL="68593" marR="6859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127000" algn="ctr" defTabSz="914400" rtl="0" eaLnBrk="1" latinLnBrk="0" hangingPunct="1">
                        <a:spcAft>
                          <a:spcPts val="0"/>
                        </a:spcAft>
                      </a:pPr>
                      <a:r>
                        <a:rPr lang="zh-CN" altLang="en-US" sz="1400" b="0" kern="0" baseline="0" dirty="0">
                          <a:solidFill>
                            <a:schemeClr val="tx1"/>
                          </a:solidFill>
                          <a:effectLst/>
                          <a:latin typeface="+mn-lt"/>
                          <a:ea typeface="+mn-ea"/>
                          <a:cs typeface="+mn-cs"/>
                        </a:rPr>
                        <a:t>权重</a:t>
                      </a:r>
                      <a:endParaRPr lang="zh-CN" altLang="en-US" sz="1400" b="0" kern="0" baseline="0" dirty="0">
                        <a:solidFill>
                          <a:schemeClr val="tx1"/>
                        </a:solidFill>
                        <a:effectLst/>
                        <a:latin typeface="+mn-lt"/>
                        <a:ea typeface="+mn-ea"/>
                        <a:cs typeface="+mn-cs"/>
                      </a:endParaRPr>
                    </a:p>
                  </a:txBody>
                  <a:tcPr marL="68593" marR="6859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80394">
                <a:tc>
                  <a:txBody>
                    <a:bodyPr/>
                    <a:lstStyle/>
                    <a:p>
                      <a:pPr algn="ctr" fontAlgn="ctr"/>
                      <a:r>
                        <a:rPr lang="zh-CN" altLang="en-US" sz="1400" b="0" i="0" u="none" strike="noStrike" dirty="0">
                          <a:solidFill>
                            <a:srgbClr val="000000"/>
                          </a:solidFill>
                          <a:effectLst/>
                          <a:latin typeface="+mn-ea"/>
                          <a:ea typeface="+mn-ea"/>
                        </a:rPr>
                        <a:t>加砂强度</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0.6569</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0.1095</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80394">
                <a:tc>
                  <a:txBody>
                    <a:bodyPr/>
                    <a:lstStyle/>
                    <a:p>
                      <a:pPr algn="ctr" fontAlgn="ctr"/>
                      <a:r>
                        <a:rPr lang="zh-CN" altLang="en-US" sz="1400" b="0" i="0" u="none" strike="noStrike" dirty="0">
                          <a:solidFill>
                            <a:srgbClr val="000000"/>
                          </a:solidFill>
                          <a:effectLst/>
                          <a:latin typeface="+mn-ea"/>
                          <a:ea typeface="+mn-ea"/>
                        </a:rPr>
                        <a:t>施工排量</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0.6516</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0.1261</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80394">
                <a:tc>
                  <a:txBody>
                    <a:bodyPr/>
                    <a:lstStyle/>
                    <a:p>
                      <a:pPr algn="ctr" fontAlgn="ctr"/>
                      <a:r>
                        <a:rPr lang="zh-CN" altLang="en-US" sz="1400" b="0" i="0" u="none" strike="noStrike" dirty="0">
                          <a:solidFill>
                            <a:srgbClr val="000000"/>
                          </a:solidFill>
                          <a:effectLst/>
                          <a:latin typeface="+mn-ea"/>
                          <a:ea typeface="+mn-ea"/>
                        </a:rPr>
                        <a:t>总加砂量</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0.632</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0.092</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80394">
                <a:tc>
                  <a:txBody>
                    <a:bodyPr/>
                    <a:lstStyle/>
                    <a:p>
                      <a:pPr algn="ctr" fontAlgn="ctr"/>
                      <a:r>
                        <a:rPr lang="zh-CN" altLang="en-US" sz="1400" b="0" i="0" u="none" strike="noStrike" dirty="0">
                          <a:solidFill>
                            <a:srgbClr val="000000"/>
                          </a:solidFill>
                          <a:effectLst/>
                          <a:latin typeface="+mn-ea"/>
                          <a:ea typeface="+mn-ea"/>
                        </a:rPr>
                        <a:t>用液强度</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0.6314</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0.1825</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80394">
                <a:tc>
                  <a:txBody>
                    <a:bodyPr/>
                    <a:lstStyle/>
                    <a:p>
                      <a:pPr algn="ctr" fontAlgn="ctr"/>
                      <a:r>
                        <a:rPr lang="zh-CN" altLang="en-US" sz="1400" b="0" i="0" u="none" strike="noStrike" dirty="0">
                          <a:solidFill>
                            <a:srgbClr val="000000"/>
                          </a:solidFill>
                          <a:effectLst/>
                          <a:latin typeface="+mn-ea"/>
                          <a:ea typeface="+mn-ea"/>
                        </a:rPr>
                        <a:t>总液量</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0.591</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0.1619</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80394">
                <a:tc>
                  <a:txBody>
                    <a:bodyPr/>
                    <a:lstStyle/>
                    <a:p>
                      <a:pPr algn="ctr" fontAlgn="ctr"/>
                      <a:r>
                        <a:rPr lang="zh-CN" altLang="en-US" sz="1400" b="0" i="0" u="none" strike="noStrike" dirty="0">
                          <a:solidFill>
                            <a:srgbClr val="000000"/>
                          </a:solidFill>
                          <a:effectLst/>
                          <a:latin typeface="+mn-ea"/>
                          <a:ea typeface="+mn-ea"/>
                        </a:rPr>
                        <a:t>停泵压力</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0.5053</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0.0193</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80394">
                <a:tc>
                  <a:txBody>
                    <a:bodyPr/>
                    <a:lstStyle/>
                    <a:p>
                      <a:pPr algn="ctr" fontAlgn="ctr"/>
                      <a:r>
                        <a:rPr lang="zh-CN" altLang="en-US" sz="1400" b="0" i="0" u="none" strike="noStrike" dirty="0">
                          <a:solidFill>
                            <a:srgbClr val="000000"/>
                          </a:solidFill>
                          <a:effectLst/>
                          <a:latin typeface="+mn-ea"/>
                          <a:ea typeface="+mn-ea"/>
                        </a:rPr>
                        <a:t>起裂压力</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0.6802</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0.0214</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5" name="文本框 1"/>
          <p:cNvSpPr txBox="1">
            <a:spLocks noChangeArrowheads="1"/>
          </p:cNvSpPr>
          <p:nvPr/>
        </p:nvSpPr>
        <p:spPr bwMode="auto">
          <a:xfrm>
            <a:off x="-272949" y="6066271"/>
            <a:ext cx="586898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32</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个井段改造体积分布图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文本框 1"/>
          <p:cNvSpPr txBox="1">
            <a:spLocks noChangeArrowheads="1"/>
          </p:cNvSpPr>
          <p:nvPr/>
        </p:nvSpPr>
        <p:spPr bwMode="auto">
          <a:xfrm>
            <a:off x="6286629" y="6070076"/>
            <a:ext cx="54356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不同参数灰色关联法和熵权法权重表</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321609" y="2451100"/>
            <a:ext cx="5435599" cy="3411217"/>
          </a:xfrm>
          <a:prstGeom prst="rect">
            <a:avLst/>
          </a:prstGeom>
        </p:spPr>
      </p:pic>
      <p:sp>
        <p:nvSpPr>
          <p:cNvPr id="10"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buFont typeface="Wingdings" panose="05000000000000000000" pitchFamily="2" charset="2"/>
              <a:buChar char="l"/>
              <a:defRPr/>
            </a:pPr>
            <a:r>
              <a:rPr lang="zh-CN" altLang="en-US" sz="1600" dirty="0">
                <a:cs typeface="Times New Roman" panose="02020603050405020304" pitchFamily="18" charset="0"/>
              </a:rPr>
              <a:t>选取泸</a:t>
            </a:r>
            <a:r>
              <a:rPr lang="en-US" altLang="zh-CN" sz="1600" dirty="0">
                <a:cs typeface="Times New Roman" panose="02020603050405020304" pitchFamily="18" charset="0"/>
              </a:rPr>
              <a:t>203H10</a:t>
            </a:r>
            <a:r>
              <a:rPr lang="zh-CN" altLang="en-US" sz="1600" dirty="0">
                <a:cs typeface="Times New Roman" panose="02020603050405020304" pitchFamily="18" charset="0"/>
              </a:rPr>
              <a:t>平台</a:t>
            </a:r>
            <a:r>
              <a:rPr lang="en-US" altLang="zh-CN" sz="1600" dirty="0">
                <a:cs typeface="Times New Roman" panose="02020603050405020304" pitchFamily="18" charset="0"/>
              </a:rPr>
              <a:t>1</a:t>
            </a:r>
            <a:r>
              <a:rPr lang="zh-CN" altLang="en-US" sz="1600" dirty="0">
                <a:cs typeface="Times New Roman" panose="02020603050405020304" pitchFamily="18" charset="0"/>
              </a:rPr>
              <a:t>井和</a:t>
            </a:r>
            <a:r>
              <a:rPr lang="en-US" altLang="zh-CN" sz="1600" dirty="0">
                <a:cs typeface="Times New Roman" panose="02020603050405020304" pitchFamily="18" charset="0"/>
              </a:rPr>
              <a:t>2</a:t>
            </a:r>
            <a:r>
              <a:rPr lang="zh-CN" altLang="en-US" sz="1600" dirty="0">
                <a:cs typeface="Times New Roman" panose="02020603050405020304" pitchFamily="18" charset="0"/>
              </a:rPr>
              <a:t>井共</a:t>
            </a:r>
            <a:r>
              <a:rPr lang="en-US" altLang="zh-CN" sz="1600" dirty="0">
                <a:cs typeface="Times New Roman" panose="02020603050405020304" pitchFamily="18" charset="0"/>
              </a:rPr>
              <a:t>32</a:t>
            </a:r>
            <a:r>
              <a:rPr lang="zh-CN" altLang="en-US" sz="1600" dirty="0">
                <a:cs typeface="Times New Roman" panose="02020603050405020304" pitchFamily="18" charset="0"/>
              </a:rPr>
              <a:t>个井段的改造体积这一特征作为因变量，对加砂强度、用液强度、停泵净压力、裂缝起裂压力等参数分别进行</a:t>
            </a:r>
            <a:r>
              <a:rPr lang="zh-CN" altLang="en-US" sz="1600" dirty="0">
                <a:solidFill>
                  <a:srgbClr val="FF0000"/>
                </a:solidFill>
                <a:cs typeface="Times New Roman" panose="02020603050405020304" pitchFamily="18" charset="0"/>
              </a:rPr>
              <a:t>灰色关联分析</a:t>
            </a:r>
            <a:r>
              <a:rPr lang="zh-CN" altLang="en-US" sz="1600" dirty="0">
                <a:cs typeface="Times New Roman" panose="02020603050405020304" pitchFamily="18" charset="0"/>
              </a:rPr>
              <a:t>和</a:t>
            </a:r>
            <a:r>
              <a:rPr lang="zh-CN" altLang="en-US" sz="1600" dirty="0">
                <a:solidFill>
                  <a:srgbClr val="FF0000"/>
                </a:solidFill>
                <a:cs typeface="Times New Roman" panose="02020603050405020304" pitchFamily="18" charset="0"/>
              </a:rPr>
              <a:t>熵权法分析</a:t>
            </a:r>
            <a:endParaRPr lang="zh-CN" altLang="en-US" sz="1600" dirty="0">
              <a:solidFill>
                <a:srgbClr val="FF0000"/>
              </a:solidFill>
              <a:cs typeface="Times New Roman" panose="02020603050405020304" pitchFamily="18" charset="0"/>
            </a:endParaRPr>
          </a:p>
        </p:txBody>
      </p:sp>
      <p:sp>
        <p:nvSpPr>
          <p:cNvPr id="11" name="矩形 10"/>
          <p:cNvSpPr/>
          <p:nvPr/>
        </p:nvSpPr>
        <p:spPr>
          <a:xfrm>
            <a:off x="371475" y="811428"/>
            <a:ext cx="964439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11</a:t>
            </a:r>
            <a:r>
              <a:rPr lang="zh-CN" altLang="en-US" dirty="0">
                <a:solidFill>
                  <a:prstClr val="black"/>
                </a:solidFill>
                <a:latin typeface="微软雅黑" panose="020B0503020204020204" pitchFamily="34" charset="-122"/>
                <a:ea typeface="微软雅黑" panose="020B0503020204020204" pitchFamily="34" charset="-122"/>
              </a:rPr>
              <a:t>、基于灰色关联和熵权法的组合权重评价模型对裂缝改造体积影响因素开展了主控因素分析</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nvGraphicFramePr>
        <p:xfrm>
          <a:off x="2218123" y="3961126"/>
          <a:ext cx="2501643" cy="772202"/>
        </p:xfrm>
        <a:graphic>
          <a:graphicData uri="http://schemas.openxmlformats.org/presentationml/2006/ole">
            <mc:AlternateContent xmlns:mc="http://schemas.openxmlformats.org/markup-compatibility/2006">
              <mc:Choice xmlns:v="urn:schemas-microsoft-com:vml" Requires="v">
                <p:oleObj spid="_x0000_s1026" name="Equation" r:id="rId1" imgW="2726690" imgH="842645" progId="Equation.DSMT4">
                  <p:embed/>
                </p:oleObj>
              </mc:Choice>
              <mc:Fallback>
                <p:oleObj name="Equation" r:id="rId1" imgW="2726690" imgH="842645" progId="Equation.DSMT4">
                  <p:embed/>
                  <p:pic>
                    <p:nvPicPr>
                      <p:cNvPr id="0" name="对象 4"/>
                      <p:cNvPicPr/>
                      <p:nvPr/>
                    </p:nvPicPr>
                    <p:blipFill>
                      <a:blip r:embed="rId2"/>
                      <a:stretch>
                        <a:fillRect/>
                      </a:stretch>
                    </p:blipFill>
                    <p:spPr>
                      <a:xfrm>
                        <a:off x="2218123" y="3961126"/>
                        <a:ext cx="2501643" cy="772202"/>
                      </a:xfrm>
                      <a:prstGeom prst="rect">
                        <a:avLst/>
                      </a:prstGeom>
                    </p:spPr>
                  </p:pic>
                </p:oleObj>
              </mc:Fallback>
            </mc:AlternateContent>
          </a:graphicData>
        </a:graphic>
      </p:graphicFrame>
      <p:pic>
        <p:nvPicPr>
          <p:cNvPr id="6" name="图片 5"/>
          <p:cNvPicPr>
            <a:picLocks noChangeAspect="1"/>
          </p:cNvPicPr>
          <p:nvPr/>
        </p:nvPicPr>
        <p:blipFill>
          <a:blip r:embed="rId3"/>
          <a:stretch>
            <a:fillRect/>
          </a:stretch>
        </p:blipFill>
        <p:spPr>
          <a:xfrm>
            <a:off x="1071956" y="5021272"/>
            <a:ext cx="5143500" cy="882900"/>
          </a:xfrm>
          <a:prstGeom prst="rect">
            <a:avLst/>
          </a:prstGeom>
        </p:spPr>
      </p:pic>
      <p:sp>
        <p:nvSpPr>
          <p:cNvPr id="4" name="文本框 1"/>
          <p:cNvSpPr txBox="1">
            <a:spLocks noChangeArrowheads="1"/>
          </p:cNvSpPr>
          <p:nvPr/>
        </p:nvSpPr>
        <p:spPr bwMode="auto">
          <a:xfrm>
            <a:off x="6215456" y="6083238"/>
            <a:ext cx="54356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不同参数组合权重对比图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TextBox 2"/>
          <p:cNvSpPr txBox="1">
            <a:spLocks noChangeArrowheads="1"/>
          </p:cNvSpPr>
          <p:nvPr/>
        </p:nvSpPr>
        <p:spPr bwMode="auto">
          <a:xfrm>
            <a:off x="334962" y="1357435"/>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buFont typeface="Wingdings" panose="05000000000000000000" pitchFamily="2" charset="2"/>
              <a:buChar char="l"/>
              <a:defRPr/>
            </a:pPr>
            <a:r>
              <a:rPr lang="zh-CN" altLang="en-US" sz="1600" dirty="0">
                <a:cs typeface="Times New Roman" panose="02020603050405020304" pitchFamily="18" charset="0"/>
              </a:rPr>
              <a:t>上述建立的两种模型均可以求出影响压裂后产能的因素权重，其中，灰色关联法考虑了各因素变化的影响，熵权法求得权重完全基于数字之间关系。对乘积进行归一化处理，可得出不同参数对微地震改造体积的组合权重成正相关关系</a:t>
            </a:r>
            <a:endParaRPr lang="en-US" altLang="zh-CN" sz="1600" dirty="0">
              <a:cs typeface="Times New Roman" panose="02020603050405020304" pitchFamily="18" charset="0"/>
            </a:endParaRPr>
          </a:p>
          <a:p>
            <a:pPr fontAlgn="base">
              <a:buFont typeface="Wingdings" panose="05000000000000000000" pitchFamily="2" charset="2"/>
              <a:buChar char="l"/>
              <a:defRPr/>
            </a:pPr>
            <a:r>
              <a:rPr lang="zh-CN" altLang="en-US" sz="1600" dirty="0">
                <a:cs typeface="Times New Roman" panose="02020603050405020304" pitchFamily="18" charset="0"/>
              </a:rPr>
              <a:t>裂缝改造体积影响大小为：</a:t>
            </a:r>
            <a:r>
              <a:rPr lang="zh-CN" altLang="en-US" sz="1600" dirty="0">
                <a:solidFill>
                  <a:srgbClr val="FF0000"/>
                </a:solidFill>
                <a:cs typeface="Times New Roman" panose="02020603050405020304" pitchFamily="18" charset="0"/>
              </a:rPr>
              <a:t>用液强度＞施工排量＞总液量＞起裂压力＞加砂强度＞停泵压力＞总加砂量</a:t>
            </a:r>
            <a:endParaRPr lang="zh-CN" altLang="en-US" sz="1600" dirty="0">
              <a:solidFill>
                <a:srgbClr val="FF0000"/>
              </a:solidFill>
              <a:cs typeface="Times New Roman" panose="02020603050405020304" pitchFamily="18" charset="0"/>
            </a:endParaRPr>
          </a:p>
        </p:txBody>
      </p:sp>
      <p:pic>
        <p:nvPicPr>
          <p:cNvPr id="10" name="图片 9"/>
          <p:cNvPicPr>
            <a:picLocks noChangeAspect="1"/>
          </p:cNvPicPr>
          <p:nvPr/>
        </p:nvPicPr>
        <p:blipFill>
          <a:blip r:embed="rId4"/>
          <a:stretch>
            <a:fillRect/>
          </a:stretch>
        </p:blipFill>
        <p:spPr>
          <a:xfrm>
            <a:off x="2309614" y="2823538"/>
            <a:ext cx="4227092" cy="584775"/>
          </a:xfrm>
          <a:prstGeom prst="rect">
            <a:avLst/>
          </a:prstGeom>
        </p:spPr>
      </p:pic>
      <p:sp>
        <p:nvSpPr>
          <p:cNvPr id="11" name="TextBox 7"/>
          <p:cNvSpPr txBox="1"/>
          <p:nvPr/>
        </p:nvSpPr>
        <p:spPr>
          <a:xfrm>
            <a:off x="334963" y="2720512"/>
            <a:ext cx="2448561" cy="418063"/>
          </a:xfrm>
          <a:prstGeom prst="rect">
            <a:avLst/>
          </a:prstGeom>
          <a:noFill/>
          <a:ln w="9525">
            <a:noFill/>
          </a:ln>
        </p:spPr>
        <p:txBody>
          <a:bodyPr wrap="square">
            <a:spAutoFit/>
          </a:bodyPr>
          <a:lstStyle/>
          <a:p>
            <a:pPr>
              <a:lnSpc>
                <a:spcPct val="150000"/>
              </a:lnSpc>
              <a:buClr>
                <a:srgbClr val="FF0000"/>
              </a:buClr>
              <a:buSzPct val="95000"/>
            </a:pPr>
            <a:r>
              <a:rPr lang="zh-CN" altLang="en-US" sz="1600" dirty="0">
                <a:solidFill>
                  <a:srgbClr val="FF0000"/>
                </a:solidFill>
                <a:latin typeface="Times New Roman" panose="02020603050405020304" pitchFamily="18" charset="0"/>
                <a:ea typeface="方正大黑简体" panose="03000509000000000000" pitchFamily="65" charset="-122"/>
                <a:sym typeface="方正大黑简体" panose="03000509000000000000" pitchFamily="65" charset="-122"/>
              </a:rPr>
              <a:t>灰色关联度公式：</a:t>
            </a:r>
            <a:endParaRPr lang="zh-CN" altLang="en-US" sz="1600" dirty="0">
              <a:solidFill>
                <a:srgbClr val="FF0000"/>
              </a:solidFill>
              <a:latin typeface="Times New Roman" panose="02020603050405020304" pitchFamily="18" charset="0"/>
              <a:ea typeface="方正大黑简体" panose="03000509000000000000" pitchFamily="65" charset="-122"/>
              <a:sym typeface="方正大黑简体" panose="03000509000000000000" pitchFamily="65" charset="-122"/>
            </a:endParaRPr>
          </a:p>
        </p:txBody>
      </p:sp>
      <p:sp>
        <p:nvSpPr>
          <p:cNvPr id="13"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成果一</a:t>
            </a:r>
            <a:r>
              <a:rPr lang="zh-CN" altLang="en-US" sz="2400" b="1" kern="0" dirty="0">
                <a:solidFill>
                  <a:srgbClr val="FF0000"/>
                </a:solidFill>
                <a:latin typeface="微软雅黑" panose="020B0503020204020204" pitchFamily="34" charset="-122"/>
                <a:ea typeface="微软雅黑" panose="020B0503020204020204" pitchFamily="34" charset="-122"/>
              </a:rPr>
              <a:t>、压力曲线特征与微地震解释成果相结合，明确了裂缝改造体积的影响因素</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5"/>
          <a:stretch>
            <a:fillRect/>
          </a:stretch>
        </p:blipFill>
        <p:spPr>
          <a:xfrm>
            <a:off x="6507556" y="2868724"/>
            <a:ext cx="5143500" cy="3060949"/>
          </a:xfrm>
          <a:prstGeom prst="rect">
            <a:avLst/>
          </a:prstGeom>
        </p:spPr>
      </p:pic>
      <p:sp>
        <p:nvSpPr>
          <p:cNvPr id="2" name="矩形 1"/>
          <p:cNvSpPr/>
          <p:nvPr/>
        </p:nvSpPr>
        <p:spPr>
          <a:xfrm>
            <a:off x="371475" y="811428"/>
            <a:ext cx="964439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11</a:t>
            </a:r>
            <a:r>
              <a:rPr lang="zh-CN" altLang="en-US" dirty="0">
                <a:solidFill>
                  <a:prstClr val="black"/>
                </a:solidFill>
                <a:latin typeface="微软雅黑" panose="020B0503020204020204" pitchFamily="34" charset="-122"/>
                <a:ea typeface="微软雅黑" panose="020B0503020204020204" pitchFamily="34" charset="-122"/>
              </a:rPr>
              <a:t>、基于灰色关联和熵权法的组合权重评价模型对裂缝改造体积影响因素开展了主控因素分析</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100831" y="2379134"/>
            <a:ext cx="10466773" cy="2574606"/>
            <a:chOff x="654367" y="2051504"/>
            <a:chExt cx="10770869" cy="4051435"/>
          </a:xfrm>
        </p:grpSpPr>
        <p:grpSp>
          <p:nvGrpSpPr>
            <p:cNvPr id="6" name="组合 5"/>
            <p:cNvGrpSpPr/>
            <p:nvPr/>
          </p:nvGrpSpPr>
          <p:grpSpPr>
            <a:xfrm>
              <a:off x="654367" y="2051504"/>
              <a:ext cx="2617469" cy="974408"/>
              <a:chOff x="654367" y="2051504"/>
              <a:chExt cx="2617469" cy="974408"/>
            </a:xfrm>
          </p:grpSpPr>
          <p:cxnSp>
            <p:nvCxnSpPr>
              <p:cNvPr id="10" name="直接连接符 9"/>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1" name="半闭框 10"/>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nvGrpSpPr>
            <p:cNvPr id="7" name="组合 6"/>
            <p:cNvGrpSpPr/>
            <p:nvPr/>
          </p:nvGrpSpPr>
          <p:grpSpPr>
            <a:xfrm rot="10800000">
              <a:off x="8807767" y="5128531"/>
              <a:ext cx="2617469" cy="974408"/>
              <a:chOff x="654367" y="2051504"/>
              <a:chExt cx="2617469" cy="974408"/>
            </a:xfrm>
          </p:grpSpPr>
          <p:cxnSp>
            <p:nvCxnSpPr>
              <p:cNvPr id="8" name="直接连接符 7"/>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9" name="半闭框 8"/>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3" name="矩形 12"/>
          <p:cNvSpPr/>
          <p:nvPr/>
        </p:nvSpPr>
        <p:spPr>
          <a:xfrm>
            <a:off x="1" y="932838"/>
            <a:ext cx="12191999" cy="746346"/>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取得</a:t>
            </a:r>
            <a:r>
              <a:rPr lang="zh-CN" altLang="en-US" sz="4400" dirty="0">
                <a:solidFill>
                  <a:srgbClr val="FF0000"/>
                </a:solidFill>
                <a:latin typeface="方正大黑简体" panose="03000509000000000000" pitchFamily="65" charset="-122"/>
                <a:ea typeface="方正大黑简体" panose="03000509000000000000" pitchFamily="65" charset="-122"/>
              </a:rPr>
              <a:t>四</a:t>
            </a:r>
            <a:r>
              <a:rPr kumimoji="0" lang="zh-CN" altLang="en-US" sz="36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项主要成果和创新点</a:t>
            </a:r>
            <a:endParaRPr kumimoji="0" lang="zh-CN" altLang="en-US" sz="36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p:txBody>
      </p:sp>
      <p:sp>
        <p:nvSpPr>
          <p:cNvPr id="12" name="Text Box 6"/>
          <p:cNvSpPr txBox="1">
            <a:spLocks noChangeArrowheads="1"/>
          </p:cNvSpPr>
          <p:nvPr/>
        </p:nvSpPr>
        <p:spPr bwMode="auto">
          <a:xfrm>
            <a:off x="1402923" y="1453245"/>
            <a:ext cx="10023871" cy="4431135"/>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一、压力曲线特征与微地震解释成果相结合，明确了裂缝改造体积的影响因素</a:t>
            </a:r>
            <a:endParaRPr kumimoji="0" lang="en-US" altLang="zh-CN"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二、基于井口施工曲线多级小波分解，创建了井下压裂过程流固事件判别模型</a:t>
            </a:r>
            <a:endParaRPr kumimoji="0" lang="en-US" altLang="zh-CN" sz="20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三、基于三维网格搜索与遗传算法，实现了对裂缝扩展事件的高精度识别</a:t>
            </a:r>
            <a:endPar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四、建立了停泵期裂缝尺寸反演的半解析模型，</a:t>
            </a:r>
            <a:r>
              <a:rPr lang="zh-CN" altLang="en-US" sz="2000" dirty="0">
                <a:latin typeface="微软雅黑" panose="020B0503020204020204" pitchFamily="34" charset="-122"/>
                <a:ea typeface="微软雅黑" panose="020B0503020204020204" pitchFamily="34" charset="-122"/>
              </a:rPr>
              <a:t>搭建了大数据库可视化云平台架构</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现状及存在问题</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水力压裂信号是</a:t>
            </a:r>
            <a:r>
              <a:rPr lang="zh-CN" altLang="en-US" sz="1600" dirty="0">
                <a:solidFill>
                  <a:srgbClr val="FF0000"/>
                </a:solidFill>
                <a:cs typeface="微软雅黑" panose="020B0503020204020204" pitchFamily="34" charset="-122"/>
                <a:sym typeface="+mn-ea"/>
              </a:rPr>
              <a:t>非平稳</a:t>
            </a:r>
            <a:r>
              <a:rPr lang="zh-CN" altLang="en-US" sz="1600" dirty="0">
                <a:cs typeface="微软雅黑" panose="020B0503020204020204" pitchFamily="34" charset="-122"/>
                <a:sym typeface="+mn-ea"/>
              </a:rPr>
              <a:t>的、</a:t>
            </a:r>
            <a:r>
              <a:rPr lang="zh-CN" altLang="en-US" sz="1600" dirty="0">
                <a:solidFill>
                  <a:srgbClr val="FF0000"/>
                </a:solidFill>
                <a:cs typeface="微软雅黑" panose="020B0503020204020204" pitchFamily="34" charset="-122"/>
                <a:sym typeface="+mn-ea"/>
              </a:rPr>
              <a:t>瞬态</a:t>
            </a:r>
            <a:r>
              <a:rPr lang="zh-CN" altLang="en-US" sz="1600" dirty="0">
                <a:cs typeface="微软雅黑" panose="020B0503020204020204" pitchFamily="34" charset="-122"/>
                <a:sym typeface="+mn-ea"/>
              </a:rPr>
              <a:t>的，在不同频率上包含不同的信息，</a:t>
            </a:r>
            <a:r>
              <a:rPr lang="zh-CN" altLang="en-US" sz="1600" dirty="0">
                <a:solidFill>
                  <a:srgbClr val="FF0000"/>
                </a:solidFill>
                <a:cs typeface="微软雅黑" panose="020B0503020204020204" pitchFamily="34" charset="-122"/>
                <a:sym typeface="+mn-ea"/>
              </a:rPr>
              <a:t>传统的信号分析方法不具备时域分析能力</a:t>
            </a:r>
            <a:endParaRPr lang="zh-CN" altLang="en-US" sz="1600" dirty="0">
              <a:solidFill>
                <a:srgbClr val="FF0000"/>
              </a:solidFill>
              <a:cs typeface="微软雅黑" panose="020B0503020204020204" pitchFamily="34" charset="-122"/>
            </a:endParaRPr>
          </a:p>
          <a:p>
            <a:pPr marL="342900" indent="-342900"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小波分析对信号特征识别具有显著优势，但</a:t>
            </a:r>
            <a:r>
              <a:rPr lang="zh-CN" altLang="en-US" sz="1600" dirty="0">
                <a:solidFill>
                  <a:srgbClr val="FF0000"/>
                </a:solidFill>
                <a:cs typeface="微软雅黑" panose="020B0503020204020204" pitchFamily="34" charset="-122"/>
                <a:sym typeface="+mn-ea"/>
              </a:rPr>
              <a:t>小波基函数</a:t>
            </a:r>
            <a:r>
              <a:rPr lang="zh-CN" altLang="en-US" sz="1600" dirty="0">
                <a:cs typeface="微软雅黑" panose="020B0503020204020204" pitchFamily="34" charset="-122"/>
                <a:sym typeface="+mn-ea"/>
              </a:rPr>
              <a:t>的种类繁多，相同信号在与不同的小波基函数卷积运算后表现的特征各异，且</a:t>
            </a:r>
            <a:r>
              <a:rPr lang="zh-CN" altLang="en-US" sz="1600" dirty="0">
                <a:solidFill>
                  <a:srgbClr val="FF0000"/>
                </a:solidFill>
                <a:cs typeface="微软雅黑" panose="020B0503020204020204" pitchFamily="34" charset="-122"/>
                <a:sym typeface="+mn-ea"/>
              </a:rPr>
              <a:t>小波能量表现</a:t>
            </a:r>
            <a:r>
              <a:rPr lang="zh-CN" altLang="en-US" sz="1600" dirty="0">
                <a:cs typeface="微软雅黑" panose="020B0503020204020204" pitchFamily="34" charset="-122"/>
                <a:sym typeface="+mn-ea"/>
              </a:rPr>
              <a:t>在各个分解层级上的显著性有所差异</a:t>
            </a:r>
            <a:endParaRPr lang="zh-CN" altLang="en-US" sz="1600" dirty="0">
              <a:cs typeface="微软雅黑" panose="020B0503020204020204" pitchFamily="34" charset="-122"/>
            </a:endParaRPr>
          </a:p>
        </p:txBody>
      </p:sp>
      <p:sp>
        <p:nvSpPr>
          <p:cNvPr id="13" name="文本框 1"/>
          <p:cNvSpPr txBox="1">
            <a:spLocks noChangeArrowheads="1"/>
          </p:cNvSpPr>
          <p:nvPr/>
        </p:nvSpPr>
        <p:spPr bwMode="auto">
          <a:xfrm>
            <a:off x="6050915" y="6036310"/>
            <a:ext cx="585025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小波基函数种类繁多（上）小波能量表现随分解等级变化（下）</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文本框 1"/>
          <p:cNvSpPr txBox="1">
            <a:spLocks noChangeArrowheads="1"/>
          </p:cNvSpPr>
          <p:nvPr/>
        </p:nvSpPr>
        <p:spPr bwMode="auto">
          <a:xfrm>
            <a:off x="280987" y="6036491"/>
            <a:ext cx="5868988"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傅里叶变换实现信号从时域到频域的转换</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descr="傅里叶级数实现信号从时域到频域的转换"/>
          <p:cNvPicPr>
            <a:picLocks noChangeAspect="1"/>
          </p:cNvPicPr>
          <p:nvPr/>
        </p:nvPicPr>
        <p:blipFill>
          <a:blip r:embed="rId1"/>
          <a:stretch>
            <a:fillRect/>
          </a:stretch>
        </p:blipFill>
        <p:spPr>
          <a:xfrm>
            <a:off x="1189355" y="2660650"/>
            <a:ext cx="4723765" cy="3269615"/>
          </a:xfrm>
          <a:prstGeom prst="rect">
            <a:avLst/>
          </a:prstGeom>
        </p:spPr>
      </p:pic>
      <p:pic>
        <p:nvPicPr>
          <p:cNvPr id="7" name="图片 6" descr="ImgTrans_wav4"/>
          <p:cNvPicPr>
            <a:picLocks noChangeAspect="1"/>
          </p:cNvPicPr>
          <p:nvPr/>
        </p:nvPicPr>
        <p:blipFill>
          <a:blip r:embed="rId2"/>
          <a:stretch>
            <a:fillRect/>
          </a:stretch>
        </p:blipFill>
        <p:spPr>
          <a:xfrm>
            <a:off x="6824345" y="2510155"/>
            <a:ext cx="4351655" cy="1803400"/>
          </a:xfrm>
          <a:prstGeom prst="rect">
            <a:avLst/>
          </a:prstGeom>
        </p:spPr>
      </p:pic>
      <p:grpSp>
        <p:nvGrpSpPr>
          <p:cNvPr id="6" name="组合 5"/>
          <p:cNvGrpSpPr/>
          <p:nvPr/>
        </p:nvGrpSpPr>
        <p:grpSpPr>
          <a:xfrm>
            <a:off x="7415530" y="4378325"/>
            <a:ext cx="3168650" cy="1584960"/>
            <a:chOff x="10069" y="6052"/>
            <a:chExt cx="7936" cy="3632"/>
          </a:xfrm>
        </p:grpSpPr>
        <p:pic>
          <p:nvPicPr>
            <p:cNvPr id="12" name="图片 11" descr="第2级分解"/>
            <p:cNvPicPr/>
            <p:nvPr/>
          </p:nvPicPr>
          <p:blipFill>
            <a:blip r:embed="rId3"/>
            <a:stretch>
              <a:fillRect/>
            </a:stretch>
          </p:blipFill>
          <p:spPr>
            <a:xfrm>
              <a:off x="10069" y="7983"/>
              <a:ext cx="7937" cy="1701"/>
            </a:xfrm>
            <a:prstGeom prst="rect">
              <a:avLst/>
            </a:prstGeom>
          </p:spPr>
        </p:pic>
        <p:pic>
          <p:nvPicPr>
            <p:cNvPr id="5" name="图片 4" descr="第8级分解"/>
            <p:cNvPicPr/>
            <p:nvPr/>
          </p:nvPicPr>
          <p:blipFill>
            <a:blip r:embed="rId4"/>
            <a:stretch>
              <a:fillRect/>
            </a:stretch>
          </p:blipFill>
          <p:spPr>
            <a:xfrm>
              <a:off x="10069" y="6111"/>
              <a:ext cx="7937" cy="1701"/>
            </a:xfrm>
            <a:prstGeom prst="rect">
              <a:avLst/>
            </a:prstGeom>
          </p:spPr>
        </p:pic>
        <p:sp>
          <p:nvSpPr>
            <p:cNvPr id="15" name="矩形 14"/>
            <p:cNvSpPr/>
            <p:nvPr/>
          </p:nvSpPr>
          <p:spPr>
            <a:xfrm>
              <a:off x="12436" y="6052"/>
              <a:ext cx="448" cy="3632"/>
            </a:xfrm>
            <a:prstGeom prst="rect">
              <a:avLst/>
            </a:prstGeom>
            <a:noFill/>
            <a:ln>
              <a:solidFill>
                <a:srgbClr val="00B050"/>
              </a:solidFill>
            </a:ln>
            <a:extLst>
              <a:ext uri="{909E8E84-426E-40DD-AFC4-6F175D3DCCD1}">
                <a14:hiddenFill xmlns:a14="http://schemas.microsoft.com/office/drawing/2010/main">
                  <a:solidFill>
                    <a:srgbClr val="FF0000"/>
                  </a:solidFill>
                </a14:hiddenFill>
              </a:ext>
            </a:extLst>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黑体" panose="02010609060101010101" charset="-122"/>
                <a:ea typeface="黑体" panose="02010609060101010101" charset="-122"/>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研究思路</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sym typeface="+mn-ea"/>
              </a:rPr>
              <a:t>采用</a:t>
            </a:r>
            <a:r>
              <a:rPr lang="zh-CN" altLang="en-US" sz="1600" dirty="0">
                <a:solidFill>
                  <a:srgbClr val="FF0000"/>
                </a:solidFill>
                <a:sym typeface="+mn-ea"/>
              </a:rPr>
              <a:t>小波变换</a:t>
            </a:r>
            <a:r>
              <a:rPr lang="zh-CN" altLang="en-US" sz="1600" dirty="0">
                <a:sym typeface="+mn-ea"/>
              </a:rPr>
              <a:t>方法对矿场实测压力、排量信号进行时频域的分析</a:t>
            </a:r>
            <a:endParaRPr lang="zh-CN" altLang="en-US" sz="1600" dirty="0"/>
          </a:p>
          <a:p>
            <a:pPr marL="342900" indent="-342900" algn="just">
              <a:lnSpc>
                <a:spcPct val="150000"/>
              </a:lnSpc>
              <a:buClr>
                <a:srgbClr val="FF0000"/>
              </a:buClr>
              <a:buFont typeface="Wingdings" panose="05000000000000000000" charset="0"/>
              <a:buChar char="l"/>
            </a:pPr>
            <a:r>
              <a:rPr lang="zh-CN" altLang="en-US" sz="1600" dirty="0">
                <a:sym typeface="+mn-ea"/>
              </a:rPr>
              <a:t>由于同一井区</a:t>
            </a:r>
            <a:r>
              <a:rPr lang="zh-CN" altLang="en-US" sz="1600" dirty="0">
                <a:solidFill>
                  <a:srgbClr val="FF0000"/>
                </a:solidFill>
                <a:sym typeface="+mn-ea"/>
              </a:rPr>
              <a:t>地质情况基本相同、压裂设计工艺接近</a:t>
            </a:r>
            <a:r>
              <a:rPr lang="zh-CN" altLang="en-US" sz="1600" dirty="0">
                <a:sym typeface="+mn-ea"/>
              </a:rPr>
              <a:t>，可先选取少量井进行分析，确定最优小波分解关键参数，后推广应用于至整个井区所有井段</a:t>
            </a:r>
            <a:endParaRPr lang="zh-CN" altLang="en-US" sz="1600" dirty="0">
              <a:cs typeface="Times New Roman" panose="02020603050405020304" pitchFamily="18" charset="0"/>
            </a:endParaRPr>
          </a:p>
        </p:txBody>
      </p:sp>
      <p:pic>
        <p:nvPicPr>
          <p:cNvPr id="6" name="图片 5" descr="图片1"/>
          <p:cNvPicPr>
            <a:picLocks noChangeAspect="1"/>
          </p:cNvPicPr>
          <p:nvPr/>
        </p:nvPicPr>
        <p:blipFill>
          <a:blip r:embed="rId1"/>
          <a:stretch>
            <a:fillRect/>
          </a:stretch>
        </p:blipFill>
        <p:spPr>
          <a:xfrm>
            <a:off x="878205" y="2555240"/>
            <a:ext cx="4673600" cy="3441700"/>
          </a:xfrm>
          <a:prstGeom prst="rect">
            <a:avLst/>
          </a:prstGeom>
        </p:spPr>
      </p:pic>
      <p:pic>
        <p:nvPicPr>
          <p:cNvPr id="9" name="图片 8"/>
          <p:cNvPicPr/>
          <p:nvPr/>
        </p:nvPicPr>
        <p:blipFill>
          <a:blip r:embed="rId2"/>
          <a:stretch>
            <a:fillRect/>
          </a:stretch>
        </p:blipFill>
        <p:spPr>
          <a:xfrm>
            <a:off x="6149975" y="2555240"/>
            <a:ext cx="5299075" cy="1588135"/>
          </a:xfrm>
          <a:prstGeom prst="rect">
            <a:avLst/>
          </a:prstGeom>
        </p:spPr>
      </p:pic>
      <p:pic>
        <p:nvPicPr>
          <p:cNvPr id="10" name="图片 9"/>
          <p:cNvPicPr/>
          <p:nvPr/>
        </p:nvPicPr>
        <p:blipFill>
          <a:blip r:embed="rId3"/>
          <a:stretch>
            <a:fillRect/>
          </a:stretch>
        </p:blipFill>
        <p:spPr>
          <a:xfrm>
            <a:off x="6149975" y="4224020"/>
            <a:ext cx="5299075" cy="1588135"/>
          </a:xfrm>
          <a:prstGeom prst="rect">
            <a:avLst/>
          </a:prstGeom>
        </p:spPr>
      </p:pic>
      <p:sp>
        <p:nvSpPr>
          <p:cNvPr id="12" name="文本框 1"/>
          <p:cNvSpPr txBox="1">
            <a:spLocks noChangeArrowheads="1"/>
          </p:cNvSpPr>
          <p:nvPr/>
        </p:nvSpPr>
        <p:spPr bwMode="auto">
          <a:xfrm>
            <a:off x="6050915" y="6036310"/>
            <a:ext cx="585025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203H10-1</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2</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井储层部分解释结果</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文本框 1"/>
          <p:cNvSpPr txBox="1">
            <a:spLocks noChangeArrowheads="1"/>
          </p:cNvSpPr>
          <p:nvPr/>
        </p:nvSpPr>
        <p:spPr bwMode="auto">
          <a:xfrm>
            <a:off x="280987" y="6036491"/>
            <a:ext cx="5868988"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对原始信号的小波分解</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、小波分析作为新一代压裂诊断监测技术，具有实时性、简易性、低成本优点</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solidFill>
                  <a:srgbClr val="FF0000"/>
                </a:solidFill>
                <a:cs typeface="微软雅黑" panose="020B0503020204020204" pitchFamily="34" charset="-122"/>
              </a:rPr>
              <a:t>快速判断：</a:t>
            </a:r>
            <a:r>
              <a:rPr lang="zh-CN" altLang="en-US" sz="1600" dirty="0">
                <a:cs typeface="微软雅黑" panose="020B0503020204020204" pitchFamily="34" charset="-122"/>
              </a:rPr>
              <a:t>获取压裂施工曲线后实时给出结果</a:t>
            </a:r>
            <a:endParaRPr lang="zh-CN" altLang="en-US" sz="1600" dirty="0">
              <a:cs typeface="微软雅黑" panose="020B0503020204020204" pitchFamily="34" charset="-122"/>
            </a:endParaRPr>
          </a:p>
          <a:p>
            <a:pPr marL="342900" indent="-342900" algn="just">
              <a:lnSpc>
                <a:spcPct val="150000"/>
              </a:lnSpc>
              <a:buClr>
                <a:srgbClr val="FF0000"/>
              </a:buClr>
              <a:buFont typeface="Wingdings" panose="05000000000000000000" charset="0"/>
              <a:buChar char="l"/>
            </a:pPr>
            <a:r>
              <a:rPr lang="zh-CN" altLang="en-US" sz="1600" dirty="0">
                <a:solidFill>
                  <a:srgbClr val="FF0000"/>
                </a:solidFill>
                <a:cs typeface="微软雅黑" panose="020B0503020204020204" pitchFamily="34" charset="-122"/>
              </a:rPr>
              <a:t>操作便捷：</a:t>
            </a:r>
            <a:r>
              <a:rPr lang="zh-CN" altLang="en-US" sz="1600" dirty="0">
                <a:cs typeface="微软雅黑" panose="020B0503020204020204" pitchFamily="34" charset="-122"/>
              </a:rPr>
              <a:t>不干扰压裂施工，不增加额外工序</a:t>
            </a:r>
            <a:endParaRPr lang="zh-CN" altLang="en-US" sz="1600" dirty="0">
              <a:cs typeface="微软雅黑" panose="020B0503020204020204" pitchFamily="34" charset="-122"/>
            </a:endParaRPr>
          </a:p>
          <a:p>
            <a:pPr marL="342900" indent="-342900" algn="just">
              <a:lnSpc>
                <a:spcPct val="150000"/>
              </a:lnSpc>
              <a:buClr>
                <a:srgbClr val="FF0000"/>
              </a:buClr>
              <a:buFont typeface="Wingdings" panose="05000000000000000000" charset="0"/>
              <a:buChar char="l"/>
            </a:pPr>
            <a:r>
              <a:rPr lang="zh-CN" altLang="en-US" sz="1600" dirty="0">
                <a:solidFill>
                  <a:srgbClr val="FF0000"/>
                </a:solidFill>
                <a:cs typeface="微软雅黑" panose="020B0503020204020204" pitchFamily="34" charset="-122"/>
              </a:rPr>
              <a:t>经济优势：</a:t>
            </a:r>
            <a:r>
              <a:rPr lang="zh-CN" altLang="en-US" sz="1600" dirty="0">
                <a:cs typeface="微软雅黑" panose="020B0503020204020204" pitchFamily="34" charset="-122"/>
              </a:rPr>
              <a:t>与微地震和测井相比，更具经济优势</a:t>
            </a:r>
            <a:endParaRPr lang="zh-CN" altLang="en-US" sz="1600" dirty="0">
              <a:cs typeface="微软雅黑" panose="020B0503020204020204" pitchFamily="34" charset="-122"/>
            </a:endParaRPr>
          </a:p>
        </p:txBody>
      </p:sp>
      <p:grpSp>
        <p:nvGrpSpPr>
          <p:cNvPr id="5" name="组合 4"/>
          <p:cNvGrpSpPr/>
          <p:nvPr/>
        </p:nvGrpSpPr>
        <p:grpSpPr>
          <a:xfrm>
            <a:off x="912495" y="2780665"/>
            <a:ext cx="10033000" cy="3521075"/>
            <a:chOff x="1437" y="4379"/>
            <a:chExt cx="15800" cy="5545"/>
          </a:xfrm>
        </p:grpSpPr>
        <p:sp>
          <p:nvSpPr>
            <p:cNvPr id="7" name="文本框 1"/>
            <p:cNvSpPr txBox="1">
              <a:spLocks noChangeArrowheads="1"/>
            </p:cNvSpPr>
            <p:nvPr/>
          </p:nvSpPr>
          <p:spPr bwMode="auto">
            <a:xfrm>
              <a:off x="1437" y="8785"/>
              <a:ext cx="10506"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多尺度小波基函数</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3"/>
            <p:cNvPicPr>
              <a:picLocks noChangeAspect="1"/>
            </p:cNvPicPr>
            <p:nvPr/>
          </p:nvPicPr>
          <p:blipFill>
            <a:blip r:embed="rId1">
              <a:extLst>
                <a:ext uri="{28A0092B-C50C-407E-A947-70E740481C1C}">
                  <a14:useLocalDpi xmlns:a14="http://schemas.microsoft.com/office/drawing/2010/main" val="0"/>
                </a:ext>
              </a:extLst>
            </a:blip>
            <a:srcRect b="54115"/>
            <a:stretch>
              <a:fillRect/>
            </a:stretch>
          </p:blipFill>
          <p:spPr bwMode="auto">
            <a:xfrm>
              <a:off x="8971" y="4516"/>
              <a:ext cx="8267" cy="2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
            <p:cNvPicPr>
              <a:picLocks noChangeAspect="1"/>
            </p:cNvPicPr>
            <p:nvPr/>
          </p:nvPicPr>
          <p:blipFill>
            <a:blip r:embed="rId2">
              <a:extLst>
                <a:ext uri="{28A0092B-C50C-407E-A947-70E740481C1C}">
                  <a14:useLocalDpi xmlns:a14="http://schemas.microsoft.com/office/drawing/2010/main" val="0"/>
                </a:ext>
              </a:extLst>
            </a:blip>
            <a:srcRect b="8830"/>
            <a:stretch>
              <a:fillRect/>
            </a:stretch>
          </p:blipFill>
          <p:spPr bwMode="auto">
            <a:xfrm>
              <a:off x="9119" y="7036"/>
              <a:ext cx="7991" cy="2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Content Placeholder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14" y="4379"/>
              <a:ext cx="7457" cy="5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3"/>
            <p:cNvSpPr>
              <a:spLocks noChangeArrowheads="1"/>
            </p:cNvSpPr>
            <p:nvPr/>
          </p:nvSpPr>
          <p:spPr bwMode="auto">
            <a:xfrm>
              <a:off x="5593" y="4781"/>
              <a:ext cx="1968"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dirty="0">
                  <a:solidFill>
                    <a:srgbClr val="FF0000"/>
                  </a:solidFill>
                  <a:latin typeface="微软雅黑" panose="020B0503020204020204" pitchFamily="34" charset="-122"/>
                  <a:ea typeface="微软雅黑" panose="020B0503020204020204" pitchFamily="34" charset="-122"/>
                </a:rPr>
                <a:t>压裂施工曲线</a:t>
              </a:r>
              <a:endParaRPr lang="zh-CN" altLang="en-US" sz="1400" dirty="0">
                <a:latin typeface="Times New Roman" panose="02020603050405020304" pitchFamily="18" charset="0"/>
              </a:endParaRPr>
            </a:p>
          </p:txBody>
        </p:sp>
        <p:sp>
          <p:nvSpPr>
            <p:cNvPr id="18" name="上弧形箭头 12"/>
            <p:cNvSpPr>
              <a:spLocks noChangeArrowheads="1"/>
            </p:cNvSpPr>
            <p:nvPr/>
          </p:nvSpPr>
          <p:spPr bwMode="auto">
            <a:xfrm>
              <a:off x="6041" y="5348"/>
              <a:ext cx="4126" cy="607"/>
            </a:xfrm>
            <a:prstGeom prst="curvedDownArrow">
              <a:avLst>
                <a:gd name="adj1" fmla="val 25074"/>
                <a:gd name="adj2" fmla="val 50179"/>
                <a:gd name="adj3" fmla="val 25000"/>
              </a:avLst>
            </a:prstGeom>
            <a:solidFill>
              <a:srgbClr val="FF0000"/>
            </a:solidFill>
            <a:ln w="9525" algn="ctr">
              <a:solidFill>
                <a:schemeClr val="tx1"/>
              </a:solidFill>
              <a:round/>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60000"/>
                </a:lnSpc>
              </a:pPr>
              <a:endParaRPr lang="zh-CN" altLang="en-US" sz="2000" b="1">
                <a:ea typeface="楷体_GB2312" pitchFamily="49" charset="-122"/>
              </a:endParaRPr>
            </a:p>
          </p:txBody>
        </p:sp>
        <p:sp>
          <p:nvSpPr>
            <p:cNvPr id="19" name="矩形 15"/>
            <p:cNvSpPr>
              <a:spLocks noChangeArrowheads="1"/>
            </p:cNvSpPr>
            <p:nvPr/>
          </p:nvSpPr>
          <p:spPr bwMode="auto">
            <a:xfrm>
              <a:off x="14044" y="9440"/>
              <a:ext cx="1968"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dirty="0">
                  <a:solidFill>
                    <a:srgbClr val="FF0000"/>
                  </a:solidFill>
                  <a:latin typeface="微软雅黑" panose="020B0503020204020204" pitchFamily="34" charset="-122"/>
                  <a:ea typeface="微软雅黑" panose="020B0503020204020204" pitchFamily="34" charset="-122"/>
                </a:rPr>
                <a:t>压裂效果解释</a:t>
              </a:r>
              <a:endParaRPr lang="zh-CN" altLang="en-US" sz="1400" dirty="0">
                <a:latin typeface="Times New Roman" panose="02020603050405020304" pitchFamily="18" charset="0"/>
              </a:endParaRPr>
            </a:p>
          </p:txBody>
        </p:sp>
      </p:grpSp>
      <p:sp>
        <p:nvSpPr>
          <p:cNvPr id="13"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、小波分析具有很好的时间和频率局部化分析能力，对于压力波动识别具有显著优势</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小波变换是一种常用的信号处理方法，又称“放大镜”，其原理的核心在于利用小波函数分解信号，获取所需信息，通过小波变换</a:t>
            </a:r>
            <a:r>
              <a:rPr lang="zh-CN" altLang="en-US" sz="1600" dirty="0">
                <a:solidFill>
                  <a:srgbClr val="FF0000"/>
                </a:solidFill>
                <a:cs typeface="微软雅黑" panose="020B0503020204020204" pitchFamily="34" charset="-122"/>
                <a:sym typeface="+mn-ea"/>
              </a:rPr>
              <a:t>对压裂施工曲线进行多分辨率分析</a:t>
            </a:r>
            <a:r>
              <a:rPr lang="zh-CN" altLang="en-US" sz="1600" dirty="0">
                <a:cs typeface="微软雅黑" panose="020B0503020204020204" pitchFamily="34" charset="-122"/>
                <a:sym typeface="+mn-ea"/>
              </a:rPr>
              <a:t>来识别裂缝扩展事件进而评估压裂效果</a:t>
            </a:r>
            <a:endParaRPr lang="zh-CN" altLang="en-US" sz="1600" dirty="0">
              <a:cs typeface="微软雅黑" panose="020B0503020204020204" pitchFamily="34" charset="-122"/>
              <a:sym typeface="+mn-ea"/>
            </a:endParaRPr>
          </a:p>
        </p:txBody>
      </p:sp>
      <p:grpSp>
        <p:nvGrpSpPr>
          <p:cNvPr id="5" name="组合 4"/>
          <p:cNvGrpSpPr/>
          <p:nvPr/>
        </p:nvGrpSpPr>
        <p:grpSpPr>
          <a:xfrm>
            <a:off x="706469" y="2144942"/>
            <a:ext cx="10572750" cy="3560533"/>
            <a:chOff x="247388" y="3068960"/>
            <a:chExt cx="8814062" cy="3590885"/>
          </a:xfrm>
        </p:grpSpPr>
        <p:graphicFrame>
          <p:nvGraphicFramePr>
            <p:cNvPr id="11" name="图示 4"/>
            <p:cNvGraphicFramePr/>
            <p:nvPr/>
          </p:nvGraphicFramePr>
          <p:xfrm>
            <a:off x="247388" y="3068960"/>
            <a:ext cx="8640638" cy="237735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9" name="图片 10"/>
            <p:cNvPicPr>
              <a:picLocks noChangeAspect="1"/>
            </p:cNvPicPr>
            <p:nvPr/>
          </p:nvPicPr>
          <p:blipFill>
            <a:blip r:embed="rId6">
              <a:extLst>
                <a:ext uri="{28A0092B-C50C-407E-A947-70E740481C1C}">
                  <a14:useLocalDpi xmlns:a14="http://schemas.microsoft.com/office/drawing/2010/main" val="0"/>
                </a:ext>
              </a:extLst>
            </a:blip>
            <a:srcRect b="8830"/>
            <a:stretch>
              <a:fillRect/>
            </a:stretch>
          </p:blipFill>
          <p:spPr bwMode="auto">
            <a:xfrm>
              <a:off x="6721475" y="5229225"/>
              <a:ext cx="2339975" cy="1430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11"/>
            <p:cNvPicPr>
              <a:picLocks noChangeAspect="1"/>
            </p:cNvPicPr>
            <p:nvPr/>
          </p:nvPicPr>
          <p:blipFill>
            <a:blip r:embed="rId7">
              <a:extLst>
                <a:ext uri="{28A0092B-C50C-407E-A947-70E740481C1C}">
                  <a14:useLocalDpi xmlns:a14="http://schemas.microsoft.com/office/drawing/2010/main" val="0"/>
                </a:ext>
              </a:extLst>
            </a:blip>
            <a:srcRect b="54115"/>
            <a:stretch>
              <a:fillRect/>
            </a:stretch>
          </p:blipFill>
          <p:spPr bwMode="auto">
            <a:xfrm>
              <a:off x="2339975" y="5149850"/>
              <a:ext cx="2170113" cy="1509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12"/>
            <p:cNvPicPr>
              <a:picLocks noChangeAspect="1" noChangeArrowheads="1"/>
            </p:cNvPicPr>
            <p:nvPr/>
          </p:nvPicPr>
          <p:blipFill>
            <a:blip r:embed="rId8">
              <a:extLst>
                <a:ext uri="{28A0092B-C50C-407E-A947-70E740481C1C}">
                  <a14:useLocalDpi xmlns:a14="http://schemas.microsoft.com/office/drawing/2010/main" val="0"/>
                </a:ext>
              </a:extLst>
            </a:blip>
            <a:srcRect r="52962" b="17805"/>
            <a:stretch>
              <a:fillRect/>
            </a:stretch>
          </p:blipFill>
          <p:spPr bwMode="auto">
            <a:xfrm>
              <a:off x="250825" y="5176838"/>
              <a:ext cx="2017713" cy="1483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1"/>
            <p:cNvPicPr>
              <a:picLocks noChangeAspect="1"/>
            </p:cNvPicPr>
            <p:nvPr/>
          </p:nvPicPr>
          <p:blipFill>
            <a:blip r:embed="rId9">
              <a:extLst>
                <a:ext uri="{28A0092B-C50C-407E-A947-70E740481C1C}">
                  <a14:useLocalDpi xmlns:a14="http://schemas.microsoft.com/office/drawing/2010/main" val="0"/>
                </a:ext>
              </a:extLst>
            </a:blip>
            <a:srcRect l="21326" r="21326" b="51787"/>
            <a:stretch>
              <a:fillRect/>
            </a:stretch>
          </p:blipFill>
          <p:spPr bwMode="auto">
            <a:xfrm>
              <a:off x="4608513" y="5211763"/>
              <a:ext cx="2112962" cy="1448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 name="文本框 1"/>
          <p:cNvSpPr txBox="1">
            <a:spLocks noChangeArrowheads="1"/>
          </p:cNvSpPr>
          <p:nvPr/>
        </p:nvSpPr>
        <p:spPr bwMode="auto">
          <a:xfrm>
            <a:off x="3373052" y="6048375"/>
            <a:ext cx="586898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小波分析技术原理</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、小波分析具有很好的时间和频率局部化分析能力，对于压力波动识别具有显著优势</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相比于傅里叶变换和短时傅里叶变换，具有很好的</a:t>
            </a:r>
            <a:r>
              <a:rPr lang="zh-CN" altLang="en-US" sz="1600" dirty="0">
                <a:solidFill>
                  <a:srgbClr val="FF0000"/>
                </a:solidFill>
                <a:cs typeface="微软雅黑" panose="020B0503020204020204" pitchFamily="34" charset="-122"/>
                <a:sym typeface="+mn-ea"/>
              </a:rPr>
              <a:t>时间和频率局部化分析能力</a:t>
            </a:r>
            <a:r>
              <a:rPr lang="zh-CN" altLang="en-US" sz="1600" dirty="0">
                <a:cs typeface="微软雅黑" panose="020B0503020204020204" pitchFamily="34" charset="-122"/>
                <a:sym typeface="+mn-ea"/>
              </a:rPr>
              <a:t>，通过小波基的平移和缩放能够</a:t>
            </a:r>
            <a:r>
              <a:rPr lang="zh-CN" altLang="en-US" sz="1600" dirty="0">
                <a:solidFill>
                  <a:srgbClr val="FF0000"/>
                </a:solidFill>
                <a:cs typeface="微软雅黑" panose="020B0503020204020204" pitchFamily="34" charset="-122"/>
                <a:sym typeface="+mn-ea"/>
              </a:rPr>
              <a:t>实现对信号的多尺度分解</a:t>
            </a:r>
            <a:endParaRPr lang="en-US" altLang="zh-CN" sz="1600" dirty="0">
              <a:solidFill>
                <a:srgbClr val="FF0000"/>
              </a:solidFill>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r>
              <a:rPr lang="zh-CN" altLang="en-US" sz="1600" dirty="0">
                <a:solidFill>
                  <a:srgbClr val="FF0000"/>
                </a:solidFill>
                <a:cs typeface="微软雅黑" panose="020B0503020204020204" pitchFamily="34" charset="-122"/>
                <a:sym typeface="+mn-ea"/>
              </a:rPr>
              <a:t>小波分析主要聚焦施工曲线主体携砂阶段开展分析，</a:t>
            </a:r>
            <a:r>
              <a:rPr lang="zh-CN" altLang="en-US" sz="1600" dirty="0">
                <a:cs typeface="微软雅黑" panose="020B0503020204020204" pitchFamily="34" charset="-122"/>
                <a:sym typeface="+mn-ea"/>
              </a:rPr>
              <a:t>能够反映压力信号的任意细节和变化趋势</a:t>
            </a:r>
            <a:endParaRPr lang="zh-CN" altLang="en-US" sz="1600" dirty="0">
              <a:cs typeface="微软雅黑" panose="020B0503020204020204" pitchFamily="34" charset="-122"/>
            </a:endParaRPr>
          </a:p>
        </p:txBody>
      </p:sp>
      <p:pic>
        <p:nvPicPr>
          <p:cNvPr id="15" name="Picture 2"/>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334962" y="2698516"/>
            <a:ext cx="5354638" cy="3144950"/>
          </a:xfrm>
          <a:prstGeom prst="rect">
            <a:avLst/>
          </a:prstGeom>
          <a:noFill/>
          <a:extLst>
            <a:ext uri="{909E8E84-426E-40DD-AFC4-6F175D3DCCD1}">
              <a14:hiddenFill xmlns:a14="http://schemas.microsoft.com/office/drawing/2010/main">
                <a:solidFill>
                  <a:srgbClr val="FFFFFF"/>
                </a:solidFill>
              </a14:hiddenFill>
            </a:ext>
          </a:extLst>
        </p:spPr>
      </p:pic>
      <p:sp>
        <p:nvSpPr>
          <p:cNvPr id="18" name="文本框 1"/>
          <p:cNvSpPr txBox="1">
            <a:spLocks noChangeArrowheads="1"/>
          </p:cNvSpPr>
          <p:nvPr/>
        </p:nvSpPr>
        <p:spPr bwMode="auto">
          <a:xfrm>
            <a:off x="0" y="6048375"/>
            <a:ext cx="58502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小波变换计算</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p:cNvPicPr>
            <a:picLocks noChangeAspect="1"/>
          </p:cNvPicPr>
          <p:nvPr/>
        </p:nvPicPr>
        <p:blipFill>
          <a:blip r:embed="rId2"/>
          <a:stretch>
            <a:fillRect/>
          </a:stretch>
        </p:blipFill>
        <p:spPr>
          <a:xfrm>
            <a:off x="6697018" y="2737681"/>
            <a:ext cx="4567882" cy="3105785"/>
          </a:xfrm>
          <a:prstGeom prst="rect">
            <a:avLst/>
          </a:prstGeom>
        </p:spPr>
      </p:pic>
      <p:sp>
        <p:nvSpPr>
          <p:cNvPr id="10" name="文本框 1"/>
          <p:cNvSpPr txBox="1">
            <a:spLocks noChangeArrowheads="1"/>
          </p:cNvSpPr>
          <p:nvPr/>
        </p:nvSpPr>
        <p:spPr bwMode="auto">
          <a:xfrm>
            <a:off x="6316912" y="6066873"/>
            <a:ext cx="58502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小波分析曲线段展示</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a:spLocks noChangeArrowheads="1"/>
          </p:cNvSpPr>
          <p:nvPr/>
        </p:nvSpPr>
        <p:spPr bwMode="auto">
          <a:xfrm>
            <a:off x="334962" y="1357435"/>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sz="1600" dirty="0" err="1">
                <a:sym typeface="+mn-ea"/>
              </a:rPr>
              <a:t>小波分析包括</a:t>
            </a:r>
            <a:r>
              <a:rPr sz="1600" dirty="0" err="1">
                <a:solidFill>
                  <a:srgbClr val="FF0000"/>
                </a:solidFill>
                <a:sym typeface="+mn-ea"/>
              </a:rPr>
              <a:t>连续</a:t>
            </a:r>
            <a:r>
              <a:rPr sz="1600" dirty="0" err="1">
                <a:sym typeface="+mn-ea"/>
              </a:rPr>
              <a:t>小波和</a:t>
            </a:r>
            <a:r>
              <a:rPr sz="1600" dirty="0" err="1">
                <a:solidFill>
                  <a:srgbClr val="FF0000"/>
                </a:solidFill>
                <a:sym typeface="+mn-ea"/>
              </a:rPr>
              <a:t>离散</a:t>
            </a:r>
            <a:r>
              <a:rPr sz="1600" dirty="0" err="1">
                <a:sym typeface="+mn-ea"/>
              </a:rPr>
              <a:t>小波两种变换</a:t>
            </a:r>
            <a:r>
              <a:rPr sz="1600" dirty="0">
                <a:sym typeface="+mn-ea"/>
              </a:rPr>
              <a:t>。</a:t>
            </a:r>
            <a:r>
              <a:rPr lang="zh-CN" altLang="en-US" sz="1600" dirty="0">
                <a:sym typeface="+mn-ea"/>
              </a:rPr>
              <a:t>对于施工压力信号而言，压力是一个连续的过程，由于采集器的因素往往是以一定的时间间隔进行采样，因此</a:t>
            </a:r>
            <a:r>
              <a:rPr sz="1600" dirty="0" err="1">
                <a:sym typeface="+mn-ea"/>
              </a:rPr>
              <a:t>采用</a:t>
            </a:r>
            <a:r>
              <a:rPr sz="1600" dirty="0" err="1">
                <a:solidFill>
                  <a:srgbClr val="FF0000"/>
                </a:solidFill>
                <a:sym typeface="+mn-ea"/>
              </a:rPr>
              <a:t>离散小波变换</a:t>
            </a:r>
            <a:r>
              <a:rPr sz="1600" dirty="0" err="1">
                <a:sym typeface="+mn-ea"/>
              </a:rPr>
              <a:t>对信号进行分析</a:t>
            </a:r>
            <a:endParaRPr lang="en-US" sz="1600" dirty="0">
              <a:sym typeface="+mn-ea"/>
            </a:endParaRPr>
          </a:p>
          <a:p>
            <a:pPr marL="342900" indent="-342900" algn="just">
              <a:lnSpc>
                <a:spcPct val="150000"/>
              </a:lnSpc>
              <a:buClr>
                <a:srgbClr val="FF0000"/>
              </a:buClr>
              <a:buFont typeface="Wingdings" panose="05000000000000000000" charset="0"/>
              <a:buChar char="l"/>
            </a:pPr>
            <a:r>
              <a:rPr sz="1600" dirty="0" err="1">
                <a:sym typeface="+mn-ea"/>
              </a:rPr>
              <a:t>离散小波变换的原理是通过一系列的</a:t>
            </a:r>
            <a:r>
              <a:rPr sz="1600" dirty="0" err="1">
                <a:solidFill>
                  <a:srgbClr val="FF0000"/>
                </a:solidFill>
                <a:sym typeface="+mn-ea"/>
              </a:rPr>
              <a:t>高通和低通滤波器</a:t>
            </a:r>
            <a:r>
              <a:rPr sz="1600" dirty="0" err="1">
                <a:sym typeface="+mn-ea"/>
              </a:rPr>
              <a:t>不断对信号进行分解从而获得信号的</a:t>
            </a:r>
            <a:r>
              <a:rPr sz="1600" dirty="0" err="1">
                <a:solidFill>
                  <a:srgbClr val="FF0000"/>
                </a:solidFill>
                <a:sym typeface="+mn-ea"/>
              </a:rPr>
              <a:t>高频分量和低频分量</a:t>
            </a:r>
            <a:endParaRPr lang="zh-CN" altLang="en-US" sz="1600" dirty="0">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509905" y="2818130"/>
            <a:ext cx="5255260" cy="3048635"/>
          </a:xfrm>
          <a:prstGeom prst="rect">
            <a:avLst/>
          </a:prstGeom>
        </p:spPr>
      </p:pic>
      <p:pic>
        <p:nvPicPr>
          <p:cNvPr id="7" name="图片 6" descr="图片2"/>
          <p:cNvPicPr>
            <a:picLocks noChangeAspect="1"/>
          </p:cNvPicPr>
          <p:nvPr/>
        </p:nvPicPr>
        <p:blipFill>
          <a:blip r:embed="rId2"/>
          <a:stretch>
            <a:fillRect/>
          </a:stretch>
        </p:blipFill>
        <p:spPr>
          <a:xfrm>
            <a:off x="6200775" y="2834005"/>
            <a:ext cx="5631180" cy="3032760"/>
          </a:xfrm>
          <a:prstGeom prst="rect">
            <a:avLst/>
          </a:prstGeom>
        </p:spPr>
      </p:pic>
      <p:sp>
        <p:nvSpPr>
          <p:cNvPr id="18" name="文本框 17"/>
          <p:cNvSpPr txBox="1"/>
          <p:nvPr/>
        </p:nvSpPr>
        <p:spPr>
          <a:xfrm>
            <a:off x="6102985" y="6087110"/>
            <a:ext cx="5827395" cy="261610"/>
          </a:xfrm>
          <a:prstGeom prst="rect">
            <a:avLst/>
          </a:prstGeom>
          <a:noFill/>
        </p:spPr>
        <p:txBody>
          <a:bodyPr wrap="square" rtlCol="0">
            <a:spAutoFit/>
          </a:bodyPr>
          <a:lstStyle/>
          <a:p>
            <a:pPr algn="ctr">
              <a:buClrTx/>
              <a:buSzTx/>
              <a:buFontTx/>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离散小波包变换进行信号逼近</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文本框 11"/>
          <p:cNvSpPr txBox="1"/>
          <p:nvPr/>
        </p:nvSpPr>
        <p:spPr>
          <a:xfrm>
            <a:off x="0" y="6087110"/>
            <a:ext cx="610298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离散小波变换多级分解</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8"/>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3</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、针对水力压裂施工压力信号特征，采用离散小波信号对信号进行分析</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l">
              <a:lnSpc>
                <a:spcPct val="150000"/>
              </a:lnSpc>
              <a:buClr>
                <a:srgbClr val="FF0000"/>
              </a:buClr>
              <a:buFont typeface="Wingdings" panose="05000000000000000000" charset="0"/>
              <a:buChar char="l"/>
            </a:pPr>
            <a:r>
              <a:rPr sz="1600" dirty="0" err="1">
                <a:sym typeface="+mn-ea"/>
              </a:rPr>
              <a:t>离散小波变换分解信号的</a:t>
            </a:r>
            <a:r>
              <a:rPr sz="1600" dirty="0" err="1">
                <a:solidFill>
                  <a:srgbClr val="FF0000"/>
                </a:solidFill>
                <a:sym typeface="+mn-ea"/>
              </a:rPr>
              <a:t>高频</a:t>
            </a:r>
            <a:r>
              <a:rPr sz="1600" dirty="0" err="1">
                <a:sym typeface="+mn-ea"/>
              </a:rPr>
              <a:t>分量表示</a:t>
            </a:r>
            <a:r>
              <a:rPr sz="1600" dirty="0" err="1">
                <a:solidFill>
                  <a:srgbClr val="FF0000"/>
                </a:solidFill>
                <a:sym typeface="+mn-ea"/>
              </a:rPr>
              <a:t>不连续性和奇异性</a:t>
            </a:r>
            <a:r>
              <a:rPr sz="1600" dirty="0" err="1">
                <a:sym typeface="+mn-ea"/>
              </a:rPr>
              <a:t>，而</a:t>
            </a:r>
            <a:r>
              <a:rPr sz="1600" dirty="0" err="1">
                <a:solidFill>
                  <a:srgbClr val="FF0000"/>
                </a:solidFill>
                <a:sym typeface="+mn-ea"/>
              </a:rPr>
              <a:t>低频</a:t>
            </a:r>
            <a:r>
              <a:rPr sz="1600" dirty="0" err="1">
                <a:sym typeface="+mn-ea"/>
              </a:rPr>
              <a:t>分量表示原始信号的</a:t>
            </a:r>
            <a:r>
              <a:rPr sz="1600" dirty="0" err="1">
                <a:solidFill>
                  <a:srgbClr val="FF0000"/>
                </a:solidFill>
                <a:sym typeface="+mn-ea"/>
              </a:rPr>
              <a:t>粗略近似</a:t>
            </a:r>
            <a:r>
              <a:rPr sz="1600" dirty="0" err="1">
                <a:sym typeface="+mn-ea"/>
              </a:rPr>
              <a:t>（细节系数、近似系</a:t>
            </a:r>
            <a:r>
              <a:rPr lang="zh-CN" altLang="en-US" sz="1600" dirty="0">
                <a:sym typeface="+mn-ea"/>
              </a:rPr>
              <a:t>数）</a:t>
            </a:r>
            <a:endParaRPr lang="en-US" altLang="zh-CN" sz="1600" dirty="0">
              <a:sym typeface="+mn-ea"/>
            </a:endParaRPr>
          </a:p>
          <a:p>
            <a:pPr marL="342900" indent="-342900" algn="l">
              <a:lnSpc>
                <a:spcPct val="150000"/>
              </a:lnSpc>
              <a:buClr>
                <a:srgbClr val="FF0000"/>
              </a:buClr>
              <a:buFont typeface="Wingdings" panose="05000000000000000000" charset="0"/>
              <a:buChar char="l"/>
            </a:pPr>
            <a:r>
              <a:rPr sz="1600" dirty="0" err="1">
                <a:sym typeface="+mn-ea"/>
              </a:rPr>
              <a:t>离散小波变换的结果就是将信号的总能量进行保存，并分解为不同的分辨率级别</a:t>
            </a:r>
            <a:endParaRPr lang="zh-CN" altLang="en-US" sz="1600" dirty="0">
              <a:cs typeface="Times New Roman" panose="02020603050405020304" pitchFamily="18" charset="0"/>
            </a:endParaRPr>
          </a:p>
        </p:txBody>
      </p:sp>
      <p:sp>
        <p:nvSpPr>
          <p:cNvPr id="5" name="文本框 4"/>
          <p:cNvSpPr txBox="1"/>
          <p:nvPr/>
        </p:nvSpPr>
        <p:spPr>
          <a:xfrm>
            <a:off x="6102985" y="6067425"/>
            <a:ext cx="58273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离散小波变换示意图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7" name="组合 6"/>
          <p:cNvGrpSpPr/>
          <p:nvPr/>
        </p:nvGrpSpPr>
        <p:grpSpPr>
          <a:xfrm>
            <a:off x="588010" y="2481580"/>
            <a:ext cx="5094605" cy="3528695"/>
            <a:chOff x="880" y="5281"/>
            <a:chExt cx="8023" cy="5551"/>
          </a:xfrm>
        </p:grpSpPr>
        <p:pic>
          <p:nvPicPr>
            <p:cNvPr id="12" name="图片 11"/>
            <p:cNvPicPr>
              <a:picLocks noChangeAspect="1"/>
            </p:cNvPicPr>
            <p:nvPr/>
          </p:nvPicPr>
          <p:blipFill>
            <a:blip r:embed="rId1"/>
            <a:stretch>
              <a:fillRect/>
            </a:stretch>
          </p:blipFill>
          <p:spPr>
            <a:xfrm>
              <a:off x="1710" y="5281"/>
              <a:ext cx="5654" cy="2520"/>
            </a:xfrm>
            <a:prstGeom prst="rect">
              <a:avLst/>
            </a:prstGeom>
          </p:spPr>
        </p:pic>
        <p:pic>
          <p:nvPicPr>
            <p:cNvPr id="15" name="图片 14"/>
            <p:cNvPicPr>
              <a:picLocks noChangeAspect="1"/>
            </p:cNvPicPr>
            <p:nvPr/>
          </p:nvPicPr>
          <p:blipFill>
            <a:blip r:embed="rId2"/>
            <a:stretch>
              <a:fillRect/>
            </a:stretch>
          </p:blipFill>
          <p:spPr>
            <a:xfrm>
              <a:off x="3493" y="7972"/>
              <a:ext cx="3350" cy="2860"/>
            </a:xfrm>
            <a:prstGeom prst="rect">
              <a:avLst/>
            </a:prstGeom>
          </p:spPr>
        </p:pic>
        <p:sp>
          <p:nvSpPr>
            <p:cNvPr id="16" name="文本框 15"/>
            <p:cNvSpPr txBox="1"/>
            <p:nvPr>
              <p:custDataLst>
                <p:tags r:id="rId3"/>
              </p:custDataLst>
            </p:nvPr>
          </p:nvSpPr>
          <p:spPr>
            <a:xfrm>
              <a:off x="6305" y="5538"/>
              <a:ext cx="2344" cy="531"/>
            </a:xfrm>
            <a:prstGeom prst="rect">
              <a:avLst/>
            </a:prstGeom>
            <a:noFill/>
          </p:spPr>
          <p:txBody>
            <a:bodyPr wrap="square" rtlCol="0">
              <a:spAutoFit/>
            </a:bodyPr>
            <a:lstStyle/>
            <a:p>
              <a:pPr algn="r"/>
              <a:r>
                <a:rPr lang="zh-CN" altLang="en-US" sz="1600" b="1" dirty="0">
                  <a:solidFill>
                    <a:srgbClr val="3E3FFC"/>
                  </a:solidFill>
                  <a:latin typeface="黑体" panose="02010609060101010101" charset="-122"/>
                  <a:ea typeface="黑体" panose="02010609060101010101" charset="-122"/>
                </a:rPr>
                <a:t>细节系数</a:t>
              </a:r>
              <a:endParaRPr lang="zh-CN" altLang="en-US" sz="1600" b="1" dirty="0">
                <a:solidFill>
                  <a:srgbClr val="3E3FFC"/>
                </a:solidFill>
                <a:latin typeface="黑体" panose="02010609060101010101" charset="-122"/>
                <a:ea typeface="黑体" panose="02010609060101010101" charset="-122"/>
              </a:endParaRPr>
            </a:p>
          </p:txBody>
        </p:sp>
        <p:sp>
          <p:nvSpPr>
            <p:cNvPr id="17" name="文本框 16"/>
            <p:cNvSpPr txBox="1"/>
            <p:nvPr>
              <p:custDataLst>
                <p:tags r:id="rId4"/>
              </p:custDataLst>
            </p:nvPr>
          </p:nvSpPr>
          <p:spPr>
            <a:xfrm>
              <a:off x="6294" y="6479"/>
              <a:ext cx="2344" cy="531"/>
            </a:xfrm>
            <a:prstGeom prst="rect">
              <a:avLst/>
            </a:prstGeom>
            <a:noFill/>
          </p:spPr>
          <p:txBody>
            <a:bodyPr wrap="square" rtlCol="0">
              <a:spAutoFit/>
            </a:bodyPr>
            <a:lstStyle/>
            <a:p>
              <a:pPr algn="r"/>
              <a:r>
                <a:rPr lang="zh-CN" altLang="en-US" sz="1600" b="1">
                  <a:solidFill>
                    <a:srgbClr val="3E3FFC"/>
                  </a:solidFill>
                  <a:latin typeface="黑体" panose="02010609060101010101" charset="-122"/>
                  <a:ea typeface="黑体" panose="02010609060101010101" charset="-122"/>
                </a:rPr>
                <a:t>近似系数</a:t>
              </a:r>
              <a:endParaRPr lang="zh-CN" altLang="en-US" sz="1600" b="1">
                <a:solidFill>
                  <a:srgbClr val="3E3FFC"/>
                </a:solidFill>
                <a:latin typeface="黑体" panose="02010609060101010101" charset="-122"/>
                <a:ea typeface="黑体" panose="02010609060101010101" charset="-122"/>
              </a:endParaRPr>
            </a:p>
          </p:txBody>
        </p:sp>
        <p:sp>
          <p:nvSpPr>
            <p:cNvPr id="19" name="文本框 18"/>
            <p:cNvSpPr txBox="1"/>
            <p:nvPr>
              <p:custDataLst>
                <p:tags r:id="rId5"/>
              </p:custDataLst>
            </p:nvPr>
          </p:nvSpPr>
          <p:spPr>
            <a:xfrm>
              <a:off x="5677" y="7322"/>
              <a:ext cx="3227" cy="531"/>
            </a:xfrm>
            <a:prstGeom prst="rect">
              <a:avLst/>
            </a:prstGeom>
            <a:noFill/>
          </p:spPr>
          <p:txBody>
            <a:bodyPr wrap="square" rtlCol="0">
              <a:spAutoFit/>
            </a:bodyPr>
            <a:lstStyle/>
            <a:p>
              <a:r>
                <a:rPr lang="zh-CN" altLang="en-US" sz="1600" b="1" dirty="0">
                  <a:solidFill>
                    <a:srgbClr val="3E3FFC"/>
                  </a:solidFill>
                  <a:latin typeface="黑体" panose="02010609060101010101" charset="-122"/>
                  <a:ea typeface="黑体" panose="02010609060101010101" charset="-122"/>
                </a:rPr>
                <a:t>最大理论分解级数</a:t>
              </a:r>
              <a:endParaRPr lang="zh-CN" altLang="en-US" sz="1600" b="1" dirty="0">
                <a:solidFill>
                  <a:srgbClr val="3E3FFC"/>
                </a:solidFill>
                <a:latin typeface="黑体" panose="02010609060101010101" charset="-122"/>
                <a:ea typeface="黑体" panose="02010609060101010101" charset="-122"/>
              </a:endParaRPr>
            </a:p>
          </p:txBody>
        </p:sp>
        <p:sp>
          <p:nvSpPr>
            <p:cNvPr id="20" name="文本框 19"/>
            <p:cNvSpPr txBox="1"/>
            <p:nvPr/>
          </p:nvSpPr>
          <p:spPr>
            <a:xfrm>
              <a:off x="1624" y="8206"/>
              <a:ext cx="2487" cy="531"/>
            </a:xfrm>
            <a:prstGeom prst="rect">
              <a:avLst/>
            </a:prstGeom>
            <a:noFill/>
          </p:spPr>
          <p:txBody>
            <a:bodyPr wrap="square" rtlCol="0">
              <a:spAutoFit/>
            </a:bodyPr>
            <a:lstStyle/>
            <a:p>
              <a:r>
                <a:rPr lang="zh-CN" altLang="en-US" sz="1600" b="1" dirty="0">
                  <a:solidFill>
                    <a:srgbClr val="3E3FFC"/>
                  </a:solidFill>
                  <a:latin typeface="黑体" panose="02010609060101010101" charset="-122"/>
                  <a:ea typeface="黑体" panose="02010609060101010101" charset="-122"/>
                </a:rPr>
                <a:t>信号总能量</a:t>
              </a:r>
              <a:endParaRPr lang="zh-CN" altLang="en-US" sz="1600" b="1" dirty="0">
                <a:solidFill>
                  <a:srgbClr val="3E3FFC"/>
                </a:solidFill>
                <a:latin typeface="黑体" panose="02010609060101010101" charset="-122"/>
                <a:ea typeface="黑体" panose="02010609060101010101" charset="-122"/>
              </a:endParaRPr>
            </a:p>
          </p:txBody>
        </p:sp>
        <p:sp>
          <p:nvSpPr>
            <p:cNvPr id="22" name="文本框 21"/>
            <p:cNvSpPr txBox="1"/>
            <p:nvPr/>
          </p:nvSpPr>
          <p:spPr>
            <a:xfrm>
              <a:off x="1830" y="9167"/>
              <a:ext cx="1841" cy="531"/>
            </a:xfrm>
            <a:prstGeom prst="rect">
              <a:avLst/>
            </a:prstGeom>
            <a:noFill/>
          </p:spPr>
          <p:txBody>
            <a:bodyPr wrap="square" rtlCol="0">
              <a:spAutoFit/>
            </a:bodyPr>
            <a:lstStyle/>
            <a:p>
              <a:r>
                <a:rPr lang="zh-CN" altLang="en-US" sz="1600" b="1" dirty="0">
                  <a:solidFill>
                    <a:srgbClr val="3E3FFC"/>
                  </a:solidFill>
                  <a:latin typeface="黑体" panose="02010609060101010101" charset="-122"/>
                  <a:ea typeface="黑体" panose="02010609060101010101" charset="-122"/>
                </a:rPr>
                <a:t>细节能量</a:t>
              </a:r>
              <a:endParaRPr lang="zh-CN" altLang="en-US" sz="1600" b="1" dirty="0">
                <a:solidFill>
                  <a:srgbClr val="3E3FFC"/>
                </a:solidFill>
                <a:latin typeface="黑体" panose="02010609060101010101" charset="-122"/>
                <a:ea typeface="黑体" panose="02010609060101010101" charset="-122"/>
              </a:endParaRPr>
            </a:p>
          </p:txBody>
        </p:sp>
        <p:sp>
          <p:nvSpPr>
            <p:cNvPr id="23" name="文本框 22"/>
            <p:cNvSpPr txBox="1"/>
            <p:nvPr/>
          </p:nvSpPr>
          <p:spPr>
            <a:xfrm>
              <a:off x="1830" y="10008"/>
              <a:ext cx="1725" cy="531"/>
            </a:xfrm>
            <a:prstGeom prst="rect">
              <a:avLst/>
            </a:prstGeom>
            <a:noFill/>
          </p:spPr>
          <p:txBody>
            <a:bodyPr wrap="square" rtlCol="0">
              <a:spAutoFit/>
            </a:bodyPr>
            <a:lstStyle/>
            <a:p>
              <a:r>
                <a:rPr lang="zh-CN" altLang="en-US" sz="1600" b="1" dirty="0">
                  <a:solidFill>
                    <a:srgbClr val="3E3FFC"/>
                  </a:solidFill>
                  <a:latin typeface="黑体" panose="02010609060101010101" charset="-122"/>
                  <a:ea typeface="黑体" panose="02010609060101010101" charset="-122"/>
                </a:rPr>
                <a:t>近似能量</a:t>
              </a:r>
              <a:endParaRPr lang="zh-CN" altLang="en-US" sz="1600" b="1" dirty="0">
                <a:solidFill>
                  <a:srgbClr val="3E3FFC"/>
                </a:solidFill>
                <a:latin typeface="黑体" panose="02010609060101010101" charset="-122"/>
                <a:ea typeface="黑体" panose="02010609060101010101" charset="-122"/>
              </a:endParaRPr>
            </a:p>
          </p:txBody>
        </p:sp>
        <p:sp>
          <p:nvSpPr>
            <p:cNvPr id="24" name="上弧形箭头 35"/>
            <p:cNvSpPr/>
            <p:nvPr/>
          </p:nvSpPr>
          <p:spPr bwMode="auto">
            <a:xfrm rot="5400000" flipV="1">
              <a:off x="-616" y="7287"/>
              <a:ext cx="3814" cy="717"/>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latin typeface="黑体" panose="02010609060101010101" charset="-122"/>
                <a:ea typeface="黑体" panose="02010609060101010101" charset="-122"/>
              </a:endParaRPr>
            </a:p>
          </p:txBody>
        </p:sp>
        <p:sp>
          <p:nvSpPr>
            <p:cNvPr id="25" name="上弧形箭头 35"/>
            <p:cNvSpPr/>
            <p:nvPr/>
          </p:nvSpPr>
          <p:spPr bwMode="auto">
            <a:xfrm rot="5400000" flipV="1">
              <a:off x="-576" y="8173"/>
              <a:ext cx="3629" cy="717"/>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latin typeface="黑体" panose="02010609060101010101" charset="-122"/>
                <a:ea typeface="黑体" panose="02010609060101010101" charset="-122"/>
              </a:endParaRPr>
            </a:p>
          </p:txBody>
        </p:sp>
      </p:grpSp>
      <p:pic>
        <p:nvPicPr>
          <p:cNvPr id="26" name="图片 25" descr="图片1"/>
          <p:cNvPicPr/>
          <p:nvPr/>
        </p:nvPicPr>
        <p:blipFill>
          <a:blip r:embed="rId6"/>
          <a:srcRect t="13188"/>
          <a:stretch>
            <a:fillRect/>
          </a:stretch>
        </p:blipFill>
        <p:spPr>
          <a:xfrm>
            <a:off x="9390062" y="3610600"/>
            <a:ext cx="2674620" cy="1814830"/>
          </a:xfrm>
          <a:prstGeom prst="rect">
            <a:avLst/>
          </a:prstGeom>
        </p:spPr>
      </p:pic>
      <p:pic>
        <p:nvPicPr>
          <p:cNvPr id="27" name="图片 26" descr="图片2"/>
          <p:cNvPicPr/>
          <p:nvPr/>
        </p:nvPicPr>
        <p:blipFill>
          <a:blip r:embed="rId7"/>
          <a:stretch>
            <a:fillRect/>
          </a:stretch>
        </p:blipFill>
        <p:spPr>
          <a:xfrm>
            <a:off x="5761355" y="3499125"/>
            <a:ext cx="2705100" cy="1835150"/>
          </a:xfrm>
          <a:prstGeom prst="rect">
            <a:avLst/>
          </a:prstGeom>
        </p:spPr>
      </p:pic>
      <p:sp>
        <p:nvSpPr>
          <p:cNvPr id="18" name="文本框 17"/>
          <p:cNvSpPr txBox="1"/>
          <p:nvPr/>
        </p:nvSpPr>
        <p:spPr>
          <a:xfrm>
            <a:off x="275590" y="6075045"/>
            <a:ext cx="58273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离散小波变换计算公式</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矩形 28"/>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3</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、针对水力压裂施工压力信号特征，采用离散小波信号对信号进行分析</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 name="箭头: 上弧形 2"/>
          <p:cNvSpPr/>
          <p:nvPr/>
        </p:nvSpPr>
        <p:spPr>
          <a:xfrm>
            <a:off x="7115810" y="2857130"/>
            <a:ext cx="3774123" cy="604534"/>
          </a:xfrm>
          <a:prstGeom prst="curvedDownArrow">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21"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530"/>
            <a:ext cx="11449050"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4</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、基于</a:t>
            </a:r>
            <a:r>
              <a:rPr lang="zh-CN" altLang="en-US" dirty="0">
                <a:solidFill>
                  <a:prstClr val="black"/>
                </a:solidFill>
                <a:latin typeface="微软雅黑" panose="020B0503020204020204" pitchFamily="34" charset="-122"/>
                <a:ea typeface="微软雅黑" panose="020B0503020204020204" pitchFamily="34" charset="-122"/>
              </a:rPr>
              <a:t>海量</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数据挖掘，</a:t>
            </a:r>
            <a:r>
              <a:rPr lang="zh-CN" altLang="en-US" dirty="0">
                <a:solidFill>
                  <a:prstClr val="black"/>
                </a:solidFill>
                <a:latin typeface="微软雅黑" panose="020B0503020204020204" pitchFamily="34" charset="-122"/>
                <a:ea typeface="微软雅黑" panose="020B0503020204020204" pitchFamily="34" charset="-122"/>
              </a:rPr>
              <a:t>优选适合每个井区的小波分解关键参数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pitchFamily="2" charset="2"/>
              <a:buChar char="Ø"/>
            </a:pPr>
            <a:r>
              <a:rPr lang="zh-CN" altLang="en-US" sz="1600" dirty="0">
                <a:solidFill>
                  <a:srgbClr val="FF0000"/>
                </a:solidFill>
                <a:cs typeface="Times New Roman" panose="02020603050405020304" pitchFamily="18" charset="0"/>
                <a:sym typeface="+mn-ea"/>
              </a:rPr>
              <a:t>最优分解层次</a:t>
            </a:r>
            <a:r>
              <a:rPr lang="zh-CN" altLang="en-US" sz="1600" dirty="0">
                <a:cs typeface="Times New Roman" panose="02020603050405020304" pitchFamily="18" charset="0"/>
                <a:sym typeface="+mn-ea"/>
              </a:rPr>
              <a:t>和</a:t>
            </a:r>
            <a:r>
              <a:rPr lang="zh-CN" altLang="en-US" sz="1600" dirty="0">
                <a:solidFill>
                  <a:srgbClr val="FF0000"/>
                </a:solidFill>
                <a:cs typeface="Times New Roman" panose="02020603050405020304" pitchFamily="18" charset="0"/>
                <a:sym typeface="+mn-ea"/>
              </a:rPr>
              <a:t>小波基</a:t>
            </a:r>
            <a:r>
              <a:rPr lang="zh-CN" altLang="en-US" sz="1600" dirty="0">
                <a:cs typeface="Times New Roman" panose="02020603050405020304" pitchFamily="18" charset="0"/>
                <a:sym typeface="+mn-ea"/>
              </a:rPr>
              <a:t>是小波分解的关键参数，合适与否直接关系到信号分解效果的好坏</a:t>
            </a:r>
            <a:endParaRPr lang="en-US" altLang="zh-CN" sz="1600" dirty="0">
              <a:cs typeface="Times New Roman" panose="02020603050405020304" pitchFamily="18" charset="0"/>
              <a:sym typeface="+mn-ea"/>
            </a:endParaRPr>
          </a:p>
          <a:p>
            <a:pPr marL="342900" indent="-342900">
              <a:buFont typeface="Wingdings" panose="05000000000000000000" pitchFamily="2" charset="2"/>
              <a:buChar char="Ø"/>
            </a:pPr>
            <a:r>
              <a:rPr lang="zh-CN" altLang="en-US" sz="1600" dirty="0">
                <a:cs typeface="Times New Roman" panose="02020603050405020304" pitchFamily="18" charset="0"/>
                <a:sym typeface="+mn-ea"/>
              </a:rPr>
              <a:t>水力压裂过程中裂缝的正常延伸代表流量正常，而异常事件的出现代表异常流量或结束，</a:t>
            </a:r>
            <a:r>
              <a:rPr lang="zh-CN" altLang="en-US" sz="1600" dirty="0">
                <a:solidFill>
                  <a:srgbClr val="FF0000"/>
                </a:solidFill>
                <a:cs typeface="Times New Roman" panose="02020603050405020304" pitchFamily="18" charset="0"/>
                <a:sym typeface="+mn-ea"/>
              </a:rPr>
              <a:t>小波峰值能量</a:t>
            </a:r>
            <a:r>
              <a:rPr lang="zh-CN" altLang="en-US" sz="1600" dirty="0">
                <a:cs typeface="Times New Roman" panose="02020603050405020304" pitchFamily="18" charset="0"/>
                <a:sym typeface="+mn-ea"/>
              </a:rPr>
              <a:t>可以用来反映压力曲线上的异常波动，采用</a:t>
            </a:r>
            <a:r>
              <a:rPr lang="zh-CN" altLang="en-US" sz="1600" dirty="0">
                <a:solidFill>
                  <a:srgbClr val="FF0000"/>
                </a:solidFill>
                <a:cs typeface="Times New Roman" panose="02020603050405020304" pitchFamily="18" charset="0"/>
                <a:sym typeface="+mn-ea"/>
              </a:rPr>
              <a:t>小波能量方差分析</a:t>
            </a:r>
            <a:r>
              <a:rPr lang="zh-CN" altLang="en-US" sz="1600" dirty="0">
                <a:cs typeface="Times New Roman" panose="02020603050405020304" pitchFamily="18" charset="0"/>
                <a:sym typeface="+mn-ea"/>
              </a:rPr>
              <a:t>定量描述不同分解层次下小波能量响应中的</a:t>
            </a:r>
            <a:r>
              <a:rPr lang="zh-CN" altLang="en-US" sz="1600" dirty="0">
                <a:solidFill>
                  <a:srgbClr val="FF0000"/>
                </a:solidFill>
                <a:cs typeface="Times New Roman" panose="02020603050405020304" pitchFamily="18" charset="0"/>
                <a:sym typeface="+mn-ea"/>
              </a:rPr>
              <a:t>事件识别效果</a:t>
            </a:r>
            <a:r>
              <a:rPr lang="zh-CN" altLang="en-US" sz="1600" dirty="0">
                <a:cs typeface="Times New Roman" panose="02020603050405020304" pitchFamily="18" charset="0"/>
                <a:sym typeface="+mn-ea"/>
              </a:rPr>
              <a:t>以及</a:t>
            </a:r>
            <a:r>
              <a:rPr lang="zh-CN" altLang="en-US" sz="1600" dirty="0">
                <a:solidFill>
                  <a:srgbClr val="FF0000"/>
                </a:solidFill>
                <a:cs typeface="Times New Roman" panose="02020603050405020304" pitchFamily="18" charset="0"/>
                <a:sym typeface="+mn-ea"/>
              </a:rPr>
              <a:t>最佳识别层次</a:t>
            </a:r>
            <a:endParaRPr lang="zh-CN" altLang="en-US" sz="1600" dirty="0">
              <a:cs typeface="微软雅黑" panose="020B0503020204020204" pitchFamily="34" charset="-122"/>
            </a:endParaRPr>
          </a:p>
        </p:txBody>
      </p:sp>
      <p:sp>
        <p:nvSpPr>
          <p:cNvPr id="5" name="文本框 1"/>
          <p:cNvSpPr txBox="1">
            <a:spLocks noChangeArrowheads="1"/>
          </p:cNvSpPr>
          <p:nvPr/>
        </p:nvSpPr>
        <p:spPr bwMode="auto">
          <a:xfrm>
            <a:off x="6050915" y="6075680"/>
            <a:ext cx="58502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不同分解层次下的小波能量方差比</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文本框 1"/>
          <p:cNvSpPr txBox="1">
            <a:spLocks noChangeArrowheads="1"/>
          </p:cNvSpPr>
          <p:nvPr/>
        </p:nvSpPr>
        <p:spPr bwMode="auto">
          <a:xfrm>
            <a:off x="-227013" y="6000105"/>
            <a:ext cx="586898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不同分解层次下的小波能量曲线</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049" name="图片 6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4025" y="2800350"/>
            <a:ext cx="5187950" cy="3076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图片 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7620" y="2931014"/>
            <a:ext cx="5405755" cy="294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a:spLocks noChangeArrowheads="1"/>
          </p:cNvSpPr>
          <p:nvPr/>
        </p:nvSpPr>
        <p:spPr bwMode="auto">
          <a:xfrm>
            <a:off x="334962" y="1357435"/>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l">
              <a:lnSpc>
                <a:spcPct val="150000"/>
              </a:lnSpc>
              <a:buClr>
                <a:srgbClr val="FF0000"/>
              </a:buClr>
              <a:buFont typeface="Wingdings" panose="05000000000000000000" pitchFamily="2" charset="2"/>
              <a:buChar char="Ø"/>
            </a:pPr>
            <a:r>
              <a:rPr lang="zh-CN" altLang="en-US" sz="1600" dirty="0">
                <a:sym typeface="+mn-ea"/>
              </a:rPr>
              <a:t>不同的小波基具有不同的特性，并对应着不同的</a:t>
            </a:r>
            <a:r>
              <a:rPr sz="1600" dirty="0" err="1">
                <a:sym typeface="+mn-ea"/>
              </a:rPr>
              <a:t>小波峰值能量</a:t>
            </a:r>
            <a:r>
              <a:rPr lang="zh-CN" altLang="en-US" sz="1600" dirty="0">
                <a:sym typeface="+mn-ea"/>
              </a:rPr>
              <a:t>，小波峰值能量越大，小波分析效果越好</a:t>
            </a:r>
            <a:endParaRPr lang="en-US" sz="1600" dirty="0">
              <a:sym typeface="+mn-ea"/>
            </a:endParaRPr>
          </a:p>
          <a:p>
            <a:pPr marL="342900" indent="-342900" algn="l">
              <a:lnSpc>
                <a:spcPct val="150000"/>
              </a:lnSpc>
              <a:buClr>
                <a:srgbClr val="FF0000"/>
              </a:buClr>
              <a:buFont typeface="Wingdings" panose="05000000000000000000" pitchFamily="2" charset="2"/>
              <a:buChar char="Ø"/>
            </a:pPr>
            <a:r>
              <a:rPr sz="1600" dirty="0" err="1">
                <a:solidFill>
                  <a:srgbClr val="FF0000"/>
                </a:solidFill>
                <a:sym typeface="+mn-ea"/>
              </a:rPr>
              <a:t>较大的</a:t>
            </a:r>
            <a:r>
              <a:rPr lang="zh-CN" altLang="en-US" sz="1600" dirty="0">
                <a:solidFill>
                  <a:srgbClr val="FF0000"/>
                </a:solidFill>
                <a:sym typeface="+mn-ea"/>
              </a:rPr>
              <a:t>小波</a:t>
            </a:r>
            <a:r>
              <a:rPr sz="1600" dirty="0" err="1">
                <a:solidFill>
                  <a:srgbClr val="FF0000"/>
                </a:solidFill>
                <a:sym typeface="+mn-ea"/>
              </a:rPr>
              <a:t>峰值能量</a:t>
            </a:r>
            <a:r>
              <a:rPr sz="1600" dirty="0" err="1">
                <a:sym typeface="+mn-ea"/>
              </a:rPr>
              <a:t>可以在</a:t>
            </a:r>
            <a:r>
              <a:rPr lang="zh-CN" altLang="en-US" sz="1600" dirty="0">
                <a:sym typeface="+mn-ea"/>
              </a:rPr>
              <a:t>压力曲线</a:t>
            </a:r>
            <a:r>
              <a:rPr sz="1600" dirty="0" err="1">
                <a:solidFill>
                  <a:srgbClr val="FF0000"/>
                </a:solidFill>
                <a:sym typeface="+mn-ea"/>
              </a:rPr>
              <a:t>较弱压力变化下</a:t>
            </a:r>
            <a:r>
              <a:rPr lang="zh-CN" altLang="en-US" sz="1600" dirty="0">
                <a:solidFill>
                  <a:srgbClr val="FF0000"/>
                </a:solidFill>
                <a:sym typeface="+mn-ea"/>
              </a:rPr>
              <a:t>依然</a:t>
            </a:r>
            <a:r>
              <a:rPr sz="1600" dirty="0" err="1">
                <a:solidFill>
                  <a:srgbClr val="FF0000"/>
                </a:solidFill>
                <a:sym typeface="+mn-ea"/>
              </a:rPr>
              <a:t>保持识别的能力</a:t>
            </a:r>
            <a:r>
              <a:rPr sz="1600" dirty="0" err="1">
                <a:sym typeface="+mn-ea"/>
              </a:rPr>
              <a:t>，若小波能量表现为排量响应不明显，而压力响应很剧烈，则可以代表裂缝扩展等诸多岩石类事件</a:t>
            </a:r>
            <a:endParaRPr sz="1600" dirty="0">
              <a:sym typeface="+mn-ea"/>
            </a:endParaRPr>
          </a:p>
        </p:txBody>
      </p:sp>
      <p:sp>
        <p:nvSpPr>
          <p:cNvPr id="7" name="文本框 1"/>
          <p:cNvSpPr txBox="1">
            <a:spLocks noChangeArrowheads="1"/>
          </p:cNvSpPr>
          <p:nvPr/>
        </p:nvSpPr>
        <p:spPr bwMode="auto">
          <a:xfrm>
            <a:off x="6050915" y="6075680"/>
            <a:ext cx="58502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不同小波基下的小波能量响应</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文本框 1"/>
          <p:cNvSpPr txBox="1">
            <a:spLocks noChangeArrowheads="1"/>
          </p:cNvSpPr>
          <p:nvPr/>
        </p:nvSpPr>
        <p:spPr bwMode="auto">
          <a:xfrm>
            <a:off x="280987" y="6075861"/>
            <a:ext cx="586898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常用的小波函数及其性质对比</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0" name="表格 9"/>
          <p:cNvGraphicFramePr>
            <a:graphicFrameLocks noGrp="1"/>
          </p:cNvGraphicFramePr>
          <p:nvPr/>
        </p:nvGraphicFramePr>
        <p:xfrm>
          <a:off x="425926" y="2788391"/>
          <a:ext cx="5480050" cy="2907528"/>
        </p:xfrm>
        <a:graphic>
          <a:graphicData uri="http://schemas.openxmlformats.org/drawingml/2006/table">
            <a:tbl>
              <a:tblPr firstRow="1" firstCol="1" bandRow="1"/>
              <a:tblGrid>
                <a:gridCol w="786765"/>
                <a:gridCol w="443865"/>
                <a:gridCol w="828040"/>
                <a:gridCol w="960120"/>
                <a:gridCol w="615315"/>
                <a:gridCol w="615315"/>
                <a:gridCol w="615315"/>
                <a:gridCol w="615315"/>
              </a:tblGrid>
              <a:tr h="339918">
                <a:tc>
                  <a:txBody>
                    <a:bodyPr/>
                    <a:lstStyle/>
                    <a:p>
                      <a:pPr algn="ctr">
                        <a:lnSpc>
                          <a:spcPct val="125000"/>
                        </a:lnSpc>
                        <a:tabLst>
                          <a:tab pos="239395" algn="l"/>
                          <a:tab pos="266700" algn="l"/>
                        </a:tabLst>
                      </a:pPr>
                      <a:r>
                        <a:rPr lang="zh-CN" sz="1200" b="1" dirty="0">
                          <a:effectLst/>
                          <a:latin typeface="Times New Roman" panose="02020603050405020304" pitchFamily="18" charset="0"/>
                          <a:ea typeface="宋体" panose="02010600030101010101" pitchFamily="2" charset="-122"/>
                          <a:cs typeface="Times New Roman" panose="02020603050405020304" pitchFamily="18" charset="0"/>
                        </a:rPr>
                        <a:t>小波函数</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haar</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db</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bior</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a:effectLst/>
                          <a:latin typeface="Times New Roman" panose="02020603050405020304" pitchFamily="18" charset="0"/>
                          <a:ea typeface="宋体" panose="02010600030101010101" pitchFamily="2" charset="-122"/>
                          <a:cs typeface="Times New Roman" panose="02020603050405020304" pitchFamily="18" charset="0"/>
                        </a:rPr>
                        <a:t>coif</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sym</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morl</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mexh</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180">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正交性</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339339">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紧支撑性</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339918">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连续小波</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339918">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离散小波</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不可以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不可以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36975">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支撑长度</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2N-1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indent="133350" algn="just">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         2Nd+1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6N-1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en-US" sz="1100">
                          <a:effectLst/>
                          <a:latin typeface="Times New Roman" panose="02020603050405020304" pitchFamily="18" charset="0"/>
                          <a:ea typeface="宋体" panose="02010600030101010101" pitchFamily="2" charset="-122"/>
                          <a:cs typeface="Times New Roman" panose="02020603050405020304" pitchFamily="18" charset="0"/>
                        </a:rPr>
                        <a:t>2N-1</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有限</a:t>
                      </a:r>
                      <a:endPar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长度</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有限</a:t>
                      </a:r>
                      <a:endPar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长度</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35100">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对称性</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近似对称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不对称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近似</a:t>
                      </a:r>
                      <a:endPar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近似</a:t>
                      </a:r>
                      <a:endPar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338180">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消失矩</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a:effectLst/>
                          <a:latin typeface="Times New Roman" panose="02020603050405020304" pitchFamily="18" charset="0"/>
                          <a:ea typeface="宋体" panose="02010600030101010101" pitchFamily="2" charset="-122"/>
                          <a:cs typeface="Times New Roman" panose="02020603050405020304" pitchFamily="18" charset="0"/>
                        </a:rPr>
                        <a:t>N</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Nr-1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a:effectLst/>
                          <a:latin typeface="Times New Roman" panose="02020603050405020304" pitchFamily="18" charset="0"/>
                          <a:ea typeface="宋体" panose="02010600030101010101" pitchFamily="2" charset="-122"/>
                          <a:cs typeface="Times New Roman" panose="02020603050405020304" pitchFamily="18" charset="0"/>
                        </a:rPr>
                        <a:t>2N</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N</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r>
            </a:tbl>
          </a:graphicData>
        </a:graphic>
      </p:graphicFrame>
      <p:pic>
        <p:nvPicPr>
          <p:cNvPr id="12" name="图片 11"/>
          <p:cNvPicPr/>
          <p:nvPr/>
        </p:nvPicPr>
        <p:blipFill>
          <a:blip r:embed="rId1"/>
          <a:stretch>
            <a:fillRect/>
          </a:stretch>
        </p:blipFill>
        <p:spPr>
          <a:xfrm>
            <a:off x="7187565" y="2681605"/>
            <a:ext cx="3576320" cy="3051175"/>
          </a:xfrm>
          <a:prstGeom prst="rect">
            <a:avLst/>
          </a:prstGeom>
          <a:ln>
            <a:noFill/>
          </a:ln>
        </p:spPr>
      </p:pic>
      <p:sp>
        <p:nvSpPr>
          <p:cNvPr id="13" name="矩形 12"/>
          <p:cNvSpPr/>
          <p:nvPr/>
        </p:nvSpPr>
        <p:spPr>
          <a:xfrm>
            <a:off x="371475" y="811530"/>
            <a:ext cx="11449050"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4</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、基于</a:t>
            </a:r>
            <a:r>
              <a:rPr lang="zh-CN" altLang="en-US" dirty="0">
                <a:solidFill>
                  <a:prstClr val="black"/>
                </a:solidFill>
                <a:latin typeface="微软雅黑" panose="020B0503020204020204" pitchFamily="34" charset="-122"/>
                <a:ea typeface="微软雅黑" panose="020B0503020204020204" pitchFamily="34" charset="-122"/>
              </a:rPr>
              <a:t>海量</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数据挖掘，</a:t>
            </a:r>
            <a:r>
              <a:rPr lang="zh-CN" altLang="en-US" dirty="0">
                <a:solidFill>
                  <a:prstClr val="black"/>
                </a:solidFill>
                <a:latin typeface="微软雅黑" panose="020B0503020204020204" pitchFamily="34" charset="-122"/>
                <a:ea typeface="微软雅黑" panose="020B0503020204020204" pitchFamily="34" charset="-122"/>
              </a:rPr>
              <a:t>优选适合每个</a:t>
            </a:r>
            <a:r>
              <a:rPr lang="zh-CN" altLang="en-US" dirty="0">
                <a:solidFill>
                  <a:prstClr val="black"/>
                </a:solidFill>
                <a:latin typeface="微软雅黑" panose="020B0503020204020204" pitchFamily="34" charset="-122"/>
                <a:ea typeface="微软雅黑" panose="020B0503020204020204" pitchFamily="34" charset="-122"/>
                <a:sym typeface="+mn-ea"/>
              </a:rPr>
              <a:t>井区</a:t>
            </a:r>
            <a:r>
              <a:rPr lang="zh-CN" altLang="en-US" dirty="0">
                <a:solidFill>
                  <a:prstClr val="black"/>
                </a:solidFill>
                <a:latin typeface="微软雅黑" panose="020B0503020204020204" pitchFamily="34" charset="-122"/>
                <a:ea typeface="微软雅黑" panose="020B0503020204020204" pitchFamily="34" charset="-122"/>
              </a:rPr>
              <a:t>的小波分解关键参数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1"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530"/>
            <a:ext cx="11449050"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4</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a:t>
            </a:r>
            <a:r>
              <a:rPr lang="zh-CN" altLang="en-US" dirty="0">
                <a:solidFill>
                  <a:prstClr val="black"/>
                </a:solidFill>
                <a:latin typeface="微软雅黑" panose="020B0503020204020204" pitchFamily="34" charset="-122"/>
                <a:ea typeface="微软雅黑" panose="020B0503020204020204" pitchFamily="34" charset="-122"/>
                <a:sym typeface="+mn-ea"/>
              </a:rPr>
              <a:t>海量</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数据挖掘，</a:t>
            </a:r>
            <a:r>
              <a:rPr lang="zh-CN" altLang="en-US" dirty="0">
                <a:solidFill>
                  <a:prstClr val="black"/>
                </a:solidFill>
                <a:latin typeface="微软雅黑" panose="020B0503020204020204" pitchFamily="34" charset="-122"/>
                <a:ea typeface="微软雅黑" panose="020B0503020204020204" pitchFamily="34" charset="-122"/>
                <a:sym typeface="+mn-ea"/>
              </a:rPr>
              <a:t>优选适合每个井区的小波分解关键参数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56718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pitchFamily="2" charset="2"/>
              <a:buChar char="Ø"/>
            </a:pPr>
            <a:r>
              <a:rPr sz="1600" dirty="0">
                <a:cs typeface="微软雅黑" panose="020B0503020204020204" pitchFamily="34" charset="-122"/>
                <a:sym typeface="+mn-ea"/>
              </a:rPr>
              <a:t>以</a:t>
            </a:r>
            <a:r>
              <a:rPr lang="zh-CN" altLang="en-US" sz="1600" dirty="0">
                <a:cs typeface="微软雅黑" panose="020B0503020204020204" pitchFamily="34" charset="-122"/>
                <a:sym typeface="+mn-ea"/>
              </a:rPr>
              <a:t>泸</a:t>
            </a:r>
            <a:r>
              <a:rPr sz="1600" dirty="0">
                <a:cs typeface="微软雅黑" panose="020B0503020204020204" pitchFamily="34" charset="-122"/>
                <a:sym typeface="+mn-ea"/>
              </a:rPr>
              <a:t>203</a:t>
            </a:r>
            <a:r>
              <a:rPr lang="en-US" sz="1600" dirty="0">
                <a:cs typeface="微软雅黑" panose="020B0503020204020204" pitchFamily="34" charset="-122"/>
                <a:sym typeface="+mn-ea"/>
              </a:rPr>
              <a:t>H10</a:t>
            </a:r>
            <a:r>
              <a:rPr lang="zh-CN" altLang="en-US" sz="1600" dirty="0">
                <a:cs typeface="微软雅黑" panose="020B0503020204020204" pitchFamily="34" charset="-122"/>
                <a:sym typeface="+mn-ea"/>
              </a:rPr>
              <a:t>平台</a:t>
            </a:r>
            <a:r>
              <a:rPr sz="1600" dirty="0">
                <a:cs typeface="微软雅黑" panose="020B0503020204020204" pitchFamily="34" charset="-122"/>
                <a:sym typeface="+mn-ea"/>
              </a:rPr>
              <a:t>为例，该</a:t>
            </a:r>
            <a:r>
              <a:rPr lang="zh-CN" sz="1600" dirty="0">
                <a:cs typeface="微软雅黑" panose="020B0503020204020204" pitchFamily="34" charset="-122"/>
                <a:sym typeface="+mn-ea"/>
              </a:rPr>
              <a:t>平台共</a:t>
            </a:r>
            <a:r>
              <a:rPr lang="en-US" altLang="zh-CN" sz="1600" dirty="0">
                <a:cs typeface="微软雅黑" panose="020B0503020204020204" pitchFamily="34" charset="-122"/>
                <a:sym typeface="+mn-ea"/>
              </a:rPr>
              <a:t>4</a:t>
            </a:r>
            <a:r>
              <a:rPr lang="zh-CN" altLang="en-US" sz="1600" dirty="0">
                <a:cs typeface="微软雅黑" panose="020B0503020204020204" pitchFamily="34" charset="-122"/>
                <a:sym typeface="+mn-ea"/>
              </a:rPr>
              <a:t>口井，共计</a:t>
            </a:r>
            <a:r>
              <a:rPr lang="en-US" altLang="zh-CN" sz="1600" dirty="0">
                <a:cs typeface="微软雅黑" panose="020B0503020204020204" pitchFamily="34" charset="-122"/>
                <a:sym typeface="+mn-ea"/>
              </a:rPr>
              <a:t>72</a:t>
            </a:r>
            <a:r>
              <a:rPr lang="zh-CN" altLang="en-US" sz="1600" dirty="0">
                <a:cs typeface="微软雅黑" panose="020B0503020204020204" pitchFamily="34" charset="-122"/>
                <a:sym typeface="+mn-ea"/>
              </a:rPr>
              <a:t>个压裂段</a:t>
            </a:r>
            <a:endParaRPr sz="1600" dirty="0">
              <a:cs typeface="微软雅黑" panose="020B0503020204020204" pitchFamily="34" charset="-122"/>
              <a:sym typeface="+mn-ea"/>
            </a:endParaRPr>
          </a:p>
          <a:p>
            <a:pPr marL="342900" indent="-342900" algn="just">
              <a:lnSpc>
                <a:spcPct val="150000"/>
              </a:lnSpc>
              <a:buClr>
                <a:srgbClr val="FF0000"/>
              </a:buClr>
              <a:buFont typeface="Wingdings" panose="05000000000000000000" pitchFamily="2" charset="2"/>
              <a:buChar char="Ø"/>
            </a:pPr>
            <a:r>
              <a:rPr lang="zh-CN" sz="1600" dirty="0">
                <a:cs typeface="微软雅黑" panose="020B0503020204020204" pitchFamily="34" charset="-122"/>
                <a:sym typeface="+mn-ea"/>
              </a:rPr>
              <a:t>取</a:t>
            </a:r>
            <a:r>
              <a:rPr lang="zh-CN" altLang="en-US" sz="1600" dirty="0">
                <a:cs typeface="微软雅黑" panose="020B0503020204020204" pitchFamily="34" charset="-122"/>
                <a:sym typeface="+mn-ea"/>
              </a:rPr>
              <a:t>泸</a:t>
            </a:r>
            <a:r>
              <a:rPr lang="en-US" altLang="zh-CN" sz="1600" dirty="0">
                <a:cs typeface="微软雅黑" panose="020B0503020204020204" pitchFamily="34" charset="-122"/>
                <a:sym typeface="+mn-ea"/>
              </a:rPr>
              <a:t>203H10</a:t>
            </a:r>
            <a:r>
              <a:rPr lang="zh-CN" altLang="en-US" sz="1600" dirty="0">
                <a:cs typeface="微软雅黑" panose="020B0503020204020204" pitchFamily="34" charset="-122"/>
                <a:sym typeface="+mn-ea"/>
              </a:rPr>
              <a:t>平台</a:t>
            </a:r>
            <a:r>
              <a:rPr lang="en-US" altLang="zh-CN" sz="1600" dirty="0">
                <a:cs typeface="微软雅黑" panose="020B0503020204020204" pitchFamily="34" charset="-122"/>
                <a:sym typeface="+mn-ea"/>
              </a:rPr>
              <a:t>-1</a:t>
            </a:r>
            <a:r>
              <a:rPr lang="zh-CN" altLang="en-US" sz="1600" dirty="0">
                <a:cs typeface="微软雅黑" panose="020B0503020204020204" pitchFamily="34" charset="-122"/>
                <a:sym typeface="+mn-ea"/>
              </a:rPr>
              <a:t>井的前</a:t>
            </a:r>
            <a:r>
              <a:rPr lang="en-US" altLang="zh-CN" sz="1600" dirty="0">
                <a:cs typeface="微软雅黑" panose="020B0503020204020204" pitchFamily="34" charset="-122"/>
                <a:sym typeface="+mn-ea"/>
              </a:rPr>
              <a:t>12</a:t>
            </a:r>
            <a:r>
              <a:rPr lang="zh-CN" altLang="en-US" sz="1600" dirty="0">
                <a:cs typeface="微软雅黑" panose="020B0503020204020204" pitchFamily="34" charset="-122"/>
                <a:sym typeface="+mn-ea"/>
              </a:rPr>
              <a:t>段数据进行</a:t>
            </a:r>
            <a:r>
              <a:rPr lang="zh-CN" altLang="en-US" sz="1600" dirty="0">
                <a:solidFill>
                  <a:srgbClr val="FF0000"/>
                </a:solidFill>
                <a:cs typeface="微软雅黑" panose="020B0503020204020204" pitchFamily="34" charset="-122"/>
                <a:sym typeface="+mn-ea"/>
              </a:rPr>
              <a:t>信息挖掘</a:t>
            </a:r>
            <a:r>
              <a:rPr lang="zh-CN" altLang="en-US" sz="1600" dirty="0">
                <a:cs typeface="微软雅黑" panose="020B0503020204020204" pitchFamily="34" charset="-122"/>
                <a:sym typeface="+mn-ea"/>
              </a:rPr>
              <a:t>，对小波分解后的能量数据建立岩石类事件点数统计、改造体积估算、微地震结果对照等</a:t>
            </a:r>
            <a:r>
              <a:rPr lang="zh-CN" altLang="en-US" sz="1600" dirty="0">
                <a:solidFill>
                  <a:srgbClr val="FF0000"/>
                </a:solidFill>
                <a:cs typeface="微软雅黑" panose="020B0503020204020204" pitchFamily="34" charset="-122"/>
                <a:sym typeface="+mn-ea"/>
              </a:rPr>
              <a:t>多维度评价指标</a:t>
            </a:r>
            <a:endParaRPr lang="zh-CN" altLang="en-US" sz="1600" dirty="0">
              <a:cs typeface="微软雅黑" panose="020B0503020204020204" pitchFamily="34" charset="-122"/>
              <a:sym typeface="+mn-ea"/>
            </a:endParaRPr>
          </a:p>
          <a:p>
            <a:pPr marL="342900" indent="-342900" algn="just">
              <a:lnSpc>
                <a:spcPct val="150000"/>
              </a:lnSpc>
              <a:buClr>
                <a:srgbClr val="FF0000"/>
              </a:buClr>
              <a:buFont typeface="Wingdings" panose="05000000000000000000" pitchFamily="2" charset="2"/>
              <a:buChar char="Ø"/>
            </a:pPr>
            <a:r>
              <a:rPr lang="zh-CN" altLang="en-US" sz="1600" dirty="0">
                <a:cs typeface="微软雅黑" panose="020B0503020204020204" pitchFamily="34" charset="-122"/>
                <a:sym typeface="+mn-ea"/>
              </a:rPr>
              <a:t>最终确定最适用于</a:t>
            </a:r>
            <a:r>
              <a:rPr lang="zh-CN" altLang="en-US" sz="1600" dirty="0">
                <a:solidFill>
                  <a:srgbClr val="FF0000"/>
                </a:solidFill>
                <a:cs typeface="微软雅黑" panose="020B0503020204020204" pitchFamily="34" charset="-122"/>
                <a:sym typeface="+mn-ea"/>
              </a:rPr>
              <a:t>泸</a:t>
            </a:r>
            <a:r>
              <a:rPr lang="en-US" altLang="zh-CN" sz="1600" dirty="0">
                <a:solidFill>
                  <a:srgbClr val="FF0000"/>
                </a:solidFill>
                <a:cs typeface="微软雅黑" panose="020B0503020204020204" pitchFamily="34" charset="-122"/>
                <a:sym typeface="+mn-ea"/>
              </a:rPr>
              <a:t>203H10</a:t>
            </a:r>
            <a:r>
              <a:rPr lang="zh-CN" altLang="en-US" sz="1600" dirty="0">
                <a:solidFill>
                  <a:srgbClr val="FF0000"/>
                </a:solidFill>
                <a:cs typeface="微软雅黑" panose="020B0503020204020204" pitchFamily="34" charset="-122"/>
                <a:sym typeface="+mn-ea"/>
              </a:rPr>
              <a:t>平台</a:t>
            </a:r>
            <a:r>
              <a:rPr lang="zh-CN" altLang="en-US" sz="1600" dirty="0">
                <a:cs typeface="微软雅黑" panose="020B0503020204020204" pitchFamily="34" charset="-122"/>
                <a:sym typeface="+mn-ea"/>
              </a:rPr>
              <a:t>小波分解</a:t>
            </a:r>
            <a:r>
              <a:rPr lang="zh-CN" altLang="en-US" sz="1600" dirty="0">
                <a:solidFill>
                  <a:srgbClr val="FF0000"/>
                </a:solidFill>
                <a:cs typeface="微软雅黑" panose="020B0503020204020204" pitchFamily="34" charset="-122"/>
                <a:sym typeface="+mn-ea"/>
              </a:rPr>
              <a:t>关键参数</a:t>
            </a:r>
            <a:r>
              <a:rPr lang="zh-CN" altLang="en-US" sz="1600" dirty="0">
                <a:cs typeface="微软雅黑" panose="020B0503020204020204" pitchFamily="34" charset="-122"/>
                <a:sym typeface="+mn-ea"/>
              </a:rPr>
              <a:t>为采用</a:t>
            </a:r>
            <a:r>
              <a:rPr lang="en-US" altLang="zh-CN" sz="1600" dirty="0">
                <a:solidFill>
                  <a:srgbClr val="FF0000"/>
                </a:solidFill>
                <a:cs typeface="微软雅黑" panose="020B0503020204020204" pitchFamily="34" charset="-122"/>
                <a:sym typeface="+mn-ea"/>
              </a:rPr>
              <a:t>Db7</a:t>
            </a:r>
            <a:r>
              <a:rPr lang="zh-CN" altLang="en-US" sz="1600" dirty="0">
                <a:solidFill>
                  <a:srgbClr val="FF0000"/>
                </a:solidFill>
                <a:cs typeface="微软雅黑" panose="020B0503020204020204" pitchFamily="34" charset="-122"/>
                <a:sym typeface="+mn-ea"/>
              </a:rPr>
              <a:t>小波基</a:t>
            </a:r>
            <a:r>
              <a:rPr lang="zh-CN" altLang="en-US" sz="1600" dirty="0">
                <a:cs typeface="微软雅黑" panose="020B0503020204020204" pitchFamily="34" charset="-122"/>
                <a:sym typeface="+mn-ea"/>
              </a:rPr>
              <a:t>进行</a:t>
            </a:r>
            <a:r>
              <a:rPr lang="en-US" altLang="zh-CN" sz="1600" dirty="0">
                <a:solidFill>
                  <a:srgbClr val="FF0000"/>
                </a:solidFill>
                <a:cs typeface="微软雅黑" panose="020B0503020204020204" pitchFamily="34" charset="-122"/>
                <a:sym typeface="+mn-ea"/>
              </a:rPr>
              <a:t>7</a:t>
            </a:r>
            <a:r>
              <a:rPr lang="zh-CN" altLang="en-US" sz="1600" dirty="0">
                <a:solidFill>
                  <a:srgbClr val="FF0000"/>
                </a:solidFill>
                <a:cs typeface="微软雅黑" panose="020B0503020204020204" pitchFamily="34" charset="-122"/>
                <a:sym typeface="+mn-ea"/>
              </a:rPr>
              <a:t>、</a:t>
            </a:r>
            <a:r>
              <a:rPr lang="en-US" altLang="zh-CN" sz="1600" dirty="0">
                <a:solidFill>
                  <a:srgbClr val="FF0000"/>
                </a:solidFill>
                <a:cs typeface="微软雅黑" panose="020B0503020204020204" pitchFamily="34" charset="-122"/>
                <a:sym typeface="+mn-ea"/>
              </a:rPr>
              <a:t>8</a:t>
            </a:r>
            <a:r>
              <a:rPr lang="zh-CN" altLang="en-US" sz="1600" dirty="0">
                <a:solidFill>
                  <a:srgbClr val="FF0000"/>
                </a:solidFill>
                <a:cs typeface="微软雅黑" panose="020B0503020204020204" pitchFamily="34" charset="-122"/>
                <a:sym typeface="+mn-ea"/>
              </a:rPr>
              <a:t>、</a:t>
            </a:r>
            <a:r>
              <a:rPr lang="en-US" altLang="zh-CN" sz="1600" dirty="0">
                <a:solidFill>
                  <a:srgbClr val="FF0000"/>
                </a:solidFill>
                <a:cs typeface="微软雅黑" panose="020B0503020204020204" pitchFamily="34" charset="-122"/>
                <a:sym typeface="+mn-ea"/>
              </a:rPr>
              <a:t>9</a:t>
            </a:r>
            <a:r>
              <a:rPr lang="zh-CN" altLang="en-US" sz="1600" dirty="0">
                <a:solidFill>
                  <a:srgbClr val="FF0000"/>
                </a:solidFill>
                <a:cs typeface="微软雅黑" panose="020B0503020204020204" pitchFamily="34" charset="-122"/>
                <a:sym typeface="+mn-ea"/>
              </a:rPr>
              <a:t>级分解</a:t>
            </a:r>
            <a:endParaRPr lang="zh-CN" altLang="en-US" sz="1600" dirty="0">
              <a:solidFill>
                <a:srgbClr val="FF0000"/>
              </a:solidFill>
              <a:cs typeface="微软雅黑" panose="020B0503020204020204" pitchFamily="34" charset="-122"/>
            </a:endParaRPr>
          </a:p>
        </p:txBody>
      </p:sp>
      <p:sp>
        <p:nvSpPr>
          <p:cNvPr id="8" name="文本框 1"/>
          <p:cNvSpPr txBox="1">
            <a:spLocks noChangeArrowheads="1"/>
          </p:cNvSpPr>
          <p:nvPr/>
        </p:nvSpPr>
        <p:spPr bwMode="auto">
          <a:xfrm>
            <a:off x="6149975" y="6075861"/>
            <a:ext cx="58502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最优小波分解参数下压力、排量能量表现</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1"/>
          <p:cNvSpPr txBox="1">
            <a:spLocks noChangeArrowheads="1"/>
          </p:cNvSpPr>
          <p:nvPr/>
        </p:nvSpPr>
        <p:spPr bwMode="auto">
          <a:xfrm>
            <a:off x="280987" y="6075861"/>
            <a:ext cx="5868988"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泸203H10平台数据挖掘流程，共考察1728种情况</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116" name="图片 115"/>
          <p:cNvPicPr/>
          <p:nvPr/>
        </p:nvPicPr>
        <p:blipFill>
          <a:blip r:embed="rId1"/>
          <a:stretch>
            <a:fillRect/>
          </a:stretch>
        </p:blipFill>
        <p:spPr>
          <a:xfrm>
            <a:off x="280670" y="3460750"/>
            <a:ext cx="2747645" cy="2336165"/>
          </a:xfrm>
          <a:prstGeom prst="rect">
            <a:avLst/>
          </a:prstGeom>
        </p:spPr>
      </p:pic>
      <p:pic>
        <p:nvPicPr>
          <p:cNvPr id="117" name="图片 116"/>
          <p:cNvPicPr/>
          <p:nvPr/>
        </p:nvPicPr>
        <p:blipFill>
          <a:blip r:embed="rId2"/>
          <a:stretch>
            <a:fillRect/>
          </a:stretch>
        </p:blipFill>
        <p:spPr>
          <a:xfrm>
            <a:off x="3190875" y="3460750"/>
            <a:ext cx="2860040" cy="2362835"/>
          </a:xfrm>
          <a:prstGeom prst="rect">
            <a:avLst/>
          </a:prstGeom>
        </p:spPr>
      </p:pic>
      <p:pic>
        <p:nvPicPr>
          <p:cNvPr id="12" name="图片 11" descr="第9级分解"/>
          <p:cNvPicPr/>
          <p:nvPr/>
        </p:nvPicPr>
        <p:blipFill>
          <a:blip r:embed="rId3"/>
          <a:stretch>
            <a:fillRect/>
          </a:stretch>
        </p:blipFill>
        <p:spPr>
          <a:xfrm>
            <a:off x="6456045" y="3403600"/>
            <a:ext cx="5040000" cy="828000"/>
          </a:xfrm>
          <a:prstGeom prst="rect">
            <a:avLst/>
          </a:prstGeom>
        </p:spPr>
      </p:pic>
      <p:pic>
        <p:nvPicPr>
          <p:cNvPr id="14" name="图片 13" descr="第7级分解"/>
          <p:cNvPicPr/>
          <p:nvPr/>
        </p:nvPicPr>
        <p:blipFill>
          <a:blip r:embed="rId4"/>
          <a:stretch>
            <a:fillRect/>
          </a:stretch>
        </p:blipFill>
        <p:spPr>
          <a:xfrm>
            <a:off x="6456045" y="4231640"/>
            <a:ext cx="5040000" cy="828000"/>
          </a:xfrm>
          <a:prstGeom prst="rect">
            <a:avLst/>
          </a:prstGeom>
        </p:spPr>
      </p:pic>
      <p:pic>
        <p:nvPicPr>
          <p:cNvPr id="15" name="图片 14" descr="第8级分解"/>
          <p:cNvPicPr/>
          <p:nvPr/>
        </p:nvPicPr>
        <p:blipFill>
          <a:blip r:embed="rId5"/>
          <a:stretch>
            <a:fillRect/>
          </a:stretch>
        </p:blipFill>
        <p:spPr>
          <a:xfrm>
            <a:off x="6456045" y="5054600"/>
            <a:ext cx="5040000" cy="828000"/>
          </a:xfrm>
          <a:prstGeom prst="rect">
            <a:avLst/>
          </a:prstGeom>
        </p:spPr>
      </p:pic>
      <p:sp>
        <p:nvSpPr>
          <p:cNvPr id="13"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1035367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5</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、基于最优关键参数对压力曲线主体携砂阶段开展特征分析，实现了对压力信号的多级小波分解</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8286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sz="1600" dirty="0" err="1">
                <a:solidFill>
                  <a:srgbClr val="FF0000"/>
                </a:solidFill>
                <a:sym typeface="+mn-ea"/>
              </a:rPr>
              <a:t>小波基</a:t>
            </a:r>
            <a:r>
              <a:rPr sz="1600" dirty="0" err="1">
                <a:sym typeface="+mn-ea"/>
              </a:rPr>
              <a:t>在</a:t>
            </a:r>
            <a:r>
              <a:rPr lang="zh-CN" altLang="en-US" sz="1600" dirty="0" err="1">
                <a:sym typeface="+mn-ea"/>
              </a:rPr>
              <a:t>施工曲线主体携砂阶段曲线</a:t>
            </a:r>
            <a:r>
              <a:rPr sz="1600" dirty="0" err="1">
                <a:sym typeface="+mn-ea"/>
              </a:rPr>
              <a:t>上进行</a:t>
            </a:r>
            <a:r>
              <a:rPr lang="zh-CN" sz="1600" dirty="0" err="1">
                <a:sym typeface="+mn-ea"/>
              </a:rPr>
              <a:t>缩</a:t>
            </a:r>
            <a:r>
              <a:rPr lang="zh-CN" altLang="en-US" sz="1600" dirty="0" err="1">
                <a:sym typeface="+mn-ea"/>
              </a:rPr>
              <a:t>放、平移运算</a:t>
            </a:r>
            <a:r>
              <a:rPr sz="1600" dirty="0" err="1">
                <a:sym typeface="+mn-ea"/>
              </a:rPr>
              <a:t>，每次运算将曲线信号分为</a:t>
            </a:r>
            <a:r>
              <a:rPr sz="1600" dirty="0" err="1">
                <a:solidFill>
                  <a:srgbClr val="FF0000"/>
                </a:solidFill>
                <a:sym typeface="+mn-ea"/>
              </a:rPr>
              <a:t>高频和低频</a:t>
            </a:r>
            <a:r>
              <a:rPr sz="1600" dirty="0" err="1">
                <a:sym typeface="+mn-ea"/>
              </a:rPr>
              <a:t>分量两个部分</a:t>
            </a:r>
            <a:endParaRPr sz="1600" dirty="0"/>
          </a:p>
          <a:p>
            <a:pPr marL="342900" indent="-342900" algn="just">
              <a:lnSpc>
                <a:spcPct val="150000"/>
              </a:lnSpc>
              <a:buClr>
                <a:srgbClr val="FF0000"/>
              </a:buClr>
              <a:buFont typeface="Wingdings" panose="05000000000000000000" charset="0"/>
              <a:buChar char="l"/>
            </a:pPr>
            <a:r>
              <a:rPr sz="1600" dirty="0" err="1">
                <a:sym typeface="+mn-ea"/>
              </a:rPr>
              <a:t>对</a:t>
            </a:r>
            <a:r>
              <a:rPr sz="1600" dirty="0" err="1">
                <a:solidFill>
                  <a:srgbClr val="FF0000"/>
                </a:solidFill>
                <a:sym typeface="+mn-ea"/>
              </a:rPr>
              <a:t>低频分量</a:t>
            </a:r>
            <a:r>
              <a:rPr sz="1600" dirty="0" err="1">
                <a:sym typeface="+mn-ea"/>
              </a:rPr>
              <a:t>再次进行小波基</a:t>
            </a:r>
            <a:r>
              <a:rPr lang="zh-CN" altLang="en-US" sz="1600" dirty="0" err="1">
                <a:sym typeface="+mn-ea"/>
              </a:rPr>
              <a:t>的缩放、平移运算</a:t>
            </a:r>
            <a:r>
              <a:rPr sz="1600" dirty="0" err="1">
                <a:sym typeface="+mn-ea"/>
              </a:rPr>
              <a:t>，不断循环此操作，直到达到</a:t>
            </a:r>
            <a:r>
              <a:rPr sz="1600" dirty="0" err="1">
                <a:solidFill>
                  <a:srgbClr val="FF0000"/>
                </a:solidFill>
                <a:sym typeface="+mn-ea"/>
              </a:rPr>
              <a:t>最大理论分解层次</a:t>
            </a:r>
            <a:endParaRPr lang="zh-CN" altLang="en-US" sz="1600" dirty="0">
              <a:cs typeface="Times New Roman" panose="02020603050405020304" pitchFamily="18" charset="0"/>
            </a:endParaRPr>
          </a:p>
        </p:txBody>
      </p:sp>
      <p:sp>
        <p:nvSpPr>
          <p:cNvPr id="12" name="文本框 11"/>
          <p:cNvSpPr txBox="1"/>
          <p:nvPr/>
        </p:nvSpPr>
        <p:spPr>
          <a:xfrm>
            <a:off x="275590" y="6035675"/>
            <a:ext cx="11795760"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井口施工曲线多级小波变换流程示意图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descr="泸203H10-1井加砂压裂第1段曲线"/>
          <p:cNvPicPr>
            <a:picLocks noChangeAspect="1"/>
          </p:cNvPicPr>
          <p:nvPr/>
        </p:nvPicPr>
        <p:blipFill>
          <a:blip r:embed="rId1"/>
          <a:stretch>
            <a:fillRect/>
          </a:stretch>
        </p:blipFill>
        <p:spPr>
          <a:xfrm>
            <a:off x="435610" y="2378710"/>
            <a:ext cx="4482465" cy="2376170"/>
          </a:xfrm>
          <a:prstGeom prst="rect">
            <a:avLst/>
          </a:prstGeom>
        </p:spPr>
      </p:pic>
      <p:pic>
        <p:nvPicPr>
          <p:cNvPr id="39" name="图片 38" descr="01、泸203H10-1井加砂压裂第1段秒点第1级分解下压力、排量小波能量归一化结果"/>
          <p:cNvPicPr/>
          <p:nvPr/>
        </p:nvPicPr>
        <p:blipFill>
          <a:blip r:embed="rId2"/>
          <a:stretch>
            <a:fillRect/>
          </a:stretch>
        </p:blipFill>
        <p:spPr>
          <a:xfrm>
            <a:off x="150495" y="4897120"/>
            <a:ext cx="4930775" cy="1108075"/>
          </a:xfrm>
          <a:prstGeom prst="rect">
            <a:avLst/>
          </a:prstGeom>
          <a:ln>
            <a:solidFill>
              <a:schemeClr val="tx1"/>
            </a:solidFill>
          </a:ln>
        </p:spPr>
      </p:pic>
      <p:sp>
        <p:nvSpPr>
          <p:cNvPr id="40" name="矩形 39"/>
          <p:cNvSpPr/>
          <p:nvPr/>
        </p:nvSpPr>
        <p:spPr>
          <a:xfrm>
            <a:off x="435610" y="4981575"/>
            <a:ext cx="4361815" cy="880745"/>
          </a:xfrm>
          <a:prstGeom prst="rect">
            <a:avLst/>
          </a:prstGeom>
          <a:solidFill>
            <a:schemeClr val="bg1"/>
          </a:solidFill>
          <a:ln>
            <a:solidFill>
              <a:schemeClr val="bg1"/>
            </a:solid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pic>
        <p:nvPicPr>
          <p:cNvPr id="45" name="图片 44" descr="01、泸203H10-1井加砂压裂第1段秒点第2级分解下压力、排量小波能量归一化结果"/>
          <p:cNvPicPr/>
          <p:nvPr/>
        </p:nvPicPr>
        <p:blipFill>
          <a:blip r:embed="rId3"/>
          <a:stretch>
            <a:fillRect/>
          </a:stretch>
        </p:blipFill>
        <p:spPr>
          <a:xfrm>
            <a:off x="5355590" y="2345309"/>
            <a:ext cx="3240000" cy="900000"/>
          </a:xfrm>
          <a:prstGeom prst="rect">
            <a:avLst/>
          </a:prstGeom>
          <a:ln>
            <a:solidFill>
              <a:schemeClr val="tx1"/>
            </a:solidFill>
          </a:ln>
        </p:spPr>
      </p:pic>
      <p:pic>
        <p:nvPicPr>
          <p:cNvPr id="46" name="图片 45" descr="01、泸203H10-1井加砂压裂第1段秒点第3级分解下压力、排量小波能量归一化结果"/>
          <p:cNvPicPr/>
          <p:nvPr/>
        </p:nvPicPr>
        <p:blipFill>
          <a:blip r:embed="rId4"/>
          <a:stretch>
            <a:fillRect/>
          </a:stretch>
        </p:blipFill>
        <p:spPr>
          <a:xfrm>
            <a:off x="5355590" y="3247472"/>
            <a:ext cx="3240000" cy="900000"/>
          </a:xfrm>
          <a:prstGeom prst="rect">
            <a:avLst/>
          </a:prstGeom>
          <a:ln>
            <a:solidFill>
              <a:schemeClr val="tx1"/>
            </a:solidFill>
          </a:ln>
        </p:spPr>
      </p:pic>
      <p:pic>
        <p:nvPicPr>
          <p:cNvPr id="47" name="图片 46" descr="01、泸203H10-1井加砂压裂第1段秒点第4级分解下压力、排量小波能量归一化结果"/>
          <p:cNvPicPr/>
          <p:nvPr/>
        </p:nvPicPr>
        <p:blipFill>
          <a:blip r:embed="rId5"/>
          <a:stretch>
            <a:fillRect/>
          </a:stretch>
        </p:blipFill>
        <p:spPr>
          <a:xfrm>
            <a:off x="5355590" y="4147095"/>
            <a:ext cx="3240000" cy="900000"/>
          </a:xfrm>
          <a:prstGeom prst="rect">
            <a:avLst/>
          </a:prstGeom>
          <a:ln>
            <a:solidFill>
              <a:schemeClr val="tx1"/>
            </a:solidFill>
          </a:ln>
        </p:spPr>
      </p:pic>
      <p:pic>
        <p:nvPicPr>
          <p:cNvPr id="48" name="图片 47" descr="01、泸203H10-1井加砂压裂第1段秒点第5级分解下压力、排量小波能量归一化结果"/>
          <p:cNvPicPr/>
          <p:nvPr/>
        </p:nvPicPr>
        <p:blipFill>
          <a:blip r:embed="rId6"/>
          <a:stretch>
            <a:fillRect/>
          </a:stretch>
        </p:blipFill>
        <p:spPr>
          <a:xfrm>
            <a:off x="5355590" y="5047285"/>
            <a:ext cx="3240000" cy="900000"/>
          </a:xfrm>
          <a:prstGeom prst="rect">
            <a:avLst/>
          </a:prstGeom>
          <a:ln>
            <a:solidFill>
              <a:schemeClr val="tx1"/>
            </a:solidFill>
          </a:ln>
        </p:spPr>
      </p:pic>
      <p:pic>
        <p:nvPicPr>
          <p:cNvPr id="49" name="图片 48" descr="01、泸203H10-1井加砂压裂第1段秒点第6级分解下压力、排量小波能量归一化结果"/>
          <p:cNvPicPr/>
          <p:nvPr/>
        </p:nvPicPr>
        <p:blipFill>
          <a:blip r:embed="rId7"/>
          <a:stretch>
            <a:fillRect/>
          </a:stretch>
        </p:blipFill>
        <p:spPr>
          <a:xfrm>
            <a:off x="8832215" y="2348044"/>
            <a:ext cx="3240000" cy="900000"/>
          </a:xfrm>
          <a:prstGeom prst="rect">
            <a:avLst/>
          </a:prstGeom>
          <a:ln>
            <a:solidFill>
              <a:schemeClr val="tx1"/>
            </a:solidFill>
          </a:ln>
        </p:spPr>
      </p:pic>
      <p:pic>
        <p:nvPicPr>
          <p:cNvPr id="50" name="图片 49" descr="01、泸203H10-1井加砂压裂第1段秒点第8级分解下压力、排量小波能量归一化结果"/>
          <p:cNvPicPr/>
          <p:nvPr/>
        </p:nvPicPr>
        <p:blipFill>
          <a:blip r:embed="rId8"/>
          <a:stretch>
            <a:fillRect/>
          </a:stretch>
        </p:blipFill>
        <p:spPr>
          <a:xfrm>
            <a:off x="8832215" y="3257339"/>
            <a:ext cx="3240000" cy="900000"/>
          </a:xfrm>
          <a:prstGeom prst="rect">
            <a:avLst/>
          </a:prstGeom>
          <a:ln w="9525">
            <a:solidFill>
              <a:schemeClr val="tx1"/>
            </a:solidFill>
          </a:ln>
        </p:spPr>
      </p:pic>
      <p:pic>
        <p:nvPicPr>
          <p:cNvPr id="51" name="图片 50" descr="01、泸203H10-1井加砂压裂第1段秒点第9级分解下压力、排量小波能量归一化结果"/>
          <p:cNvPicPr/>
          <p:nvPr/>
        </p:nvPicPr>
        <p:blipFill>
          <a:blip r:embed="rId9"/>
          <a:stretch>
            <a:fillRect/>
          </a:stretch>
        </p:blipFill>
        <p:spPr>
          <a:xfrm>
            <a:off x="8831580" y="4166870"/>
            <a:ext cx="3240000" cy="900000"/>
          </a:xfrm>
          <a:prstGeom prst="rect">
            <a:avLst/>
          </a:prstGeom>
          <a:ln w="9525">
            <a:solidFill>
              <a:schemeClr val="tx1"/>
            </a:solidFill>
          </a:ln>
        </p:spPr>
      </p:pic>
      <p:pic>
        <p:nvPicPr>
          <p:cNvPr id="52" name="图片 51" descr="01、泸203H10-1井加砂压裂第1段秒点第10级分解下压力、排量小波能量归一化结果"/>
          <p:cNvPicPr/>
          <p:nvPr/>
        </p:nvPicPr>
        <p:blipFill>
          <a:blip r:embed="rId10"/>
          <a:stretch>
            <a:fillRect/>
          </a:stretch>
        </p:blipFill>
        <p:spPr>
          <a:xfrm>
            <a:off x="8827135" y="5063719"/>
            <a:ext cx="3240000" cy="900000"/>
          </a:xfrm>
          <a:prstGeom prst="rect">
            <a:avLst/>
          </a:prstGeom>
          <a:ln>
            <a:solidFill>
              <a:schemeClr val="tx1"/>
            </a:solidFill>
          </a:ln>
        </p:spPr>
      </p:pic>
      <p:sp>
        <p:nvSpPr>
          <p:cNvPr id="44" name="矩形 43"/>
          <p:cNvSpPr/>
          <p:nvPr/>
        </p:nvSpPr>
        <p:spPr>
          <a:xfrm>
            <a:off x="5589270" y="2398395"/>
            <a:ext cx="2750185" cy="735965"/>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3" name="矩形 52"/>
          <p:cNvSpPr/>
          <p:nvPr/>
        </p:nvSpPr>
        <p:spPr>
          <a:xfrm>
            <a:off x="5589270" y="3303270"/>
            <a:ext cx="2750185" cy="735965"/>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4" name="矩形 53"/>
          <p:cNvSpPr/>
          <p:nvPr/>
        </p:nvSpPr>
        <p:spPr>
          <a:xfrm>
            <a:off x="5581650" y="4210685"/>
            <a:ext cx="2750185" cy="735965"/>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5" name="矩形 54"/>
          <p:cNvSpPr/>
          <p:nvPr/>
        </p:nvSpPr>
        <p:spPr>
          <a:xfrm>
            <a:off x="5581650" y="5104130"/>
            <a:ext cx="2750185" cy="735965"/>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6" name="矩形 55"/>
          <p:cNvSpPr/>
          <p:nvPr/>
        </p:nvSpPr>
        <p:spPr>
          <a:xfrm>
            <a:off x="9081770" y="2418715"/>
            <a:ext cx="2750185" cy="735965"/>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7" name="矩形 56"/>
          <p:cNvSpPr/>
          <p:nvPr/>
        </p:nvSpPr>
        <p:spPr>
          <a:xfrm>
            <a:off x="9083675" y="3324225"/>
            <a:ext cx="2750185" cy="735965"/>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8" name="矩形 57"/>
          <p:cNvSpPr/>
          <p:nvPr/>
        </p:nvSpPr>
        <p:spPr>
          <a:xfrm>
            <a:off x="9103995" y="4222115"/>
            <a:ext cx="2750185" cy="735965"/>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9" name="矩形 58"/>
          <p:cNvSpPr/>
          <p:nvPr/>
        </p:nvSpPr>
        <p:spPr>
          <a:xfrm>
            <a:off x="9091930" y="5122545"/>
            <a:ext cx="2750185" cy="735965"/>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pic>
        <p:nvPicPr>
          <p:cNvPr id="7" name="图片 6"/>
          <p:cNvPicPr>
            <a:picLocks noChangeAspect="1"/>
          </p:cNvPicPr>
          <p:nvPr/>
        </p:nvPicPr>
        <p:blipFill>
          <a:blip r:embed="rId11"/>
          <a:stretch>
            <a:fillRect/>
          </a:stretch>
        </p:blipFill>
        <p:spPr>
          <a:xfrm>
            <a:off x="1745615" y="3244850"/>
            <a:ext cx="359410" cy="331470"/>
          </a:xfrm>
          <a:prstGeom prst="rect">
            <a:avLst/>
          </a:prstGeom>
        </p:spPr>
      </p:pic>
      <p:sp>
        <p:nvSpPr>
          <p:cNvPr id="26"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afterEffect">
                                  <p:stCondLst>
                                    <p:cond delay="0"/>
                                  </p:stCondLst>
                                  <p:childTnLst>
                                    <p:animMotion origin="layout" path="M -0.0138542 0 L 0.16724 0 " pathEditMode="relative" rAng="0" ptsTypes="">
                                      <p:cBhvr>
                                        <p:cTn id="6" dur="2000" fill="hold"/>
                                        <p:tgtEl>
                                          <p:spTgt spid="7"/>
                                        </p:tgtEl>
                                        <p:attrNameLst>
                                          <p:attrName>ppt_x</p:attrName>
                                          <p:attrName>ppt_y</p:attrName>
                                        </p:attrNameLst>
                                      </p:cBhvr>
                                      <p:rCtr x="121" y="0"/>
                                    </p:animMotion>
                                  </p:childTnLst>
                                </p:cTn>
                              </p:par>
                              <p:par>
                                <p:cTn id="7" presetID="22" presetClass="exit" presetSubtype="8" fill="hold" grpId="0" nodeType="withEffect">
                                  <p:stCondLst>
                                    <p:cond delay="0"/>
                                  </p:stCondLst>
                                  <p:childTnLst>
                                    <p:animEffect transition="out" filter="wipe(left)">
                                      <p:cBhvr>
                                        <p:cTn id="8" dur="2000"/>
                                        <p:tgtEl>
                                          <p:spTgt spid="40"/>
                                        </p:tgtEl>
                                      </p:cBhvr>
                                    </p:animEffect>
                                    <p:set>
                                      <p:cBhvr>
                                        <p:cTn id="9" dur="1" fill="hold">
                                          <p:stCondLst>
                                            <p:cond delay="1996"/>
                                          </p:stCondLst>
                                        </p:cTn>
                                        <p:tgtEl>
                                          <p:spTgt spid="40"/>
                                        </p:tgtEl>
                                        <p:attrNameLst>
                                          <p:attrName>style.visibility</p:attrName>
                                        </p:attrNameLst>
                                      </p:cBhvr>
                                      <p:to>
                                        <p:strVal val="hidden"/>
                                      </p:to>
                                    </p:set>
                                  </p:childTnLst>
                                </p:cTn>
                              </p:par>
                            </p:childTnLst>
                          </p:cTn>
                        </p:par>
                        <p:par>
                          <p:cTn id="10" fill="hold">
                            <p:stCondLst>
                              <p:cond delay="2000"/>
                            </p:stCondLst>
                            <p:childTnLst>
                              <p:par>
                                <p:cTn id="11" presetID="0" presetClass="path" presetSubtype="0" accel="50000" decel="50000" fill="hold" nodeType="afterEffect">
                                  <p:stCondLst>
                                    <p:cond delay="0"/>
                                  </p:stCondLst>
                                  <p:childTnLst>
                                    <p:animMotion origin="layout" path="M 0.164323 0.00212963 L -0.119792 0.330463 " pathEditMode="relative" rAng="0" ptsTypes="">
                                      <p:cBhvr>
                                        <p:cTn id="12" dur="1000" fill="hold"/>
                                        <p:tgtEl>
                                          <p:spTgt spid="7"/>
                                        </p:tgtEl>
                                        <p:attrNameLst>
                                          <p:attrName>ppt_x</p:attrName>
                                          <p:attrName>ppt_y</p:attrName>
                                        </p:attrNameLst>
                                      </p:cBhvr>
                                      <p:rCtr x="-141" y="164"/>
                                    </p:animMotion>
                                  </p:childTnLst>
                                </p:cTn>
                              </p:par>
                            </p:childTnLst>
                          </p:cTn>
                        </p:par>
                        <p:par>
                          <p:cTn id="13" fill="hold">
                            <p:stCondLst>
                              <p:cond delay="3000"/>
                            </p:stCondLst>
                            <p:childTnLst>
                              <p:par>
                                <p:cTn id="14" presetID="0" presetClass="path" presetSubtype="0" accel="50000" decel="50000" fill="hold" nodeType="afterEffect">
                                  <p:stCondLst>
                                    <p:cond delay="0"/>
                                  </p:stCondLst>
                                  <p:childTnLst>
                                    <p:animMotion origin="layout" path="M -0.120469 0.332593 L 0.233333 0.331574 " pathEditMode="relative" rAng="0" ptsTypes="">
                                      <p:cBhvr>
                                        <p:cTn id="15" dur="2000" fill="hold"/>
                                        <p:tgtEl>
                                          <p:spTgt spid="7"/>
                                        </p:tgtEl>
                                        <p:attrNameLst>
                                          <p:attrName>ppt_x</p:attrName>
                                          <p:attrName>ppt_y</p:attrName>
                                        </p:attrNameLst>
                                      </p:cBhvr>
                                      <p:rCtr x="176" y="11"/>
                                    </p:animMotion>
                                  </p:childTnLst>
                                </p:cTn>
                              </p:par>
                              <p:par>
                                <p:cTn id="16" presetID="22" presetClass="exit" presetSubtype="8" fill="hold" grpId="0" nodeType="withEffect">
                                  <p:stCondLst>
                                    <p:cond delay="0"/>
                                  </p:stCondLst>
                                  <p:childTnLst>
                                    <p:animEffect transition="out" filter="wipe(left)">
                                      <p:cBhvr>
                                        <p:cTn id="17" dur="2000"/>
                                        <p:tgtEl>
                                          <p:spTgt spid="44"/>
                                        </p:tgtEl>
                                      </p:cBhvr>
                                    </p:animEffect>
                                    <p:set>
                                      <p:cBhvr>
                                        <p:cTn id="18" dur="1" fill="hold">
                                          <p:stCondLst>
                                            <p:cond delay="1996"/>
                                          </p:stCondLst>
                                        </p:cTn>
                                        <p:tgtEl>
                                          <p:spTgt spid="44"/>
                                        </p:tgtEl>
                                        <p:attrNameLst>
                                          <p:attrName>style.visibility</p:attrName>
                                        </p:attrNameLst>
                                      </p:cBhvr>
                                      <p:to>
                                        <p:strVal val="hidden"/>
                                      </p:to>
                                    </p:set>
                                  </p:childTnLst>
                                </p:cTn>
                              </p:par>
                            </p:childTnLst>
                          </p:cTn>
                        </p:par>
                        <p:par>
                          <p:cTn id="19" fill="hold">
                            <p:stCondLst>
                              <p:cond delay="5000"/>
                            </p:stCondLst>
                            <p:childTnLst>
                              <p:par>
                                <p:cTn id="20" presetID="0" presetClass="path" presetSubtype="0" accel="50000" decel="50000" fill="hold" nodeType="afterEffect">
                                  <p:stCondLst>
                                    <p:cond delay="0"/>
                                  </p:stCondLst>
                                  <p:childTnLst>
                                    <p:animMotion origin="layout" path="M 0.225781 0.331481 L 0.309063 -0.0662037 " pathEditMode="relative" rAng="0" ptsTypes="">
                                      <p:cBhvr>
                                        <p:cTn id="21" dur="1000" fill="hold"/>
                                        <p:tgtEl>
                                          <p:spTgt spid="7"/>
                                        </p:tgtEl>
                                        <p:attrNameLst>
                                          <p:attrName>ppt_x</p:attrName>
                                          <p:attrName>ppt_y</p:attrName>
                                        </p:attrNameLst>
                                      </p:cBhvr>
                                      <p:rCtr x="38" y="-198"/>
                                    </p:animMotion>
                                  </p:childTnLst>
                                </p:cTn>
                              </p:par>
                            </p:childTnLst>
                          </p:cTn>
                        </p:par>
                        <p:par>
                          <p:cTn id="22" fill="hold">
                            <p:stCondLst>
                              <p:cond delay="6000"/>
                            </p:stCondLst>
                            <p:childTnLst>
                              <p:par>
                                <p:cTn id="23" presetID="0" presetClass="path" presetSubtype="0" accel="50000" decel="50000" fill="hold" nodeType="afterEffect">
                                  <p:stCondLst>
                                    <p:cond delay="0"/>
                                  </p:stCondLst>
                                  <p:childTnLst>
                                    <p:animMotion origin="layout" path="M 0.307135 -0.059537 L 0.530312 -0.0617593 " pathEditMode="relative" rAng="0" ptsTypes="">
                                      <p:cBhvr>
                                        <p:cTn id="24" dur="2000" fill="hold"/>
                                        <p:tgtEl>
                                          <p:spTgt spid="7"/>
                                        </p:tgtEl>
                                        <p:attrNameLst>
                                          <p:attrName>ppt_x</p:attrName>
                                          <p:attrName>ppt_y</p:attrName>
                                        </p:attrNameLst>
                                      </p:cBhvr>
                                      <p:rCtr x="112" y="-1"/>
                                    </p:animMotion>
                                  </p:childTnLst>
                                </p:cTn>
                              </p:par>
                              <p:par>
                                <p:cTn id="25" presetID="22" presetClass="exit" presetSubtype="8" fill="hold" grpId="0" nodeType="withEffect">
                                  <p:stCondLst>
                                    <p:cond delay="0"/>
                                  </p:stCondLst>
                                  <p:childTnLst>
                                    <p:animEffect transition="out" filter="wipe(left)">
                                      <p:cBhvr>
                                        <p:cTn id="26" dur="2000"/>
                                        <p:tgtEl>
                                          <p:spTgt spid="53"/>
                                        </p:tgtEl>
                                      </p:cBhvr>
                                    </p:animEffect>
                                    <p:set>
                                      <p:cBhvr>
                                        <p:cTn id="27" dur="1" fill="hold">
                                          <p:stCondLst>
                                            <p:cond delay="1996"/>
                                          </p:stCondLst>
                                        </p:cTn>
                                        <p:tgtEl>
                                          <p:spTgt spid="53"/>
                                        </p:tgtEl>
                                        <p:attrNameLst>
                                          <p:attrName>style.visibility</p:attrName>
                                        </p:attrNameLst>
                                      </p:cBhvr>
                                      <p:to>
                                        <p:strVal val="hidden"/>
                                      </p:to>
                                    </p:set>
                                  </p:childTnLst>
                                </p:cTn>
                              </p:par>
                            </p:childTnLst>
                          </p:cTn>
                        </p:par>
                        <p:par>
                          <p:cTn id="28" fill="hold">
                            <p:stCondLst>
                              <p:cond delay="8000"/>
                            </p:stCondLst>
                            <p:childTnLst>
                              <p:par>
                                <p:cTn id="29" presetID="0" presetClass="path" presetSubtype="0" accel="50000" decel="50000" fill="hold" nodeType="afterEffect">
                                  <p:stCondLst>
                                    <p:cond delay="0"/>
                                  </p:stCondLst>
                                  <p:childTnLst>
                                    <p:animMotion origin="layout" path="M 0.526979 -0.0599074 L 0.301562 0.0749074 " pathEditMode="relative" rAng="0" ptsTypes="">
                                      <p:cBhvr>
                                        <p:cTn id="30" dur="1000" fill="hold"/>
                                        <p:tgtEl>
                                          <p:spTgt spid="7"/>
                                        </p:tgtEl>
                                        <p:attrNameLst>
                                          <p:attrName>ppt_x</p:attrName>
                                          <p:attrName>ppt_y</p:attrName>
                                        </p:attrNameLst>
                                      </p:cBhvr>
                                      <p:rCtr x="-110" y="67"/>
                                    </p:animMotion>
                                  </p:childTnLst>
                                </p:cTn>
                              </p:par>
                            </p:childTnLst>
                          </p:cTn>
                        </p:par>
                        <p:par>
                          <p:cTn id="31" fill="hold">
                            <p:stCondLst>
                              <p:cond delay="9000"/>
                            </p:stCondLst>
                            <p:childTnLst>
                              <p:par>
                                <p:cTn id="32" presetID="0" presetClass="path" presetSubtype="0" accel="50000" decel="50000" fill="hold" nodeType="afterEffect">
                                  <p:stCondLst>
                                    <p:cond delay="0"/>
                                  </p:stCondLst>
                                  <p:childTnLst>
                                    <p:animMotion origin="layout" path="M 0.30276 0.0693519 L 0.530312 0.0693519 " pathEditMode="relative" rAng="0" ptsTypes="">
                                      <p:cBhvr>
                                        <p:cTn id="33" dur="2000" fill="hold"/>
                                        <p:tgtEl>
                                          <p:spTgt spid="7"/>
                                        </p:tgtEl>
                                        <p:attrNameLst>
                                          <p:attrName>ppt_x</p:attrName>
                                          <p:attrName>ppt_y</p:attrName>
                                        </p:attrNameLst>
                                      </p:cBhvr>
                                      <p:rCtr x="115" y="2"/>
                                    </p:animMotion>
                                  </p:childTnLst>
                                </p:cTn>
                              </p:par>
                              <p:par>
                                <p:cTn id="34" presetID="22" presetClass="exit" presetSubtype="8" fill="hold" grpId="0" nodeType="withEffect">
                                  <p:stCondLst>
                                    <p:cond delay="0"/>
                                  </p:stCondLst>
                                  <p:childTnLst>
                                    <p:animEffect transition="out" filter="wipe(left)">
                                      <p:cBhvr>
                                        <p:cTn id="35" dur="2000"/>
                                        <p:tgtEl>
                                          <p:spTgt spid="54"/>
                                        </p:tgtEl>
                                      </p:cBhvr>
                                    </p:animEffect>
                                    <p:set>
                                      <p:cBhvr>
                                        <p:cTn id="36" dur="1" fill="hold">
                                          <p:stCondLst>
                                            <p:cond delay="1996"/>
                                          </p:stCondLst>
                                        </p:cTn>
                                        <p:tgtEl>
                                          <p:spTgt spid="54"/>
                                        </p:tgtEl>
                                        <p:attrNameLst>
                                          <p:attrName>style.visibility</p:attrName>
                                        </p:attrNameLst>
                                      </p:cBhvr>
                                      <p:to>
                                        <p:strVal val="hidden"/>
                                      </p:to>
                                    </p:set>
                                  </p:childTnLst>
                                </p:cTn>
                              </p:par>
                            </p:childTnLst>
                          </p:cTn>
                        </p:par>
                        <p:par>
                          <p:cTn id="37" fill="hold">
                            <p:stCondLst>
                              <p:cond delay="11000"/>
                            </p:stCondLst>
                            <p:childTnLst>
                              <p:par>
                                <p:cTn id="38" presetID="0" presetClass="path" presetSubtype="0" accel="50000" decel="50000" fill="hold" nodeType="afterEffect">
                                  <p:stCondLst>
                                    <p:cond delay="0"/>
                                  </p:stCondLst>
                                  <p:childTnLst>
                                    <p:animMotion origin="layout" path="M 0.528385 0.0659259 L 0.303438 0.206019 " pathEditMode="relative" rAng="0" ptsTypes="">
                                      <p:cBhvr>
                                        <p:cTn id="39" dur="1000" fill="hold"/>
                                        <p:tgtEl>
                                          <p:spTgt spid="7"/>
                                        </p:tgtEl>
                                        <p:attrNameLst>
                                          <p:attrName>ppt_x</p:attrName>
                                          <p:attrName>ppt_y</p:attrName>
                                        </p:attrNameLst>
                                      </p:cBhvr>
                                      <p:rCtr x="-115" y="70"/>
                                    </p:animMotion>
                                  </p:childTnLst>
                                </p:cTn>
                              </p:par>
                            </p:childTnLst>
                          </p:cTn>
                        </p:par>
                        <p:par>
                          <p:cTn id="40" fill="hold">
                            <p:stCondLst>
                              <p:cond delay="12000"/>
                            </p:stCondLst>
                            <p:childTnLst>
                              <p:par>
                                <p:cTn id="41" presetID="0" presetClass="path" presetSubtype="0" accel="50000" decel="50000" fill="hold" nodeType="afterEffect">
                                  <p:stCondLst>
                                    <p:cond delay="0"/>
                                  </p:stCondLst>
                                  <p:childTnLst>
                                    <p:animMotion origin="layout" path="M 0.305313 0.202593 L 0.530937 0.199352 " pathEditMode="relative" rAng="0" ptsTypes="">
                                      <p:cBhvr>
                                        <p:cTn id="42" dur="2000" fill="hold"/>
                                        <p:tgtEl>
                                          <p:spTgt spid="7"/>
                                        </p:tgtEl>
                                        <p:attrNameLst>
                                          <p:attrName>ppt_x</p:attrName>
                                          <p:attrName>ppt_y</p:attrName>
                                        </p:attrNameLst>
                                      </p:cBhvr>
                                      <p:rCtr x="113" y="1"/>
                                    </p:animMotion>
                                  </p:childTnLst>
                                </p:cTn>
                              </p:par>
                              <p:par>
                                <p:cTn id="43" presetID="22" presetClass="exit" presetSubtype="8" fill="hold" grpId="0" nodeType="withEffect">
                                  <p:stCondLst>
                                    <p:cond delay="0"/>
                                  </p:stCondLst>
                                  <p:childTnLst>
                                    <p:animEffect transition="out" filter="wipe(left)">
                                      <p:cBhvr>
                                        <p:cTn id="44" dur="2000"/>
                                        <p:tgtEl>
                                          <p:spTgt spid="55"/>
                                        </p:tgtEl>
                                      </p:cBhvr>
                                    </p:animEffect>
                                    <p:set>
                                      <p:cBhvr>
                                        <p:cTn id="45" dur="1" fill="hold">
                                          <p:stCondLst>
                                            <p:cond delay="1996"/>
                                          </p:stCondLst>
                                        </p:cTn>
                                        <p:tgtEl>
                                          <p:spTgt spid="55"/>
                                        </p:tgtEl>
                                        <p:attrNameLst>
                                          <p:attrName>style.visibility</p:attrName>
                                        </p:attrNameLst>
                                      </p:cBhvr>
                                      <p:to>
                                        <p:strVal val="hidden"/>
                                      </p:to>
                                    </p:set>
                                  </p:childTnLst>
                                </p:cTn>
                              </p:par>
                            </p:childTnLst>
                          </p:cTn>
                        </p:par>
                        <p:par>
                          <p:cTn id="46" fill="hold">
                            <p:stCondLst>
                              <p:cond delay="14000"/>
                            </p:stCondLst>
                            <p:childTnLst>
                              <p:par>
                                <p:cTn id="47" presetID="0" presetClass="path" presetSubtype="0" accel="50000" decel="50000" fill="hold" nodeType="afterEffect">
                                  <p:stCondLst>
                                    <p:cond delay="0"/>
                                  </p:stCondLst>
                                  <p:childTnLst>
                                    <p:animMotion origin="layout" path="M 0.529063 0.199352 L 0.304062 0.332685 " pathEditMode="relative" rAng="0" ptsTypes="">
                                      <p:cBhvr>
                                        <p:cTn id="48" dur="1000" fill="hold"/>
                                        <p:tgtEl>
                                          <p:spTgt spid="7"/>
                                        </p:tgtEl>
                                        <p:attrNameLst>
                                          <p:attrName>ppt_x</p:attrName>
                                          <p:attrName>ppt_y</p:attrName>
                                        </p:attrNameLst>
                                      </p:cBhvr>
                                      <p:rCtr x="-112" y="79"/>
                                    </p:animMotion>
                                  </p:childTnLst>
                                </p:cTn>
                              </p:par>
                            </p:childTnLst>
                          </p:cTn>
                        </p:par>
                        <p:par>
                          <p:cTn id="49" fill="hold">
                            <p:stCondLst>
                              <p:cond delay="15000"/>
                            </p:stCondLst>
                            <p:childTnLst>
                              <p:par>
                                <p:cTn id="50" presetID="0" presetClass="path" presetSubtype="0" accel="50000" decel="50000" fill="hold" nodeType="afterEffect">
                                  <p:stCondLst>
                                    <p:cond delay="0"/>
                                  </p:stCondLst>
                                  <p:childTnLst>
                                    <p:animMotion origin="layout" path="M 0.305833 0.332593 L 0.527812 0.332685 " pathEditMode="relative" rAng="0" ptsTypes="">
                                      <p:cBhvr>
                                        <p:cTn id="51" dur="2000" fill="hold"/>
                                        <p:tgtEl>
                                          <p:spTgt spid="7"/>
                                        </p:tgtEl>
                                        <p:attrNameLst>
                                          <p:attrName>ppt_x</p:attrName>
                                          <p:attrName>ppt_y</p:attrName>
                                        </p:attrNameLst>
                                      </p:cBhvr>
                                      <p:rCtr x="111" y="-1"/>
                                    </p:animMotion>
                                  </p:childTnLst>
                                </p:cTn>
                              </p:par>
                              <p:par>
                                <p:cTn id="52" presetID="22" presetClass="exit" presetSubtype="8" fill="hold" grpId="0" nodeType="withEffect">
                                  <p:stCondLst>
                                    <p:cond delay="0"/>
                                  </p:stCondLst>
                                  <p:childTnLst>
                                    <p:animEffect transition="out" filter="wipe(left)">
                                      <p:cBhvr>
                                        <p:cTn id="53" dur="2000"/>
                                        <p:tgtEl>
                                          <p:spTgt spid="56"/>
                                        </p:tgtEl>
                                      </p:cBhvr>
                                    </p:animEffect>
                                    <p:set>
                                      <p:cBhvr>
                                        <p:cTn id="54" dur="1" fill="hold">
                                          <p:stCondLst>
                                            <p:cond delay="1996"/>
                                          </p:stCondLst>
                                        </p:cTn>
                                        <p:tgtEl>
                                          <p:spTgt spid="56"/>
                                        </p:tgtEl>
                                        <p:attrNameLst>
                                          <p:attrName>style.visibility</p:attrName>
                                        </p:attrNameLst>
                                      </p:cBhvr>
                                      <p:to>
                                        <p:strVal val="hidden"/>
                                      </p:to>
                                    </p:set>
                                  </p:childTnLst>
                                </p:cTn>
                              </p:par>
                            </p:childTnLst>
                          </p:cTn>
                        </p:par>
                        <p:par>
                          <p:cTn id="55" fill="hold">
                            <p:stCondLst>
                              <p:cond delay="17000"/>
                            </p:stCondLst>
                            <p:childTnLst>
                              <p:par>
                                <p:cTn id="56" presetID="0" presetClass="path" presetSubtype="0" accel="50000" decel="50000" fill="hold" nodeType="afterEffect">
                                  <p:stCondLst>
                                    <p:cond delay="0"/>
                                  </p:stCondLst>
                                  <p:childTnLst>
                                    <p:animMotion origin="layout" path="M 0.521563 0.330463 L 0.593594 -0.0684259 " pathEditMode="relative" rAng="0" ptsTypes="">
                                      <p:cBhvr>
                                        <p:cTn id="57" dur="1000" fill="hold"/>
                                        <p:tgtEl>
                                          <p:spTgt spid="7"/>
                                        </p:tgtEl>
                                        <p:attrNameLst>
                                          <p:attrName>ppt_x</p:attrName>
                                          <p:attrName>ppt_y</p:attrName>
                                        </p:attrNameLst>
                                      </p:cBhvr>
                                      <p:rCtr x="34" y="-196"/>
                                    </p:animMotion>
                                  </p:childTnLst>
                                </p:cTn>
                              </p:par>
                            </p:childTnLst>
                          </p:cTn>
                        </p:par>
                        <p:par>
                          <p:cTn id="58" fill="hold">
                            <p:stCondLst>
                              <p:cond delay="18000"/>
                            </p:stCondLst>
                            <p:childTnLst>
                              <p:par>
                                <p:cTn id="59" presetID="0" presetClass="path" presetSubtype="0" accel="50000" decel="50000" fill="hold" nodeType="afterEffect">
                                  <p:stCondLst>
                                    <p:cond delay="0"/>
                                  </p:stCondLst>
                                  <p:childTnLst>
                                    <p:animMotion origin="layout" path="M 0.589219 -0.059537 L 0.813385 -0.0617593 " pathEditMode="relative" rAng="0" ptsTypes="">
                                      <p:cBhvr>
                                        <p:cTn id="60" dur="2000" fill="hold"/>
                                        <p:tgtEl>
                                          <p:spTgt spid="7"/>
                                        </p:tgtEl>
                                        <p:attrNameLst>
                                          <p:attrName>ppt_x</p:attrName>
                                          <p:attrName>ppt_y</p:attrName>
                                        </p:attrNameLst>
                                      </p:cBhvr>
                                      <p:rCtr x="112" y="1"/>
                                    </p:animMotion>
                                  </p:childTnLst>
                                </p:cTn>
                              </p:par>
                              <p:par>
                                <p:cTn id="61" presetID="22" presetClass="exit" presetSubtype="8" fill="hold" grpId="0" nodeType="withEffect">
                                  <p:stCondLst>
                                    <p:cond delay="0"/>
                                  </p:stCondLst>
                                  <p:childTnLst>
                                    <p:animEffect transition="out" filter="wipe(left)">
                                      <p:cBhvr>
                                        <p:cTn id="62" dur="2000"/>
                                        <p:tgtEl>
                                          <p:spTgt spid="57"/>
                                        </p:tgtEl>
                                      </p:cBhvr>
                                    </p:animEffect>
                                    <p:set>
                                      <p:cBhvr>
                                        <p:cTn id="63" dur="1" fill="hold">
                                          <p:stCondLst>
                                            <p:cond delay="1996"/>
                                          </p:stCondLst>
                                        </p:cTn>
                                        <p:tgtEl>
                                          <p:spTgt spid="57"/>
                                        </p:tgtEl>
                                        <p:attrNameLst>
                                          <p:attrName>style.visibility</p:attrName>
                                        </p:attrNameLst>
                                      </p:cBhvr>
                                      <p:to>
                                        <p:strVal val="hidden"/>
                                      </p:to>
                                    </p:set>
                                  </p:childTnLst>
                                </p:cTn>
                              </p:par>
                            </p:childTnLst>
                          </p:cTn>
                        </p:par>
                        <p:par>
                          <p:cTn id="64" fill="hold">
                            <p:stCondLst>
                              <p:cond delay="20000"/>
                            </p:stCondLst>
                            <p:childTnLst>
                              <p:par>
                                <p:cTn id="65" presetID="0" presetClass="path" presetSubtype="0" accel="50000" decel="50000" fill="hold" nodeType="afterEffect">
                                  <p:stCondLst>
                                    <p:cond delay="0"/>
                                  </p:stCondLst>
                                  <p:childTnLst>
                                    <p:animMotion origin="layout" path="M 0.813333 -0.0651852 L 0.591146 0.0776852 " pathEditMode="relative" rAng="0" ptsTypes="">
                                      <p:cBhvr>
                                        <p:cTn id="66" dur="1000" fill="hold"/>
                                        <p:tgtEl>
                                          <p:spTgt spid="7"/>
                                        </p:tgtEl>
                                        <p:attrNameLst>
                                          <p:attrName>ppt_x</p:attrName>
                                          <p:attrName>ppt_y</p:attrName>
                                        </p:attrNameLst>
                                      </p:cBhvr>
                                      <p:rCtr x="-114" y="74"/>
                                    </p:animMotion>
                                  </p:childTnLst>
                                </p:cTn>
                              </p:par>
                            </p:childTnLst>
                          </p:cTn>
                        </p:par>
                        <p:par>
                          <p:cTn id="67" fill="hold">
                            <p:stCondLst>
                              <p:cond delay="21000"/>
                            </p:stCondLst>
                            <p:childTnLst>
                              <p:par>
                                <p:cTn id="68" presetID="0" presetClass="path" presetSubtype="0" accel="50000" decel="50000" fill="hold" nodeType="afterEffect">
                                  <p:stCondLst>
                                    <p:cond delay="0"/>
                                  </p:stCondLst>
                                  <p:childTnLst>
                                    <p:animMotion origin="layout" path="M 0.590521 0.0731481 L 0.813385 0.0721296 " pathEditMode="relative" rAng="0" ptsTypes="">
                                      <p:cBhvr>
                                        <p:cTn id="69" dur="2000" fill="hold"/>
                                        <p:tgtEl>
                                          <p:spTgt spid="7"/>
                                        </p:tgtEl>
                                        <p:attrNameLst>
                                          <p:attrName>ppt_x</p:attrName>
                                          <p:attrName>ppt_y</p:attrName>
                                        </p:attrNameLst>
                                      </p:cBhvr>
                                      <p:rCtr x="111" y="3"/>
                                    </p:animMotion>
                                  </p:childTnLst>
                                </p:cTn>
                              </p:par>
                              <p:par>
                                <p:cTn id="70" presetID="22" presetClass="exit" presetSubtype="8" fill="hold" grpId="0" nodeType="withEffect">
                                  <p:stCondLst>
                                    <p:cond delay="0"/>
                                  </p:stCondLst>
                                  <p:childTnLst>
                                    <p:animEffect transition="out" filter="wipe(left)">
                                      <p:cBhvr>
                                        <p:cTn id="71" dur="2000"/>
                                        <p:tgtEl>
                                          <p:spTgt spid="58"/>
                                        </p:tgtEl>
                                      </p:cBhvr>
                                    </p:animEffect>
                                    <p:set>
                                      <p:cBhvr>
                                        <p:cTn id="72" dur="1" fill="hold">
                                          <p:stCondLst>
                                            <p:cond delay="1996"/>
                                          </p:stCondLst>
                                        </p:cTn>
                                        <p:tgtEl>
                                          <p:spTgt spid="58"/>
                                        </p:tgtEl>
                                        <p:attrNameLst>
                                          <p:attrName>style.visibility</p:attrName>
                                        </p:attrNameLst>
                                      </p:cBhvr>
                                      <p:to>
                                        <p:strVal val="hidden"/>
                                      </p:to>
                                    </p:set>
                                  </p:childTnLst>
                                </p:cTn>
                              </p:par>
                            </p:childTnLst>
                          </p:cTn>
                        </p:par>
                        <p:par>
                          <p:cTn id="73" fill="hold">
                            <p:stCondLst>
                              <p:cond delay="23000"/>
                            </p:stCondLst>
                            <p:childTnLst>
                              <p:par>
                                <p:cTn id="74" presetID="0" presetClass="path" presetSubtype="0" accel="50000" decel="50000" fill="hold" nodeType="afterEffect">
                                  <p:stCondLst>
                                    <p:cond delay="0"/>
                                  </p:stCondLst>
                                  <p:childTnLst>
                                    <p:animMotion origin="layout" path="M 0.813333 0.0698148 L 0.591406 0.208796 " pathEditMode="relative" rAng="0" ptsTypes="">
                                      <p:cBhvr>
                                        <p:cTn id="75" dur="1000" fill="hold"/>
                                        <p:tgtEl>
                                          <p:spTgt spid="7"/>
                                        </p:tgtEl>
                                        <p:attrNameLst>
                                          <p:attrName>ppt_x</p:attrName>
                                          <p:attrName>ppt_y</p:attrName>
                                        </p:attrNameLst>
                                      </p:cBhvr>
                                      <p:rCtr x="-113" y="72"/>
                                    </p:animMotion>
                                  </p:childTnLst>
                                </p:cTn>
                              </p:par>
                            </p:childTnLst>
                          </p:cTn>
                        </p:par>
                        <p:par>
                          <p:cTn id="76" fill="hold">
                            <p:stCondLst>
                              <p:cond delay="24000"/>
                            </p:stCondLst>
                            <p:childTnLst>
                              <p:par>
                                <p:cTn id="77" presetID="0" presetClass="path" presetSubtype="0" accel="50000" decel="50000" fill="hold" nodeType="afterEffect">
                                  <p:stCondLst>
                                    <p:cond delay="0"/>
                                  </p:stCondLst>
                                  <p:childTnLst>
                                    <p:animMotion origin="layout" path="M 0.591354 0.206481 L 0.813385 0.207685 " pathEditMode="relative" rAng="0" ptsTypes="">
                                      <p:cBhvr>
                                        <p:cTn id="78" dur="2000" fill="hold"/>
                                        <p:tgtEl>
                                          <p:spTgt spid="7"/>
                                        </p:tgtEl>
                                        <p:attrNameLst>
                                          <p:attrName>ppt_x</p:attrName>
                                          <p:attrName>ppt_y</p:attrName>
                                        </p:attrNameLst>
                                      </p:cBhvr>
                                      <p:rCtr x="111" y="3"/>
                                    </p:animMotion>
                                  </p:childTnLst>
                                </p:cTn>
                              </p:par>
                              <p:par>
                                <p:cTn id="79" presetID="22" presetClass="exit" presetSubtype="8" fill="hold" grpId="0" nodeType="withEffect">
                                  <p:stCondLst>
                                    <p:cond delay="0"/>
                                  </p:stCondLst>
                                  <p:childTnLst>
                                    <p:animEffect transition="out" filter="wipe(left)">
                                      <p:cBhvr>
                                        <p:cTn id="80" dur="2000"/>
                                        <p:tgtEl>
                                          <p:spTgt spid="59"/>
                                        </p:tgtEl>
                                      </p:cBhvr>
                                    </p:animEffect>
                                    <p:set>
                                      <p:cBhvr>
                                        <p:cTn id="81" dur="1" fill="hold">
                                          <p:stCondLst>
                                            <p:cond delay="1996"/>
                                          </p:stCondLst>
                                        </p:cTn>
                                        <p:tgtEl>
                                          <p:spTgt spid="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P spid="44" grpId="0" bldLvl="0" animBg="1"/>
      <p:bldP spid="53" grpId="0" bldLvl="0" animBg="1"/>
      <p:bldP spid="54" grpId="0" bldLvl="0" animBg="1"/>
      <p:bldP spid="55" grpId="0" bldLvl="0" animBg="1"/>
      <p:bldP spid="56" grpId="0" bldLvl="0" animBg="1"/>
      <p:bldP spid="57" grpId="0" bldLvl="0" animBg="1"/>
      <p:bldP spid="58" grpId="0" bldLvl="0" animBg="1"/>
      <p:bldP spid="59"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6</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rPr>
              <a:t>构建了</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多级小波分解模型，可以有效识别井下压裂过程流固事件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solidFill>
                  <a:srgbClr val="FF0000"/>
                </a:solidFill>
                <a:cs typeface="微软雅黑" panose="020B0503020204020204" pitchFamily="34" charset="-122"/>
                <a:sym typeface="+mn-ea"/>
              </a:rPr>
              <a:t>基于井口施工曲线主体段特征构建多级小波分解模型</a:t>
            </a:r>
            <a:r>
              <a:rPr lang="zh-CN" altLang="en-US" sz="1600" dirty="0">
                <a:cs typeface="微软雅黑" panose="020B0503020204020204" pitchFamily="34" charset="-122"/>
                <a:sym typeface="+mn-ea"/>
              </a:rPr>
              <a:t>，模型接收到输入的数据，将自动根据</a:t>
            </a:r>
            <a:r>
              <a:rPr lang="zh-CN" altLang="en-US" sz="1600" dirty="0">
                <a:solidFill>
                  <a:srgbClr val="FF0000"/>
                </a:solidFill>
                <a:cs typeface="微软雅黑" panose="020B0503020204020204" pitchFamily="34" charset="-122"/>
                <a:sym typeface="+mn-ea"/>
              </a:rPr>
              <a:t>预设的参数</a:t>
            </a:r>
            <a:r>
              <a:rPr lang="zh-CN" altLang="en-US" sz="1600" dirty="0">
                <a:cs typeface="微软雅黑" panose="020B0503020204020204" pitchFamily="34" charset="-122"/>
                <a:sym typeface="+mn-ea"/>
              </a:rPr>
              <a:t>，选择</a:t>
            </a:r>
            <a:r>
              <a:rPr lang="zh-CN" altLang="en-US" sz="1600" dirty="0">
                <a:solidFill>
                  <a:srgbClr val="FF0000"/>
                </a:solidFill>
                <a:cs typeface="微软雅黑" panose="020B0503020204020204" pitchFamily="34" charset="-122"/>
                <a:sym typeface="+mn-ea"/>
              </a:rPr>
              <a:t>合适的小波基</a:t>
            </a:r>
            <a:r>
              <a:rPr lang="zh-CN" altLang="en-US" sz="1600" dirty="0">
                <a:cs typeface="微软雅黑" panose="020B0503020204020204" pitchFamily="34" charset="-122"/>
                <a:sym typeface="+mn-ea"/>
              </a:rPr>
              <a:t>对压力、排量信号进行多层次的分解，并将分解结果的能量进行归一化，绘制为双</a:t>
            </a:r>
            <a:r>
              <a:rPr lang="en-US" altLang="zh-CN" sz="1600" dirty="0">
                <a:cs typeface="微软雅黑" panose="020B0503020204020204" pitchFamily="34" charset="-122"/>
                <a:sym typeface="+mn-ea"/>
              </a:rPr>
              <a:t>Y</a:t>
            </a:r>
            <a:r>
              <a:rPr lang="zh-CN" altLang="en-US" sz="1600" dirty="0">
                <a:cs typeface="微软雅黑" panose="020B0503020204020204" pitchFamily="34" charset="-122"/>
                <a:sym typeface="+mn-ea"/>
              </a:rPr>
              <a:t>轴图像。其中</a:t>
            </a:r>
            <a:r>
              <a:rPr lang="zh-CN" altLang="en-US" sz="1600" dirty="0">
                <a:solidFill>
                  <a:srgbClr val="FF0000"/>
                </a:solidFill>
                <a:cs typeface="微软雅黑" panose="020B0503020204020204" pitchFamily="34" charset="-122"/>
                <a:sym typeface="+mn-ea"/>
              </a:rPr>
              <a:t>最大分解层次</a:t>
            </a:r>
            <a:r>
              <a:rPr lang="zh-CN" altLang="en-US" sz="1600" dirty="0">
                <a:cs typeface="微软雅黑" panose="020B0503020204020204" pitchFamily="34" charset="-122"/>
                <a:sym typeface="+mn-ea"/>
              </a:rPr>
              <a:t>的确定由信号的长度自动调节</a:t>
            </a:r>
            <a:endParaRPr lang="zh-CN" altLang="en-US" sz="1600" dirty="0">
              <a:cs typeface="微软雅黑" panose="020B0503020204020204" pitchFamily="34" charset="-122"/>
            </a:endParaRPr>
          </a:p>
        </p:txBody>
      </p:sp>
      <p:sp>
        <p:nvSpPr>
          <p:cNvPr id="5" name="文本框 4"/>
          <p:cNvSpPr txBox="1"/>
          <p:nvPr/>
        </p:nvSpPr>
        <p:spPr>
          <a:xfrm>
            <a:off x="6102985" y="6067425"/>
            <a:ext cx="58273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部分结果，细节能量矩阵（上表），近似能量矩阵（下表）</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文本框 11"/>
          <p:cNvSpPr txBox="1"/>
          <p:nvPr/>
        </p:nvSpPr>
        <p:spPr>
          <a:xfrm>
            <a:off x="275590" y="6075045"/>
            <a:ext cx="58273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小波分解模型流程图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8" name="图片 37" descr="格式_01(1)"/>
          <p:cNvPicPr>
            <a:picLocks noChangeAspect="1"/>
          </p:cNvPicPr>
          <p:nvPr/>
        </p:nvPicPr>
        <p:blipFill>
          <a:blip r:embed="rId1"/>
          <a:srcRect t="2415" b="2617"/>
          <a:stretch>
            <a:fillRect/>
          </a:stretch>
        </p:blipFill>
        <p:spPr>
          <a:xfrm>
            <a:off x="334963" y="2598957"/>
            <a:ext cx="5798185" cy="3063240"/>
          </a:xfrm>
          <a:prstGeom prst="rect">
            <a:avLst/>
          </a:prstGeom>
        </p:spPr>
      </p:pic>
      <p:pic>
        <p:nvPicPr>
          <p:cNvPr id="43" name="图片 42"/>
          <p:cNvPicPr>
            <a:picLocks noChangeAspect="1"/>
          </p:cNvPicPr>
          <p:nvPr/>
        </p:nvPicPr>
        <p:blipFill>
          <a:blip r:embed="rId2"/>
          <a:stretch>
            <a:fillRect/>
          </a:stretch>
        </p:blipFill>
        <p:spPr>
          <a:xfrm>
            <a:off x="6438812" y="2698510"/>
            <a:ext cx="5220000" cy="1587404"/>
          </a:xfrm>
          <a:prstGeom prst="rect">
            <a:avLst/>
          </a:prstGeom>
        </p:spPr>
      </p:pic>
      <p:pic>
        <p:nvPicPr>
          <p:cNvPr id="45" name="图片 44"/>
          <p:cNvPicPr>
            <a:picLocks noChangeAspect="1"/>
          </p:cNvPicPr>
          <p:nvPr/>
        </p:nvPicPr>
        <p:blipFill>
          <a:blip r:embed="rId3"/>
          <a:stretch>
            <a:fillRect/>
          </a:stretch>
        </p:blipFill>
        <p:spPr>
          <a:xfrm>
            <a:off x="6452658" y="4424738"/>
            <a:ext cx="5220000" cy="1365038"/>
          </a:xfrm>
          <a:prstGeom prst="rect">
            <a:avLst/>
          </a:prstGeom>
        </p:spPr>
      </p:pic>
      <p:sp>
        <p:nvSpPr>
          <p:cNvPr id="10"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a:spLocks noChangeArrowheads="1"/>
          </p:cNvSpPr>
          <p:nvPr/>
        </p:nvSpPr>
        <p:spPr bwMode="auto">
          <a:xfrm>
            <a:off x="334962" y="1357435"/>
            <a:ext cx="11485563" cy="8286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若某点附近小波能量表现为</a:t>
            </a:r>
            <a:r>
              <a:rPr lang="zh-CN" altLang="en-US" sz="1600" dirty="0">
                <a:solidFill>
                  <a:srgbClr val="FF0000"/>
                </a:solidFill>
                <a:cs typeface="Times New Roman" panose="02020603050405020304" pitchFamily="18" charset="0"/>
                <a:sym typeface="+mn-ea"/>
              </a:rPr>
              <a:t>排量响应不明显，而压力响应却很剧烈</a:t>
            </a:r>
            <a:r>
              <a:rPr lang="zh-CN" altLang="en-US" sz="1600" dirty="0">
                <a:cs typeface="Times New Roman" panose="02020603050405020304" pitchFamily="18" charset="0"/>
                <a:sym typeface="+mn-ea"/>
              </a:rPr>
              <a:t>，则这类事件可以代表</a:t>
            </a:r>
            <a:r>
              <a:rPr lang="zh-CN" altLang="en-US" sz="1600" dirty="0">
                <a:solidFill>
                  <a:srgbClr val="FF0000"/>
                </a:solidFill>
                <a:cs typeface="Times New Roman" panose="02020603050405020304" pitchFamily="18" charset="0"/>
                <a:sym typeface="+mn-ea"/>
              </a:rPr>
              <a:t>岩石的扩展延伸、天然裂缝的交互、地层非均质性等诸多岩石类事件</a:t>
            </a:r>
            <a:r>
              <a:rPr lang="zh-CN" altLang="en-US" sz="1600" dirty="0">
                <a:cs typeface="Times New Roman" panose="02020603050405020304" pitchFamily="18" charset="0"/>
                <a:sym typeface="+mn-ea"/>
              </a:rPr>
              <a:t>。反之则说明在这些时刻上的压力响应很有可能是由于排量的波动造成的。</a:t>
            </a:r>
            <a:endParaRPr lang="zh-CN" altLang="en-US" sz="1600" dirty="0">
              <a:cs typeface="微软雅黑" panose="020B0503020204020204" pitchFamily="34" charset="-122"/>
            </a:endParaRPr>
          </a:p>
        </p:txBody>
      </p:sp>
      <p:sp>
        <p:nvSpPr>
          <p:cNvPr id="13" name="文本框 12"/>
          <p:cNvSpPr txBox="1"/>
          <p:nvPr/>
        </p:nvSpPr>
        <p:spPr>
          <a:xfrm>
            <a:off x="140970" y="6087110"/>
            <a:ext cx="11789410"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根据压力-排量能量关系原理筛选岩石类事件</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4" name="图片 13" descr="01、泸203H10-1井加砂压裂第1段秒点第8级分解下压力、排量小波能量归一化结果"/>
          <p:cNvPicPr>
            <a:picLocks noChangeAspect="1"/>
          </p:cNvPicPr>
          <p:nvPr/>
        </p:nvPicPr>
        <p:blipFill>
          <a:blip r:embed="rId1"/>
          <a:srcRect l="965" r="1089"/>
          <a:stretch>
            <a:fillRect/>
          </a:stretch>
        </p:blipFill>
        <p:spPr>
          <a:xfrm>
            <a:off x="1524000" y="2741295"/>
            <a:ext cx="9084310" cy="2961005"/>
          </a:xfrm>
          <a:prstGeom prst="rect">
            <a:avLst/>
          </a:prstGeom>
        </p:spPr>
      </p:pic>
      <p:cxnSp>
        <p:nvCxnSpPr>
          <p:cNvPr id="15" name="直接箭头连接符 14"/>
          <p:cNvCxnSpPr/>
          <p:nvPr/>
        </p:nvCxnSpPr>
        <p:spPr>
          <a:xfrm>
            <a:off x="1532890" y="3691255"/>
            <a:ext cx="913765" cy="574040"/>
          </a:xfrm>
          <a:prstGeom prst="straightConnector1">
            <a:avLst/>
          </a:prstGeom>
          <a:ln w="31750" cap="rnd">
            <a:solidFill>
              <a:srgbClr val="00B05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16" name="直接箭头连接符 15"/>
          <p:cNvCxnSpPr/>
          <p:nvPr/>
        </p:nvCxnSpPr>
        <p:spPr>
          <a:xfrm flipH="1">
            <a:off x="4184015" y="3542030"/>
            <a:ext cx="378460" cy="447675"/>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18" name="直接箭头连接符 17"/>
          <p:cNvCxnSpPr/>
          <p:nvPr/>
        </p:nvCxnSpPr>
        <p:spPr>
          <a:xfrm flipH="1">
            <a:off x="6351905" y="2959735"/>
            <a:ext cx="342265" cy="33147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20" name="直接箭头连接符 19"/>
          <p:cNvCxnSpPr/>
          <p:nvPr/>
        </p:nvCxnSpPr>
        <p:spPr>
          <a:xfrm flipH="1">
            <a:off x="7197090" y="3491865"/>
            <a:ext cx="378460" cy="447675"/>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21" name="文本框 20"/>
          <p:cNvSpPr txBox="1"/>
          <p:nvPr/>
        </p:nvSpPr>
        <p:spPr>
          <a:xfrm>
            <a:off x="4346575" y="3041015"/>
            <a:ext cx="2085975" cy="501015"/>
          </a:xfrm>
          <a:prstGeom prst="rect">
            <a:avLst/>
          </a:prstGeom>
          <a:noFill/>
          <a:ln>
            <a:noFill/>
          </a:ln>
        </p:spPr>
        <p:txBody>
          <a:bodyPr wrap="square"/>
          <a:lstStyle/>
          <a:p>
            <a:pPr indent="0" algn="ctr" fontAlgn="auto">
              <a:lnSpc>
                <a:spcPct val="100000"/>
              </a:lnSpc>
              <a:buClr>
                <a:srgbClr val="FF0000"/>
              </a:buClr>
            </a:pPr>
            <a:r>
              <a:rPr lang="zh-CN" altLang="en-US" sz="1400" b="1" dirty="0">
                <a:solidFill>
                  <a:srgbClr val="FF0000"/>
                </a:solidFill>
                <a:latin typeface="黑体" panose="02010609060101010101" charset="-122"/>
                <a:ea typeface="黑体" panose="02010609060101010101" charset="-122"/>
                <a:cs typeface="Times New Roman" panose="02020603050405020304" pitchFamily="18" charset="0"/>
                <a:sym typeface="+mn-ea"/>
              </a:rPr>
              <a:t>岩石类事件</a:t>
            </a:r>
            <a:endParaRPr lang="en-US" altLang="zh-CN" sz="1400" b="1" dirty="0">
              <a:solidFill>
                <a:srgbClr val="FF0000"/>
              </a:solidFill>
              <a:latin typeface="黑体" panose="02010609060101010101" charset="-122"/>
              <a:ea typeface="黑体" panose="02010609060101010101" charset="-122"/>
              <a:cs typeface="Times New Roman" panose="02020603050405020304" pitchFamily="18" charset="0"/>
              <a:sym typeface="+mn-ea"/>
            </a:endParaRPr>
          </a:p>
          <a:p>
            <a:pPr indent="0" algn="ctr" fontAlgn="auto">
              <a:lnSpc>
                <a:spcPct val="100000"/>
              </a:lnSpc>
              <a:buClr>
                <a:srgbClr val="FF0000"/>
              </a:buClr>
            </a:pPr>
            <a:r>
              <a:rPr lang="en-US" altLang="zh-CN" sz="1400" b="1" dirty="0">
                <a:solidFill>
                  <a:srgbClr val="FF0000"/>
                </a:solidFill>
                <a:latin typeface="黑体" panose="02010609060101010101" charset="-122"/>
                <a:ea typeface="黑体" panose="02010609060101010101" charset="-122"/>
                <a:cs typeface="Times New Roman" panose="02020603050405020304" pitchFamily="18" charset="0"/>
                <a:sym typeface="+mn-ea"/>
              </a:rPr>
              <a:t>NON-RATE EVENT</a:t>
            </a:r>
            <a:endParaRPr lang="en-US" altLang="zh-CN" sz="1400" b="1" dirty="0">
              <a:solidFill>
                <a:srgbClr val="FF0000"/>
              </a:solidFill>
              <a:latin typeface="黑体" panose="02010609060101010101" charset="-122"/>
              <a:ea typeface="黑体" panose="02010609060101010101" charset="-122"/>
              <a:cs typeface="Times New Roman" panose="02020603050405020304" pitchFamily="18" charset="0"/>
              <a:sym typeface="+mn-ea"/>
            </a:endParaRPr>
          </a:p>
        </p:txBody>
      </p:sp>
      <p:sp>
        <p:nvSpPr>
          <p:cNvPr id="22" name="文本框 21"/>
          <p:cNvSpPr txBox="1"/>
          <p:nvPr/>
        </p:nvSpPr>
        <p:spPr>
          <a:xfrm>
            <a:off x="107950" y="3327400"/>
            <a:ext cx="1591310" cy="501015"/>
          </a:xfrm>
          <a:prstGeom prst="rect">
            <a:avLst/>
          </a:prstGeom>
          <a:noFill/>
          <a:ln>
            <a:noFill/>
          </a:ln>
        </p:spPr>
        <p:txBody>
          <a:bodyPr wrap="square"/>
          <a:lstStyle/>
          <a:p>
            <a:pPr indent="0" algn="ctr" fontAlgn="auto">
              <a:lnSpc>
                <a:spcPct val="100000"/>
              </a:lnSpc>
              <a:buClr>
                <a:srgbClr val="FF0000"/>
              </a:buClr>
            </a:pPr>
            <a:r>
              <a:rPr lang="zh-CN" altLang="en-US" sz="1400" b="1" dirty="0">
                <a:solidFill>
                  <a:srgbClr val="00B050"/>
                </a:solidFill>
                <a:latin typeface="黑体" panose="02010609060101010101" charset="-122"/>
                <a:ea typeface="黑体" panose="02010609060101010101" charset="-122"/>
                <a:cs typeface="Times New Roman" panose="02020603050405020304" pitchFamily="18" charset="0"/>
                <a:sym typeface="+mn-ea"/>
              </a:rPr>
              <a:t>非岩石类事件</a:t>
            </a:r>
            <a:endParaRPr lang="en-US" altLang="zh-CN" sz="1400" b="1" dirty="0">
              <a:solidFill>
                <a:srgbClr val="00B050"/>
              </a:solidFill>
              <a:latin typeface="黑体" panose="02010609060101010101" charset="-122"/>
              <a:ea typeface="黑体" panose="02010609060101010101" charset="-122"/>
              <a:cs typeface="Times New Roman" panose="02020603050405020304" pitchFamily="18" charset="0"/>
              <a:sym typeface="+mn-ea"/>
            </a:endParaRPr>
          </a:p>
          <a:p>
            <a:pPr indent="0" algn="ctr" fontAlgn="auto">
              <a:lnSpc>
                <a:spcPct val="100000"/>
              </a:lnSpc>
              <a:buClr>
                <a:srgbClr val="FF0000"/>
              </a:buClr>
            </a:pPr>
            <a:r>
              <a:rPr lang="en-US" altLang="zh-CN" sz="1400" b="1" dirty="0">
                <a:solidFill>
                  <a:srgbClr val="00B050"/>
                </a:solidFill>
                <a:latin typeface="黑体" panose="02010609060101010101" charset="-122"/>
                <a:ea typeface="黑体" panose="02010609060101010101" charset="-122"/>
                <a:cs typeface="Times New Roman" panose="02020603050405020304" pitchFamily="18" charset="0"/>
                <a:sym typeface="+mn-ea"/>
              </a:rPr>
              <a:t>RATE EVENT</a:t>
            </a:r>
            <a:endParaRPr lang="en-US" altLang="zh-CN" sz="1400" b="1" dirty="0">
              <a:solidFill>
                <a:srgbClr val="00B050"/>
              </a:solidFill>
              <a:latin typeface="黑体" panose="02010609060101010101" charset="-122"/>
              <a:ea typeface="黑体" panose="02010609060101010101" charset="-122"/>
              <a:cs typeface="Times New Roman" panose="02020603050405020304" pitchFamily="18" charset="0"/>
              <a:sym typeface="+mn-ea"/>
            </a:endParaRPr>
          </a:p>
        </p:txBody>
      </p:sp>
      <p:sp>
        <p:nvSpPr>
          <p:cNvPr id="19" name="矩形 18"/>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6</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rPr>
              <a:t>构建了</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多级小波分解模型，可以有效识别井下压裂过程流固事件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7"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7</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、基于泸</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203H10</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平台微地震监测解释成果，验证了小波分解模型的准确性</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选取模型中能清晰识别井下流固事件的层数，对</a:t>
            </a:r>
            <a:r>
              <a:rPr lang="zh-CN" altLang="en-US" sz="1600" dirty="0">
                <a:solidFill>
                  <a:srgbClr val="FF0000"/>
                </a:solidFill>
                <a:cs typeface="微软雅黑" panose="020B0503020204020204" pitchFamily="34" charset="-122"/>
                <a:sym typeface="+mn-ea"/>
              </a:rPr>
              <a:t>各层次的结果进行汇总</a:t>
            </a:r>
            <a:r>
              <a:rPr lang="zh-CN" altLang="en-US" sz="1600" dirty="0">
                <a:cs typeface="微软雅黑" panose="020B0503020204020204" pitchFamily="34" charset="-122"/>
                <a:sym typeface="+mn-ea"/>
              </a:rPr>
              <a:t>，将总结果与微地震结果进行对比</a:t>
            </a:r>
            <a:endParaRPr lang="zh-CN" altLang="en-US" sz="1600" dirty="0">
              <a:cs typeface="微软雅黑" panose="020B0503020204020204" pitchFamily="34" charset="-122"/>
              <a:sym typeface="+mn-ea"/>
            </a:endParaRPr>
          </a:p>
          <a:p>
            <a:pPr marL="342900" indent="-342900"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对</a:t>
            </a:r>
            <a:r>
              <a:rPr lang="zh-CN" altLang="en-US" sz="1600" dirty="0">
                <a:solidFill>
                  <a:srgbClr val="FF0000"/>
                </a:solidFill>
                <a:cs typeface="微软雅黑" panose="020B0503020204020204" pitchFamily="34" charset="-122"/>
                <a:sym typeface="+mn-ea"/>
              </a:rPr>
              <a:t>泸</a:t>
            </a:r>
            <a:r>
              <a:rPr lang="en-US" altLang="zh-CN" sz="1600" dirty="0">
                <a:solidFill>
                  <a:srgbClr val="FF0000"/>
                </a:solidFill>
                <a:cs typeface="微软雅黑" panose="020B0503020204020204" pitchFamily="34" charset="-122"/>
                <a:sym typeface="+mn-ea"/>
              </a:rPr>
              <a:t>203H10</a:t>
            </a:r>
            <a:r>
              <a:rPr lang="zh-CN" altLang="en-US" sz="1600" dirty="0">
                <a:solidFill>
                  <a:srgbClr val="FF0000"/>
                </a:solidFill>
                <a:cs typeface="微软雅黑" panose="020B0503020204020204" pitchFamily="34" charset="-122"/>
                <a:sym typeface="+mn-ea"/>
              </a:rPr>
              <a:t>平台</a:t>
            </a:r>
            <a:r>
              <a:rPr lang="en-US" altLang="zh-CN" sz="1600" dirty="0">
                <a:solidFill>
                  <a:srgbClr val="FF0000"/>
                </a:solidFill>
                <a:cs typeface="微软雅黑" panose="020B0503020204020204" pitchFamily="34" charset="-122"/>
                <a:sym typeface="+mn-ea"/>
              </a:rPr>
              <a:t>1-4</a:t>
            </a:r>
            <a:r>
              <a:rPr lang="zh-CN" altLang="en-US" sz="1600" dirty="0">
                <a:solidFill>
                  <a:srgbClr val="FF0000"/>
                </a:solidFill>
                <a:cs typeface="微软雅黑" panose="020B0503020204020204" pitchFamily="34" charset="-122"/>
                <a:sym typeface="+mn-ea"/>
              </a:rPr>
              <a:t>口井共</a:t>
            </a:r>
            <a:r>
              <a:rPr lang="en-US" altLang="zh-CN" sz="1600" dirty="0">
                <a:solidFill>
                  <a:srgbClr val="FF0000"/>
                </a:solidFill>
                <a:cs typeface="微软雅黑" panose="020B0503020204020204" pitchFamily="34" charset="-122"/>
                <a:sym typeface="+mn-ea"/>
              </a:rPr>
              <a:t>72</a:t>
            </a:r>
            <a:r>
              <a:rPr lang="zh-CN" altLang="en-US" sz="1600" dirty="0">
                <a:solidFill>
                  <a:srgbClr val="FF0000"/>
                </a:solidFill>
                <a:cs typeface="微软雅黑" panose="020B0503020204020204" pitchFamily="34" charset="-122"/>
                <a:sym typeface="+mn-ea"/>
              </a:rPr>
              <a:t>段</a:t>
            </a:r>
            <a:r>
              <a:rPr lang="zh-CN" altLang="en-US" sz="1600" dirty="0">
                <a:cs typeface="微软雅黑" panose="020B0503020204020204" pitchFamily="34" charset="-122"/>
                <a:sym typeface="+mn-ea"/>
              </a:rPr>
              <a:t>展开分析，小波分析判别的裂缝扩展流固事件与微地震检测结果的吻合度达到了</a:t>
            </a:r>
            <a:r>
              <a:rPr lang="zh-CN" altLang="en-US" sz="1600" dirty="0">
                <a:solidFill>
                  <a:srgbClr val="FF0000"/>
                </a:solidFill>
                <a:cs typeface="微软雅黑" panose="020B0503020204020204" pitchFamily="34" charset="-122"/>
                <a:sym typeface="+mn-ea"/>
              </a:rPr>
              <a:t>7</a:t>
            </a:r>
            <a:r>
              <a:rPr lang="en-US" altLang="zh-CN" sz="1600" dirty="0">
                <a:solidFill>
                  <a:srgbClr val="FF0000"/>
                </a:solidFill>
                <a:cs typeface="微软雅黑" panose="020B0503020204020204" pitchFamily="34" charset="-122"/>
                <a:sym typeface="+mn-ea"/>
              </a:rPr>
              <a:t>0%</a:t>
            </a:r>
            <a:endParaRPr lang="zh-CN" altLang="en-US" sz="1600" dirty="0">
              <a:cs typeface="微软雅黑" panose="020B0503020204020204" pitchFamily="34" charset="-122"/>
            </a:endParaRPr>
          </a:p>
        </p:txBody>
      </p:sp>
      <p:sp>
        <p:nvSpPr>
          <p:cNvPr id="8" name="文本框 7"/>
          <p:cNvSpPr txBox="1"/>
          <p:nvPr/>
        </p:nvSpPr>
        <p:spPr>
          <a:xfrm>
            <a:off x="5191760" y="6087110"/>
            <a:ext cx="661225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模型结果与微地震结果对照表</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275590" y="6094730"/>
            <a:ext cx="58273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203</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井区</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1</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井</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1</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段微地震结果对照</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aphicFrame>
        <p:nvGraphicFramePr>
          <p:cNvPr id="34" name="表格 33"/>
          <p:cNvGraphicFramePr/>
          <p:nvPr>
            <p:custDataLst>
              <p:tags r:id="rId1"/>
            </p:custDataLst>
          </p:nvPr>
        </p:nvGraphicFramePr>
        <p:xfrm>
          <a:off x="5161598" y="2643015"/>
          <a:ext cx="6611620" cy="3329940"/>
        </p:xfrm>
        <a:graphic>
          <a:graphicData uri="http://schemas.openxmlformats.org/drawingml/2006/table">
            <a:tbl>
              <a:tblPr firstRow="1" bandRow="1">
                <a:tableStyleId>{B2A3B7E7-018C-4B46-A24A-928223105D9F}</a:tableStyleId>
              </a:tblPr>
              <a:tblGrid>
                <a:gridCol w="2784475"/>
                <a:gridCol w="1945640"/>
                <a:gridCol w="1881505"/>
              </a:tblGrid>
              <a:tr h="277495">
                <a:tc>
                  <a:txBody>
                    <a:bodyPr/>
                    <a:lstStyle/>
                    <a:p>
                      <a:pPr algn="ctr" fontAlgn="b"/>
                      <a:r>
                        <a:rPr lang="zh-CN" altLang="en-US" sz="1600" b="0" i="0" dirty="0">
                          <a:solidFill>
                            <a:schemeClr val="bg1"/>
                          </a:solidFill>
                          <a:latin typeface="黑体" panose="02010609060101010101" charset="-122"/>
                          <a:ea typeface="黑体" panose="02010609060101010101" charset="-122"/>
                          <a:cs typeface="Times New Roman" panose="02020603050405020304" pitchFamily="18" charset="0"/>
                        </a:rPr>
                        <a:t>井段</a:t>
                      </a:r>
                      <a:endParaRPr lang="zh-CN" altLang="en-US" sz="1600" b="0" i="0" dirty="0">
                        <a:solidFill>
                          <a:schemeClr val="bg1"/>
                        </a:solidFill>
                        <a:latin typeface="黑体" panose="02010609060101010101" charset="-122"/>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600" b="0" i="0" dirty="0">
                          <a:solidFill>
                            <a:schemeClr val="bg1"/>
                          </a:solidFill>
                          <a:latin typeface="黑体" panose="02010609060101010101" charset="-122"/>
                          <a:ea typeface="黑体" panose="02010609060101010101" charset="-122"/>
                          <a:cs typeface="Times New Roman" panose="02020603050405020304" pitchFamily="18" charset="0"/>
                        </a:rPr>
                        <a:t>小波事件点数</a:t>
                      </a:r>
                      <a:endParaRPr lang="zh-CN" altLang="en-US" sz="1600" b="0" i="0" dirty="0">
                        <a:solidFill>
                          <a:schemeClr val="bg1"/>
                        </a:solidFill>
                        <a:latin typeface="黑体" panose="02010609060101010101" charset="-122"/>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600" b="0" i="0" dirty="0">
                          <a:solidFill>
                            <a:schemeClr val="bg1"/>
                          </a:solidFill>
                          <a:latin typeface="黑体" panose="02010609060101010101" charset="-122"/>
                          <a:ea typeface="黑体" panose="02010609060101010101" charset="-122"/>
                          <a:cs typeface="Times New Roman" panose="02020603050405020304" pitchFamily="18" charset="0"/>
                        </a:rPr>
                        <a:t>微地震事件点数</a:t>
                      </a:r>
                      <a:endParaRPr lang="zh-CN" altLang="en-US" sz="1600" b="0" i="0" dirty="0">
                        <a:solidFill>
                          <a:schemeClr val="bg1"/>
                        </a:solidFill>
                        <a:latin typeface="黑体" panose="02010609060101010101" charset="-122"/>
                        <a:ea typeface="黑体" panose="02010609060101010101" charset="-122"/>
                        <a:cs typeface="Times New Roman" panose="02020603050405020304" pitchFamily="18" charset="0"/>
                      </a:endParaRPr>
                    </a:p>
                  </a:txBody>
                  <a:tcPr marL="7937" marR="7937" marT="7937" marB="0" anchor="ctr"/>
                </a:tc>
              </a:tr>
              <a:tr h="277495">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泸203H10-2井加砂压裂第2段</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13</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14</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r>
              <a:tr h="277495">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泸203H10-1井加砂压裂第9段</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17</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15</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r>
              <a:tr h="277495">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泸203H10-1井加砂压裂第6段</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25</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28</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r>
              <a:tr h="277495">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泸203H10-1井加砂压裂第5段</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6</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10</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r>
              <a:tr h="277495">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泸203H10-1井加砂压裂第4段</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5</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9</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r>
              <a:tr h="277495">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泸203H10-1井加砂压裂第10段</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15</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11</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r>
              <a:tr h="277495">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泸203H10-1井加砂压裂第11段</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19</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24</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r>
              <a:tr h="277495">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泸203H10-3井加砂压裂第13段</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11</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6</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r>
              <a:tr h="277495">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泸203H10-2井加砂压裂第13段</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11</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17</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r>
              <a:tr h="277495">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泸203H10-2井加砂压裂第4段</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17</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11</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r>
              <a:tr h="277495">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泸203H10-4井加砂压裂第3段</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27</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rPr>
                        <a:t>20</a:t>
                      </a:r>
                      <a:endParaRPr lang="zh-CN" altLang="en-US" sz="1600" b="0" i="0" dirty="0">
                        <a:solidFill>
                          <a:schemeClr val="tx1"/>
                        </a:solidFill>
                        <a:latin typeface="黑体" panose="02010609060101010101" charset="-122"/>
                        <a:ea typeface="黑体" panose="02010609060101010101" charset="-122"/>
                        <a:cs typeface="Times New Roman" panose="02020603050405020304" pitchFamily="18" charset="0"/>
                      </a:endParaRPr>
                    </a:p>
                  </a:txBody>
                  <a:tcPr marL="7937" marR="7937" marT="7937" marB="0" anchor="b"/>
                </a:tc>
              </a:tr>
            </a:tbl>
          </a:graphicData>
        </a:graphic>
      </p:graphicFrame>
      <p:grpSp>
        <p:nvGrpSpPr>
          <p:cNvPr id="5" name="组合 4"/>
          <p:cNvGrpSpPr/>
          <p:nvPr/>
        </p:nvGrpSpPr>
        <p:grpSpPr>
          <a:xfrm>
            <a:off x="665480" y="2647950"/>
            <a:ext cx="4102100" cy="1080000"/>
            <a:chOff x="1019" y="4463"/>
            <a:chExt cx="6460" cy="2201"/>
          </a:xfrm>
        </p:grpSpPr>
        <p:pic>
          <p:nvPicPr>
            <p:cNvPr id="12" name="图片 11" descr="01、泸203H10-1井加砂压裂第1段秒点第7级分解下岩石类事件"/>
            <p:cNvPicPr>
              <a:picLocks noChangeAspect="1"/>
            </p:cNvPicPr>
            <p:nvPr/>
          </p:nvPicPr>
          <p:blipFill>
            <a:blip r:embed="rId2"/>
            <a:stretch>
              <a:fillRect/>
            </a:stretch>
          </p:blipFill>
          <p:spPr>
            <a:xfrm>
              <a:off x="1019" y="4550"/>
              <a:ext cx="6460" cy="2115"/>
            </a:xfrm>
            <a:prstGeom prst="rect">
              <a:avLst/>
            </a:prstGeom>
            <a:ln>
              <a:solidFill>
                <a:schemeClr val="tx1"/>
              </a:solidFill>
            </a:ln>
          </p:spPr>
        </p:pic>
        <p:sp>
          <p:nvSpPr>
            <p:cNvPr id="15" name="矩形 14"/>
            <p:cNvSpPr/>
            <p:nvPr/>
          </p:nvSpPr>
          <p:spPr>
            <a:xfrm>
              <a:off x="6223" y="6164"/>
              <a:ext cx="275" cy="233"/>
            </a:xfrm>
            <a:prstGeom prst="rect">
              <a:avLst/>
            </a:prstGeom>
            <a:noFill/>
            <a:ln w="19050">
              <a:solidFill>
                <a:srgbClr val="FF0000"/>
              </a:solid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矩形 26"/>
            <p:cNvSpPr/>
            <p:nvPr/>
          </p:nvSpPr>
          <p:spPr>
            <a:xfrm>
              <a:off x="3759" y="6164"/>
              <a:ext cx="275" cy="272"/>
            </a:xfrm>
            <a:prstGeom prst="rect">
              <a:avLst/>
            </a:prstGeom>
            <a:noFill/>
            <a:ln w="19050">
              <a:solidFill>
                <a:srgbClr val="FF0000"/>
              </a:solid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8" name="下箭头 27"/>
            <p:cNvSpPr/>
            <p:nvPr/>
          </p:nvSpPr>
          <p:spPr>
            <a:xfrm>
              <a:off x="3813" y="4463"/>
              <a:ext cx="165" cy="215"/>
            </a:xfrm>
            <a:prstGeom prst="downArrow">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2" name="下箭头 31"/>
            <p:cNvSpPr/>
            <p:nvPr/>
          </p:nvSpPr>
          <p:spPr>
            <a:xfrm>
              <a:off x="6223" y="4463"/>
              <a:ext cx="165" cy="215"/>
            </a:xfrm>
            <a:prstGeom prst="downArrow">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 name="矩形 32"/>
            <p:cNvSpPr/>
            <p:nvPr/>
          </p:nvSpPr>
          <p:spPr>
            <a:xfrm>
              <a:off x="4073" y="6164"/>
              <a:ext cx="374" cy="277"/>
            </a:xfrm>
            <a:prstGeom prst="rect">
              <a:avLst/>
            </a:prstGeom>
            <a:ln w="19050">
              <a:solidFill>
                <a:srgbClr val="FF0000"/>
              </a:solidFill>
            </a:ln>
            <a:extLst>
              <a:ext uri="{909E8E84-426E-40DD-AFC4-6F175D3DCCD1}">
                <a14:hiddenFill xmlns:a14="http://schemas.microsoft.com/office/drawing/2010/main">
                  <a:solidFill>
                    <a:srgbClr val="FF0000"/>
                  </a:solidFill>
                </a14:hiddenFill>
              </a:ext>
            </a:extLst>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35" name="下箭头 34"/>
            <p:cNvSpPr/>
            <p:nvPr/>
          </p:nvSpPr>
          <p:spPr>
            <a:xfrm>
              <a:off x="4034" y="4463"/>
              <a:ext cx="165" cy="215"/>
            </a:xfrm>
            <a:prstGeom prst="downArrow">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36" name="组合 35"/>
          <p:cNvGrpSpPr/>
          <p:nvPr/>
        </p:nvGrpSpPr>
        <p:grpSpPr>
          <a:xfrm>
            <a:off x="665480" y="3813810"/>
            <a:ext cx="4102100" cy="1080135"/>
            <a:chOff x="114" y="4365"/>
            <a:chExt cx="14172" cy="4919"/>
          </a:xfrm>
        </p:grpSpPr>
        <p:pic>
          <p:nvPicPr>
            <p:cNvPr id="37" name="图片 36" descr="01、泸203H10-1井加砂压裂第1段秒点第8级分解下岩石类事件"/>
            <p:cNvPicPr>
              <a:picLocks noChangeAspect="1"/>
            </p:cNvPicPr>
            <p:nvPr/>
          </p:nvPicPr>
          <p:blipFill>
            <a:blip r:embed="rId3"/>
            <a:stretch>
              <a:fillRect/>
            </a:stretch>
          </p:blipFill>
          <p:spPr>
            <a:xfrm>
              <a:off x="114" y="4560"/>
              <a:ext cx="14173" cy="4724"/>
            </a:xfrm>
            <a:prstGeom prst="rect">
              <a:avLst/>
            </a:prstGeom>
            <a:ln>
              <a:solidFill>
                <a:schemeClr val="tx1"/>
              </a:solidFill>
            </a:ln>
          </p:spPr>
        </p:pic>
        <p:sp>
          <p:nvSpPr>
            <p:cNvPr id="38" name="矩形 37"/>
            <p:cNvSpPr/>
            <p:nvPr/>
          </p:nvSpPr>
          <p:spPr>
            <a:xfrm>
              <a:off x="5277" y="8165"/>
              <a:ext cx="604" cy="520"/>
            </a:xfrm>
            <a:prstGeom prst="rect">
              <a:avLst/>
            </a:prstGeom>
            <a:noFill/>
            <a:ln w="19050">
              <a:solidFill>
                <a:srgbClr val="FF0000"/>
              </a:solid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9" name="下箭头 38"/>
            <p:cNvSpPr/>
            <p:nvPr/>
          </p:nvSpPr>
          <p:spPr>
            <a:xfrm>
              <a:off x="5277" y="4365"/>
              <a:ext cx="361" cy="481"/>
            </a:xfrm>
            <a:prstGeom prst="downArrow">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40" name="组合 39"/>
          <p:cNvGrpSpPr/>
          <p:nvPr/>
        </p:nvGrpSpPr>
        <p:grpSpPr>
          <a:xfrm>
            <a:off x="665480" y="4937125"/>
            <a:ext cx="4102100" cy="1080000"/>
            <a:chOff x="10182" y="6291"/>
            <a:chExt cx="7374" cy="2559"/>
          </a:xfrm>
        </p:grpSpPr>
        <p:pic>
          <p:nvPicPr>
            <p:cNvPr id="41" name="图片 40" descr="01、泸203H10-1井加砂压裂第1段秒点第9级分解下岩石类事件"/>
            <p:cNvPicPr>
              <a:picLocks noChangeAspect="1"/>
            </p:cNvPicPr>
            <p:nvPr/>
          </p:nvPicPr>
          <p:blipFill>
            <a:blip r:embed="rId4"/>
            <a:stretch>
              <a:fillRect/>
            </a:stretch>
          </p:blipFill>
          <p:spPr>
            <a:xfrm>
              <a:off x="10182" y="6392"/>
              <a:ext cx="7374" cy="2458"/>
            </a:xfrm>
            <a:prstGeom prst="rect">
              <a:avLst/>
            </a:prstGeom>
            <a:ln>
              <a:solidFill>
                <a:schemeClr val="tx1"/>
              </a:solidFill>
            </a:ln>
          </p:spPr>
        </p:pic>
        <p:sp>
          <p:nvSpPr>
            <p:cNvPr id="42" name="矩形 41"/>
            <p:cNvSpPr/>
            <p:nvPr/>
          </p:nvSpPr>
          <p:spPr>
            <a:xfrm>
              <a:off x="12095" y="8209"/>
              <a:ext cx="604" cy="330"/>
            </a:xfrm>
            <a:prstGeom prst="rect">
              <a:avLst/>
            </a:prstGeom>
            <a:ln w="19050">
              <a:solidFill>
                <a:srgbClr val="FF0000"/>
              </a:solidFill>
            </a:ln>
            <a:extLst>
              <a:ext uri="{909E8E84-426E-40DD-AFC4-6F175D3DCCD1}">
                <a14:hiddenFill xmlns:a14="http://schemas.microsoft.com/office/drawing/2010/main">
                  <a:solidFill>
                    <a:srgbClr val="FF0000"/>
                  </a:solidFill>
                </a14:hiddenFill>
              </a:ext>
            </a:extLst>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43" name="矩形 42"/>
            <p:cNvSpPr/>
            <p:nvPr/>
          </p:nvSpPr>
          <p:spPr>
            <a:xfrm>
              <a:off x="12898" y="7956"/>
              <a:ext cx="437" cy="330"/>
            </a:xfrm>
            <a:prstGeom prst="rect">
              <a:avLst/>
            </a:prstGeom>
            <a:ln w="19050">
              <a:solidFill>
                <a:srgbClr val="FF0000"/>
              </a:solidFill>
            </a:ln>
            <a:extLst>
              <a:ext uri="{909E8E84-426E-40DD-AFC4-6F175D3DCCD1}">
                <a14:hiddenFill xmlns:a14="http://schemas.microsoft.com/office/drawing/2010/main">
                  <a:solidFill>
                    <a:srgbClr val="FF0000"/>
                  </a:solidFill>
                </a14:hiddenFill>
              </a:ext>
            </a:extLst>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44" name="矩形 43"/>
            <p:cNvSpPr/>
            <p:nvPr/>
          </p:nvSpPr>
          <p:spPr>
            <a:xfrm>
              <a:off x="15995" y="7956"/>
              <a:ext cx="437" cy="330"/>
            </a:xfrm>
            <a:prstGeom prst="rect">
              <a:avLst/>
            </a:prstGeom>
            <a:ln w="19050">
              <a:solidFill>
                <a:srgbClr val="FF0000"/>
              </a:solidFill>
            </a:ln>
            <a:extLst>
              <a:ext uri="{909E8E84-426E-40DD-AFC4-6F175D3DCCD1}">
                <a14:hiddenFill xmlns:a14="http://schemas.microsoft.com/office/drawing/2010/main">
                  <a:solidFill>
                    <a:srgbClr val="FF0000"/>
                  </a:solidFill>
                </a14:hiddenFill>
              </a:ext>
            </a:extLst>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45" name="下箭头 44"/>
            <p:cNvSpPr/>
            <p:nvPr/>
          </p:nvSpPr>
          <p:spPr>
            <a:xfrm>
              <a:off x="12869" y="6291"/>
              <a:ext cx="188" cy="250"/>
            </a:xfrm>
            <a:prstGeom prst="downArrow">
              <a:avLst/>
            </a:prstGeom>
            <a:solidFill>
              <a:srgbClr val="FF0000"/>
            </a:solidFill>
            <a:ln w="190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6" name="下箭头 45"/>
            <p:cNvSpPr/>
            <p:nvPr/>
          </p:nvSpPr>
          <p:spPr>
            <a:xfrm>
              <a:off x="16120" y="6291"/>
              <a:ext cx="188" cy="250"/>
            </a:xfrm>
            <a:prstGeom prst="downArrow">
              <a:avLst/>
            </a:prstGeom>
            <a:solidFill>
              <a:srgbClr val="FF0000"/>
            </a:solidFill>
            <a:ln w="190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7" name="下箭头 46"/>
            <p:cNvSpPr/>
            <p:nvPr/>
          </p:nvSpPr>
          <p:spPr>
            <a:xfrm>
              <a:off x="12070" y="6291"/>
              <a:ext cx="188" cy="250"/>
            </a:xfrm>
            <a:prstGeom prst="downArrow">
              <a:avLst/>
            </a:prstGeom>
            <a:solidFill>
              <a:srgbClr val="FF0000"/>
            </a:solidFill>
            <a:ln w="190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29" name="Rectangle 11"/>
          <p:cNvSpPr>
            <a:spLocks noChangeArrowheads="1"/>
          </p:cNvSpPr>
          <p:nvPr/>
        </p:nvSpPr>
        <p:spPr bwMode="auto">
          <a:xfrm>
            <a:off x="376530" y="13422"/>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成果二</a:t>
            </a:r>
            <a:r>
              <a:rPr lang="zh-CN" altLang="en-US" sz="2400" b="1" kern="0" dirty="0">
                <a:solidFill>
                  <a:srgbClr val="FF0000"/>
                </a:solidFill>
                <a:latin typeface="微软雅黑" panose="020B0503020204020204" pitchFamily="34" charset="-122"/>
                <a:ea typeface="微软雅黑" panose="020B0503020204020204" pitchFamily="34" charset="-122"/>
              </a:rPr>
              <a:t>、基于井口施工曲线多级小波分解，创建了井下压裂过程流固事件判别模型</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100831" y="2379134"/>
            <a:ext cx="10466773" cy="2574606"/>
            <a:chOff x="654367" y="2051504"/>
            <a:chExt cx="10770869" cy="4051435"/>
          </a:xfrm>
        </p:grpSpPr>
        <p:grpSp>
          <p:nvGrpSpPr>
            <p:cNvPr id="6" name="组合 5"/>
            <p:cNvGrpSpPr/>
            <p:nvPr/>
          </p:nvGrpSpPr>
          <p:grpSpPr>
            <a:xfrm>
              <a:off x="654367" y="2051504"/>
              <a:ext cx="2617469" cy="974408"/>
              <a:chOff x="654367" y="2051504"/>
              <a:chExt cx="2617469" cy="974408"/>
            </a:xfrm>
          </p:grpSpPr>
          <p:cxnSp>
            <p:nvCxnSpPr>
              <p:cNvPr id="10" name="直接连接符 9"/>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1" name="半闭框 10"/>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nvGrpSpPr>
            <p:cNvPr id="7" name="组合 6"/>
            <p:cNvGrpSpPr/>
            <p:nvPr/>
          </p:nvGrpSpPr>
          <p:grpSpPr>
            <a:xfrm rot="10800000">
              <a:off x="8807767" y="5128531"/>
              <a:ext cx="2617469" cy="974408"/>
              <a:chOff x="654367" y="2051504"/>
              <a:chExt cx="2617469" cy="974408"/>
            </a:xfrm>
          </p:grpSpPr>
          <p:cxnSp>
            <p:nvCxnSpPr>
              <p:cNvPr id="8" name="直接连接符 7"/>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9" name="半闭框 8"/>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3" name="矩形 12"/>
          <p:cNvSpPr/>
          <p:nvPr/>
        </p:nvSpPr>
        <p:spPr>
          <a:xfrm>
            <a:off x="1" y="932838"/>
            <a:ext cx="12191999" cy="746346"/>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取得</a:t>
            </a:r>
            <a:r>
              <a:rPr lang="zh-CN" altLang="en-US" sz="4400" dirty="0">
                <a:solidFill>
                  <a:srgbClr val="FF0000"/>
                </a:solidFill>
                <a:latin typeface="方正大黑简体" panose="03000509000000000000" pitchFamily="65" charset="-122"/>
                <a:ea typeface="方正大黑简体" panose="03000509000000000000" pitchFamily="65" charset="-122"/>
              </a:rPr>
              <a:t>四</a:t>
            </a:r>
            <a:r>
              <a:rPr kumimoji="0" lang="zh-CN" altLang="en-US" sz="36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项主要成果和创新点</a:t>
            </a:r>
            <a:endParaRPr kumimoji="0" lang="zh-CN" altLang="en-US" sz="36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p:txBody>
      </p:sp>
      <p:sp>
        <p:nvSpPr>
          <p:cNvPr id="12" name="Text Box 6"/>
          <p:cNvSpPr txBox="1">
            <a:spLocks noChangeArrowheads="1"/>
          </p:cNvSpPr>
          <p:nvPr/>
        </p:nvSpPr>
        <p:spPr bwMode="auto">
          <a:xfrm>
            <a:off x="1402923" y="1453245"/>
            <a:ext cx="10023871" cy="4431135"/>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一、压力曲线特征与微地震解释成果相结合，明确了裂缝改造体积的影响因素</a:t>
            </a:r>
            <a:endParaRPr kumimoji="0" lang="en-US" altLang="zh-CN"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二、基于井口施工曲线多级小波分解，创建了井下压裂过程流固事件判别模型</a:t>
            </a:r>
            <a:endParaRPr kumimoji="0" lang="en-US" altLang="zh-CN"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三、基于三维网格搜索与遗传算法，实现了对裂缝扩展事件的高精度识别</a:t>
            </a:r>
            <a:endParaRPr kumimoji="0" lang="zh-CN" altLang="en-US" sz="20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四、建立了停泵期裂缝尺寸反演的半解析模型，</a:t>
            </a:r>
            <a:r>
              <a:rPr lang="zh-CN" altLang="en-US" sz="2000" dirty="0">
                <a:latin typeface="微软雅黑" panose="020B0503020204020204" pitchFamily="34" charset="-122"/>
                <a:ea typeface="微软雅黑" panose="020B0503020204020204" pitchFamily="34" charset="-122"/>
              </a:rPr>
              <a:t>搭建了大数据库可视化云平台架构</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现状及存在问题</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56718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sym typeface="+mn-ea"/>
              </a:rPr>
              <a:t>由于裂缝起裂时间的不确定及压裂设计的不同，裂缝扩展阶段起止时间不同，</a:t>
            </a:r>
            <a:r>
              <a:rPr lang="zh-CN" altLang="en-US" sz="1600" dirty="0">
                <a:solidFill>
                  <a:srgbClr val="FF0000"/>
                </a:solidFill>
                <a:sym typeface="+mn-ea"/>
              </a:rPr>
              <a:t>需要进行人工标定</a:t>
            </a:r>
            <a:endParaRPr lang="zh-CN" altLang="en-US" sz="1600" dirty="0">
              <a:solidFill>
                <a:srgbClr val="FF0000"/>
              </a:solidFill>
            </a:endParaRPr>
          </a:p>
          <a:p>
            <a:pPr marL="342900" indent="-342900" algn="just">
              <a:lnSpc>
                <a:spcPct val="150000"/>
              </a:lnSpc>
              <a:buClr>
                <a:srgbClr val="FF0000"/>
              </a:buClr>
              <a:buFont typeface="Wingdings" panose="05000000000000000000" charset="0"/>
              <a:buChar char="l"/>
            </a:pPr>
            <a:r>
              <a:rPr lang="zh-CN" altLang="en-US" sz="1600" dirty="0">
                <a:sym typeface="+mn-ea"/>
              </a:rPr>
              <a:t>小波压力波动分为</a:t>
            </a:r>
            <a:r>
              <a:rPr lang="zh-CN" altLang="en-US" sz="1600" dirty="0">
                <a:solidFill>
                  <a:srgbClr val="FF0000"/>
                </a:solidFill>
                <a:sym typeface="+mn-ea"/>
              </a:rPr>
              <a:t>变排量波动</a:t>
            </a:r>
            <a:r>
              <a:rPr lang="zh-CN" altLang="en-US" sz="1600" dirty="0">
                <a:sym typeface="+mn-ea"/>
              </a:rPr>
              <a:t>和</a:t>
            </a:r>
            <a:r>
              <a:rPr lang="zh-CN" altLang="en-US" sz="1600" dirty="0">
                <a:solidFill>
                  <a:srgbClr val="FF0000"/>
                </a:solidFill>
                <a:sym typeface="+mn-ea"/>
              </a:rPr>
              <a:t>裂缝扩展的岩石类事件</a:t>
            </a:r>
            <a:r>
              <a:rPr lang="zh-CN" altLang="en-US" sz="1600" dirty="0">
                <a:sym typeface="+mn-ea"/>
              </a:rPr>
              <a:t>，因此分析前需要先筛选出岩石类事件</a:t>
            </a:r>
            <a:endParaRPr lang="zh-CN" altLang="en-US" sz="1600" dirty="0"/>
          </a:p>
          <a:p>
            <a:pPr marL="342900" indent="-342900" algn="just">
              <a:lnSpc>
                <a:spcPct val="150000"/>
              </a:lnSpc>
              <a:buClr>
                <a:srgbClr val="FF0000"/>
              </a:buClr>
              <a:buFont typeface="Wingdings" panose="05000000000000000000" charset="0"/>
              <a:buChar char="l"/>
            </a:pPr>
            <a:r>
              <a:rPr lang="zh-CN" altLang="en-US" sz="1600" dirty="0">
                <a:sym typeface="+mn-ea"/>
              </a:rPr>
              <a:t>基于小波分析后筛选出的岩石类事件，</a:t>
            </a:r>
            <a:r>
              <a:rPr lang="zh-CN" altLang="en-US" sz="1600" dirty="0">
                <a:solidFill>
                  <a:srgbClr val="FF0000"/>
                </a:solidFill>
                <a:sym typeface="+mn-ea"/>
              </a:rPr>
              <a:t>如何微地震事件进行对照理解</a:t>
            </a:r>
            <a:r>
              <a:rPr lang="zh-CN" altLang="en-US" sz="1600" dirty="0">
                <a:sym typeface="+mn-ea"/>
              </a:rPr>
              <a:t>，当前缺乏相关解释</a:t>
            </a:r>
            <a:endParaRPr lang="zh-CN" altLang="en-US" sz="1600" dirty="0">
              <a:sym typeface="+mn-ea"/>
            </a:endParaRPr>
          </a:p>
          <a:p>
            <a:pPr marL="342900" indent="-342900"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当前相关研究均未阐明</a:t>
            </a:r>
            <a:r>
              <a:rPr lang="zh-CN" altLang="en-US" sz="1600" dirty="0">
                <a:solidFill>
                  <a:srgbClr val="FF0000"/>
                </a:solidFill>
                <a:cs typeface="微软雅黑" panose="020B0503020204020204" pitchFamily="34" charset="-122"/>
                <a:sym typeface="+mn-ea"/>
              </a:rPr>
              <a:t>地质参数</a:t>
            </a:r>
            <a:r>
              <a:rPr lang="zh-CN" altLang="en-US" sz="1600" dirty="0">
                <a:cs typeface="微软雅黑" panose="020B0503020204020204" pitchFamily="34" charset="-122"/>
                <a:sym typeface="+mn-ea"/>
              </a:rPr>
              <a:t>对小波响应的影响规律以及</a:t>
            </a:r>
            <a:r>
              <a:rPr lang="zh-CN" altLang="en-US" sz="1600" dirty="0">
                <a:solidFill>
                  <a:srgbClr val="FF0000"/>
                </a:solidFill>
                <a:cs typeface="微软雅黑" panose="020B0503020204020204" pitchFamily="34" charset="-122"/>
                <a:sym typeface="+mn-ea"/>
              </a:rPr>
              <a:t>工程参数</a:t>
            </a:r>
            <a:r>
              <a:rPr lang="zh-CN" altLang="en-US" sz="1600" dirty="0">
                <a:cs typeface="微软雅黑" panose="020B0503020204020204" pitchFamily="34" charset="-122"/>
                <a:sym typeface="+mn-ea"/>
              </a:rPr>
              <a:t>与时间-频率域中压力信号的相互作用关系</a:t>
            </a:r>
            <a:endParaRPr lang="zh-CN" altLang="en-US" sz="1600" dirty="0">
              <a:cs typeface="微软雅黑" panose="020B0503020204020204" pitchFamily="34" charset="-122"/>
            </a:endParaRPr>
          </a:p>
        </p:txBody>
      </p:sp>
      <p:sp>
        <p:nvSpPr>
          <p:cNvPr id="16" name="文本框 1"/>
          <p:cNvSpPr txBox="1">
            <a:spLocks noChangeArrowheads="1"/>
          </p:cNvSpPr>
          <p:nvPr/>
        </p:nvSpPr>
        <p:spPr bwMode="auto">
          <a:xfrm>
            <a:off x="6050915" y="6055995"/>
            <a:ext cx="585025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Nolte-Smith</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方法</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文本框 1"/>
          <p:cNvSpPr txBox="1">
            <a:spLocks noChangeArrowheads="1"/>
          </p:cNvSpPr>
          <p:nvPr/>
        </p:nvSpPr>
        <p:spPr bwMode="auto">
          <a:xfrm>
            <a:off x="280987" y="6056176"/>
            <a:ext cx="586898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人工标定裂缝扩展阶段后进行分析</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18" name="图片 17"/>
          <p:cNvPicPr>
            <a:picLocks noChangeAspect="1"/>
          </p:cNvPicPr>
          <p:nvPr/>
        </p:nvPicPr>
        <p:blipFill>
          <a:blip r:embed="rId1"/>
          <a:stretch>
            <a:fillRect/>
          </a:stretch>
        </p:blipFill>
        <p:spPr>
          <a:xfrm>
            <a:off x="1042035" y="2916555"/>
            <a:ext cx="4345940" cy="3105785"/>
          </a:xfrm>
          <a:prstGeom prst="rect">
            <a:avLst/>
          </a:prstGeom>
        </p:spPr>
      </p:pic>
      <p:pic>
        <p:nvPicPr>
          <p:cNvPr id="25" name="图片 24"/>
          <p:cNvPicPr/>
          <p:nvPr/>
        </p:nvPicPr>
        <p:blipFill>
          <a:blip r:embed="rId2"/>
          <a:stretch>
            <a:fillRect/>
          </a:stretch>
        </p:blipFill>
        <p:spPr>
          <a:xfrm>
            <a:off x="6390640" y="2943225"/>
            <a:ext cx="2160000" cy="1440000"/>
          </a:xfrm>
          <a:prstGeom prst="rect">
            <a:avLst/>
          </a:prstGeom>
        </p:spPr>
      </p:pic>
      <p:pic>
        <p:nvPicPr>
          <p:cNvPr id="27" name="图片 26"/>
          <p:cNvPicPr/>
          <p:nvPr/>
        </p:nvPicPr>
        <p:blipFill>
          <a:blip r:embed="rId3"/>
          <a:stretch>
            <a:fillRect/>
          </a:stretch>
        </p:blipFill>
        <p:spPr>
          <a:xfrm>
            <a:off x="8961120" y="2942971"/>
            <a:ext cx="2160000" cy="1440000"/>
          </a:xfrm>
          <a:prstGeom prst="rect">
            <a:avLst/>
          </a:prstGeom>
        </p:spPr>
      </p:pic>
      <p:pic>
        <p:nvPicPr>
          <p:cNvPr id="28" name="图片 27"/>
          <p:cNvPicPr/>
          <p:nvPr/>
        </p:nvPicPr>
        <p:blipFill>
          <a:blip r:embed="rId4"/>
          <a:stretch>
            <a:fillRect/>
          </a:stretch>
        </p:blipFill>
        <p:spPr>
          <a:xfrm>
            <a:off x="6390640" y="4469765"/>
            <a:ext cx="2160000" cy="1440000"/>
          </a:xfrm>
          <a:prstGeom prst="rect">
            <a:avLst/>
          </a:prstGeom>
        </p:spPr>
      </p:pic>
      <p:pic>
        <p:nvPicPr>
          <p:cNvPr id="29" name="图片 28"/>
          <p:cNvPicPr/>
          <p:nvPr/>
        </p:nvPicPr>
        <p:blipFill>
          <a:blip r:embed="rId5"/>
          <a:stretch>
            <a:fillRect/>
          </a:stretch>
        </p:blipFill>
        <p:spPr>
          <a:xfrm>
            <a:off x="8961120" y="4469384"/>
            <a:ext cx="2160000" cy="1440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研究思路</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56718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基于</a:t>
            </a:r>
            <a:r>
              <a:rPr lang="zh-CN" altLang="en-US" sz="1600" dirty="0">
                <a:solidFill>
                  <a:srgbClr val="FF0000"/>
                </a:solidFill>
                <a:cs typeface="Times New Roman" panose="02020603050405020304" pitchFamily="18" charset="0"/>
                <a:sym typeface="+mn-ea"/>
              </a:rPr>
              <a:t>三维网格搜索</a:t>
            </a:r>
            <a:r>
              <a:rPr lang="zh-CN" altLang="en-US" sz="1600" dirty="0">
                <a:cs typeface="Times New Roman" panose="02020603050405020304" pitchFamily="18" charset="0"/>
                <a:sym typeface="+mn-ea"/>
              </a:rPr>
              <a:t>方法，遍历预定义的参数网格中所有可能组合，确定最准确</a:t>
            </a:r>
            <a:r>
              <a:rPr lang="zh-CN" altLang="en-US" sz="1600" dirty="0">
                <a:solidFill>
                  <a:srgbClr val="FF0000"/>
                </a:solidFill>
                <a:cs typeface="Times New Roman" panose="02020603050405020304" pitchFamily="18" charset="0"/>
                <a:sym typeface="+mn-ea"/>
              </a:rPr>
              <a:t>标定裂缝扩展阶段</a:t>
            </a:r>
            <a:r>
              <a:rPr lang="zh-CN" altLang="en-US" sz="1600" dirty="0">
                <a:cs typeface="Times New Roman" panose="02020603050405020304" pitchFamily="18" charset="0"/>
                <a:sym typeface="+mn-ea"/>
              </a:rPr>
              <a:t>的</a:t>
            </a:r>
            <a:r>
              <a:rPr lang="zh-CN" altLang="en-US" sz="1600" dirty="0">
                <a:solidFill>
                  <a:srgbClr val="FF0000"/>
                </a:solidFill>
                <a:cs typeface="Times New Roman" panose="02020603050405020304" pitchFamily="18" charset="0"/>
                <a:sym typeface="+mn-ea"/>
              </a:rPr>
              <a:t>超参数</a:t>
            </a:r>
            <a:endParaRPr lang="en-US" altLang="zh-CN" sz="1600" dirty="0">
              <a:cs typeface="Times New Roman" panose="02020603050405020304" pitchFamily="18" charset="0"/>
            </a:endParaRPr>
          </a:p>
          <a:p>
            <a:pPr marL="342900" indent="-342900"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引入</a:t>
            </a:r>
            <a:r>
              <a:rPr lang="zh-CN" altLang="en-US" sz="1600" dirty="0">
                <a:solidFill>
                  <a:srgbClr val="FF0000"/>
                </a:solidFill>
                <a:cs typeface="Times New Roman" panose="02020603050405020304" pitchFamily="18" charset="0"/>
                <a:sym typeface="+mn-ea"/>
              </a:rPr>
              <a:t>多点变异遗传算法</a:t>
            </a:r>
            <a:r>
              <a:rPr lang="zh-CN" altLang="en-US" sz="1600" dirty="0">
                <a:cs typeface="Times New Roman" panose="02020603050405020304" pitchFamily="18" charset="0"/>
                <a:sym typeface="+mn-ea"/>
              </a:rPr>
              <a:t>，快速找到适合某井区</a:t>
            </a:r>
            <a:r>
              <a:rPr lang="zh-CN" altLang="en-US" sz="1600" dirty="0">
                <a:solidFill>
                  <a:srgbClr val="FF0000"/>
                </a:solidFill>
                <a:cs typeface="Times New Roman" panose="02020603050405020304" pitchFamily="18" charset="0"/>
                <a:sym typeface="+mn-ea"/>
              </a:rPr>
              <a:t>筛选岩石类事件</a:t>
            </a:r>
            <a:r>
              <a:rPr lang="zh-CN" altLang="en-US" sz="1600" dirty="0">
                <a:cs typeface="Times New Roman" panose="02020603050405020304" pitchFamily="18" charset="0"/>
                <a:sym typeface="+mn-ea"/>
              </a:rPr>
              <a:t>的</a:t>
            </a:r>
            <a:r>
              <a:rPr lang="zh-CN" altLang="en-US" sz="1600" dirty="0">
                <a:solidFill>
                  <a:srgbClr val="FF0000"/>
                </a:solidFill>
                <a:cs typeface="Times New Roman" panose="02020603050405020304" pitchFamily="18" charset="0"/>
                <a:sym typeface="+mn-ea"/>
              </a:rPr>
              <a:t>超参数</a:t>
            </a:r>
            <a:r>
              <a:rPr lang="zh-CN" altLang="en-US" sz="1600" dirty="0">
                <a:cs typeface="Times New Roman" panose="02020603050405020304" pitchFamily="18" charset="0"/>
                <a:sym typeface="+mn-ea"/>
              </a:rPr>
              <a:t>取值，利用微地震结果不断迭代优化</a:t>
            </a:r>
            <a:endParaRPr lang="zh-CN" altLang="en-US" sz="1600" dirty="0">
              <a:cs typeface="Times New Roman" panose="02020603050405020304" pitchFamily="18" charset="0"/>
            </a:endParaRPr>
          </a:p>
          <a:p>
            <a:pPr marL="342900" indent="-342900"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分析小波分析岩石类事件在</a:t>
            </a:r>
            <a:r>
              <a:rPr lang="zh-CN" altLang="en-US" sz="1600" dirty="0">
                <a:solidFill>
                  <a:srgbClr val="FF0000"/>
                </a:solidFill>
                <a:cs typeface="Times New Roman" panose="02020603050405020304" pitchFamily="18" charset="0"/>
                <a:sym typeface="+mn-ea"/>
              </a:rPr>
              <a:t>时间与能量</a:t>
            </a:r>
            <a:r>
              <a:rPr lang="zh-CN" altLang="en-US" sz="1600" dirty="0">
                <a:cs typeface="Times New Roman" panose="02020603050405020304" pitchFamily="18" charset="0"/>
                <a:sym typeface="+mn-ea"/>
              </a:rPr>
              <a:t>上与</a:t>
            </a:r>
            <a:r>
              <a:rPr lang="zh-CN" altLang="en-US" sz="1600" dirty="0">
                <a:solidFill>
                  <a:srgbClr val="FF0000"/>
                </a:solidFill>
                <a:cs typeface="Times New Roman" panose="02020603050405020304" pitchFamily="18" charset="0"/>
                <a:sym typeface="+mn-ea"/>
              </a:rPr>
              <a:t>微地震</a:t>
            </a:r>
            <a:r>
              <a:rPr lang="zh-CN" altLang="en-US" sz="1600" dirty="0">
                <a:cs typeface="Times New Roman" panose="02020603050405020304" pitchFamily="18" charset="0"/>
                <a:sym typeface="+mn-ea"/>
              </a:rPr>
              <a:t>事件的对应关系</a:t>
            </a:r>
            <a:endParaRPr lang="zh-CN" altLang="en-US" sz="1600" dirty="0">
              <a:cs typeface="Times New Roman" panose="02020603050405020304" pitchFamily="18" charset="0"/>
              <a:sym typeface="+mn-ea"/>
            </a:endParaRPr>
          </a:p>
          <a:p>
            <a:pPr marL="342900" indent="-342900" algn="just">
              <a:lnSpc>
                <a:spcPct val="150000"/>
              </a:lnSpc>
              <a:buClr>
                <a:srgbClr val="FF0000"/>
              </a:buClr>
              <a:buFont typeface="Wingdings" panose="05000000000000000000" charset="0"/>
              <a:buChar char="l"/>
            </a:pPr>
            <a:r>
              <a:rPr lang="zh-CN" altLang="en-US" sz="1600" dirty="0">
                <a:sym typeface="+mn-ea"/>
              </a:rPr>
              <a:t>基于</a:t>
            </a:r>
            <a:r>
              <a:rPr lang="zh-CN" altLang="en-US" sz="1600" dirty="0">
                <a:solidFill>
                  <a:srgbClr val="FF0000"/>
                </a:solidFill>
                <a:sym typeface="+mn-ea"/>
              </a:rPr>
              <a:t>有限元方法</a:t>
            </a:r>
            <a:r>
              <a:rPr lang="zh-CN" altLang="en-US" sz="1600" dirty="0">
                <a:sym typeface="+mn-ea"/>
              </a:rPr>
              <a:t>建立含天然裂缝的二维均质地层模型，研究不同地质工程参数下小波响应规律</a:t>
            </a:r>
            <a:endParaRPr lang="zh-CN" altLang="en-US" sz="1600" dirty="0">
              <a:cs typeface="Times New Roman" panose="02020603050405020304" pitchFamily="18" charset="0"/>
            </a:endParaRPr>
          </a:p>
        </p:txBody>
      </p:sp>
      <p:sp>
        <p:nvSpPr>
          <p:cNvPr id="5" name="文本框 1"/>
          <p:cNvSpPr txBox="1">
            <a:spLocks noChangeArrowheads="1"/>
          </p:cNvSpPr>
          <p:nvPr/>
        </p:nvSpPr>
        <p:spPr bwMode="auto">
          <a:xfrm>
            <a:off x="4297045" y="6055360"/>
            <a:ext cx="359918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多点变异遗传算法</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1"/>
          <p:cNvSpPr txBox="1">
            <a:spLocks noChangeArrowheads="1"/>
          </p:cNvSpPr>
          <p:nvPr/>
        </p:nvSpPr>
        <p:spPr bwMode="auto">
          <a:xfrm>
            <a:off x="193040" y="6055995"/>
            <a:ext cx="359854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三维网格搜索算法</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文本框 1"/>
          <p:cNvSpPr txBox="1">
            <a:spLocks noChangeArrowheads="1"/>
          </p:cNvSpPr>
          <p:nvPr/>
        </p:nvSpPr>
        <p:spPr bwMode="auto">
          <a:xfrm>
            <a:off x="8237855" y="6055360"/>
            <a:ext cx="359854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水力裂缝与天然裂缝二维交互模型</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9" name="图片 18" descr="Grid-search"/>
          <p:cNvPicPr>
            <a:picLocks noChangeAspect="1"/>
          </p:cNvPicPr>
          <p:nvPr/>
        </p:nvPicPr>
        <p:blipFill>
          <a:blip r:embed="rId1"/>
          <a:srcRect t="321"/>
          <a:stretch>
            <a:fillRect/>
          </a:stretch>
        </p:blipFill>
        <p:spPr>
          <a:xfrm>
            <a:off x="355600" y="3446145"/>
            <a:ext cx="3600000" cy="2018930"/>
          </a:xfrm>
          <a:prstGeom prst="rect">
            <a:avLst/>
          </a:prstGeom>
        </p:spPr>
      </p:pic>
      <p:pic>
        <p:nvPicPr>
          <p:cNvPr id="21" name="图片 20" descr="3.4"/>
          <p:cNvPicPr>
            <a:picLocks noChangeAspect="1"/>
          </p:cNvPicPr>
          <p:nvPr/>
        </p:nvPicPr>
        <p:blipFill>
          <a:blip r:embed="rId2"/>
          <a:stretch>
            <a:fillRect/>
          </a:stretch>
        </p:blipFill>
        <p:spPr>
          <a:xfrm>
            <a:off x="4297045" y="3117215"/>
            <a:ext cx="3600000" cy="2358010"/>
          </a:xfrm>
          <a:prstGeom prst="rect">
            <a:avLst/>
          </a:prstGeom>
        </p:spPr>
      </p:pic>
      <p:sp>
        <p:nvSpPr>
          <p:cNvPr id="13"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3"/>
          <a:stretch>
            <a:fillRect/>
          </a:stretch>
        </p:blipFill>
        <p:spPr>
          <a:xfrm>
            <a:off x="7700645" y="3446145"/>
            <a:ext cx="4135755" cy="193357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、基于三维网格搜索方法，实现了自适应参数的压裂施工主体段截取</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56718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网格搜索是一项模型</a:t>
            </a:r>
            <a:r>
              <a:rPr lang="zh-CN" altLang="en-US" sz="1600" dirty="0">
                <a:solidFill>
                  <a:srgbClr val="FF0000"/>
                </a:solidFill>
                <a:cs typeface="Times New Roman" panose="02020603050405020304" pitchFamily="18" charset="0"/>
                <a:sym typeface="+mn-ea"/>
              </a:rPr>
              <a:t>超参数优化</a:t>
            </a:r>
            <a:r>
              <a:rPr lang="zh-CN" altLang="en-US" sz="1600" dirty="0">
                <a:cs typeface="Times New Roman" panose="02020603050405020304" pitchFamily="18" charset="0"/>
                <a:sym typeface="+mn-ea"/>
              </a:rPr>
              <a:t>技术，常用于优化三个或者更少数量的超参数，对于每个超参数，使用者选择一个较小的有限集去探索</a:t>
            </a:r>
            <a:endParaRPr lang="zh-CN" altLang="en-US" sz="1600" dirty="0">
              <a:cs typeface="Times New Roman" panose="02020603050405020304" pitchFamily="18" charset="0"/>
              <a:sym typeface="+mn-ea"/>
            </a:endParaRPr>
          </a:p>
          <a:p>
            <a:pPr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对有限集进行</a:t>
            </a:r>
            <a:r>
              <a:rPr lang="zh-CN" altLang="en-US" sz="1600" dirty="0">
                <a:solidFill>
                  <a:srgbClr val="FF0000"/>
                </a:solidFill>
                <a:cs typeface="Times New Roman" panose="02020603050405020304" pitchFamily="18" charset="0"/>
                <a:sym typeface="+mn-ea"/>
              </a:rPr>
              <a:t>超参数笛卡尔乘积</a:t>
            </a:r>
            <a:r>
              <a:rPr lang="zh-CN" altLang="en-US" sz="1600" dirty="0">
                <a:cs typeface="Times New Roman" panose="02020603050405020304" pitchFamily="18" charset="0"/>
                <a:sym typeface="+mn-ea"/>
              </a:rPr>
              <a:t>得到若干组超参数。网格搜索使用每组超参数训练模型，挑选验证集误差最小的超参数作为最好的超参数</a:t>
            </a:r>
            <a:endParaRPr lang="zh-CN" altLang="en-US" sz="1600" dirty="0">
              <a:cs typeface="Times New Roman" panose="02020603050405020304" pitchFamily="18" charset="0"/>
            </a:endParaRPr>
          </a:p>
        </p:txBody>
      </p:sp>
      <p:sp>
        <p:nvSpPr>
          <p:cNvPr id="8" name="文本框 7"/>
          <p:cNvSpPr txBox="1"/>
          <p:nvPr/>
        </p:nvSpPr>
        <p:spPr>
          <a:xfrm>
            <a:off x="6102985" y="6087110"/>
            <a:ext cx="58273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网格搜索在三维空间中的考虑情况</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275590" y="6094730"/>
            <a:ext cx="58273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网格搜索与随机搜索进行自动超参数调优</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9" name="图片 8"/>
          <p:cNvPicPr/>
          <p:nvPr/>
        </p:nvPicPr>
        <p:blipFill>
          <a:blip r:embed="rId1"/>
          <a:stretch>
            <a:fillRect/>
          </a:stretch>
        </p:blipFill>
        <p:spPr>
          <a:xfrm>
            <a:off x="660400" y="3195320"/>
            <a:ext cx="4715510" cy="2388235"/>
          </a:xfrm>
          <a:prstGeom prst="rect">
            <a:avLst/>
          </a:prstGeom>
        </p:spPr>
      </p:pic>
      <p:pic>
        <p:nvPicPr>
          <p:cNvPr id="27" name="图片 26" descr="1914163-20230721102922237-1091607942(1)"/>
          <p:cNvPicPr>
            <a:picLocks noChangeAspect="1"/>
          </p:cNvPicPr>
          <p:nvPr/>
        </p:nvPicPr>
        <p:blipFill>
          <a:blip r:embed="rId2"/>
          <a:stretch>
            <a:fillRect/>
          </a:stretch>
        </p:blipFill>
        <p:spPr>
          <a:xfrm>
            <a:off x="7091680" y="3195320"/>
            <a:ext cx="3780790" cy="2262505"/>
          </a:xfrm>
          <a:prstGeom prst="rect">
            <a:avLst/>
          </a:prstGeom>
        </p:spPr>
      </p:pic>
      <p:sp>
        <p:nvSpPr>
          <p:cNvPr id="11"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、基于三维网格搜索方法，实现了自适应参数的压裂施工主体段截取</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针对泸</a:t>
            </a:r>
            <a:r>
              <a:rPr lang="en-US" altLang="zh-CN" sz="1600" dirty="0">
                <a:cs typeface="微软雅黑" panose="020B0503020204020204" pitchFamily="34" charset="-122"/>
                <a:sym typeface="+mn-ea"/>
              </a:rPr>
              <a:t>203H10</a:t>
            </a:r>
            <a:r>
              <a:rPr lang="zh-CN" altLang="en-US" sz="1600" dirty="0">
                <a:cs typeface="微软雅黑" panose="020B0503020204020204" pitchFamily="34" charset="-122"/>
                <a:sym typeface="+mn-ea"/>
              </a:rPr>
              <a:t>平台</a:t>
            </a:r>
            <a:r>
              <a:rPr lang="en-US" altLang="zh-CN" sz="1600" dirty="0">
                <a:cs typeface="微软雅黑" panose="020B0503020204020204" pitchFamily="34" charset="-122"/>
                <a:sym typeface="+mn-ea"/>
              </a:rPr>
              <a:t>72</a:t>
            </a:r>
            <a:r>
              <a:rPr lang="zh-CN" altLang="en-US" sz="1600" dirty="0">
                <a:cs typeface="微软雅黑" panose="020B0503020204020204" pitchFamily="34" charset="-122"/>
                <a:sym typeface="+mn-ea"/>
              </a:rPr>
              <a:t>个井段的实际情况进行分析，</a:t>
            </a:r>
            <a:r>
              <a:rPr lang="zh-CN" altLang="en-US" sz="1600" dirty="0">
                <a:solidFill>
                  <a:srgbClr val="FF0000"/>
                </a:solidFill>
                <a:cs typeface="微软雅黑" panose="020B0503020204020204" pitchFamily="34" charset="-122"/>
                <a:sym typeface="+mn-ea"/>
              </a:rPr>
              <a:t>自适应调整压力波动阈值</a:t>
            </a:r>
            <a:r>
              <a:rPr lang="zh-CN" altLang="en-US" sz="1600" dirty="0">
                <a:cs typeface="微软雅黑" panose="020B0503020204020204" pitchFamily="34" charset="-122"/>
                <a:sym typeface="+mn-ea"/>
              </a:rPr>
              <a:t>，本算法都能够在</a:t>
            </a:r>
            <a:r>
              <a:rPr lang="en-US" altLang="zh-CN" sz="1600" dirty="0">
                <a:solidFill>
                  <a:srgbClr val="FF0000"/>
                </a:solidFill>
                <a:cs typeface="微软雅黑" panose="020B0503020204020204" pitchFamily="34" charset="-122"/>
                <a:sym typeface="+mn-ea"/>
              </a:rPr>
              <a:t>10</a:t>
            </a:r>
            <a:r>
              <a:rPr lang="zh-CN" altLang="en-US" sz="1600" dirty="0">
                <a:solidFill>
                  <a:srgbClr val="FF0000"/>
                </a:solidFill>
                <a:cs typeface="微软雅黑" panose="020B0503020204020204" pitchFamily="34" charset="-122"/>
                <a:sym typeface="+mn-ea"/>
              </a:rPr>
              <a:t>秒内</a:t>
            </a:r>
            <a:r>
              <a:rPr lang="zh-CN" altLang="en-US" sz="1600" dirty="0">
                <a:cs typeface="微软雅黑" panose="020B0503020204020204" pitchFamily="34" charset="-122"/>
                <a:sym typeface="+mn-ea"/>
              </a:rPr>
              <a:t>完成对</a:t>
            </a:r>
            <a:r>
              <a:rPr lang="en-US" altLang="zh-CN" sz="1600" dirty="0">
                <a:solidFill>
                  <a:srgbClr val="FF0000"/>
                </a:solidFill>
                <a:cs typeface="微软雅黑" panose="020B0503020204020204" pitchFamily="34" charset="-122"/>
                <a:sym typeface="+mn-ea"/>
              </a:rPr>
              <a:t>324</a:t>
            </a:r>
            <a:r>
              <a:rPr lang="zh-CN" altLang="en-US" sz="1600" dirty="0">
                <a:solidFill>
                  <a:srgbClr val="FF0000"/>
                </a:solidFill>
                <a:cs typeface="微软雅黑" panose="020B0503020204020204" pitchFamily="34" charset="-122"/>
                <a:sym typeface="+mn-ea"/>
              </a:rPr>
              <a:t>种</a:t>
            </a:r>
            <a:r>
              <a:rPr lang="zh-CN" altLang="en-US" sz="1600" dirty="0">
                <a:cs typeface="微软雅黑" panose="020B0503020204020204" pitchFamily="34" charset="-122"/>
                <a:sym typeface="+mn-ea"/>
              </a:rPr>
              <a:t>超参数组合模式进行遍历求解，从而得出最优的超参数组合，完成对压力施工曲线主体段的自动截取</a:t>
            </a:r>
            <a:endParaRPr lang="zh-CN" altLang="en-US" sz="1600" dirty="0">
              <a:cs typeface="微软雅黑" panose="020B0503020204020204" pitchFamily="34" charset="-122"/>
            </a:endParaRPr>
          </a:p>
        </p:txBody>
      </p:sp>
      <p:sp>
        <p:nvSpPr>
          <p:cNvPr id="20" name="文本框 19"/>
          <p:cNvSpPr txBox="1"/>
          <p:nvPr/>
        </p:nvSpPr>
        <p:spPr>
          <a:xfrm>
            <a:off x="335280" y="6055360"/>
            <a:ext cx="5674360" cy="26035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波动阈值自适应</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调整</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24"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588375" y="2207171"/>
            <a:ext cx="5009516" cy="3750398"/>
            <a:chOff x="5891397" y="1784985"/>
            <a:chExt cx="4932339" cy="4107634"/>
          </a:xfrm>
        </p:grpSpPr>
        <p:sp>
          <p:nvSpPr>
            <p:cNvPr id="23" name="文本框 22"/>
            <p:cNvSpPr txBox="1"/>
            <p:nvPr>
              <p:custDataLst>
                <p:tags r:id="rId1"/>
              </p:custDataLst>
            </p:nvPr>
          </p:nvSpPr>
          <p:spPr>
            <a:xfrm>
              <a:off x="7295292" y="2220914"/>
              <a:ext cx="2355215" cy="362585"/>
            </a:xfrm>
            <a:prstGeom prst="rect">
              <a:avLst/>
            </a:prstGeom>
            <a:noFill/>
            <a:ln>
              <a:noFill/>
            </a:ln>
          </p:spPr>
          <p:txBody>
            <a:bodyPr wrap="square"/>
            <a:lstStyle/>
            <a:p>
              <a:pPr indent="0" algn="ctr" fontAlgn="auto">
                <a:lnSpc>
                  <a:spcPct val="100000"/>
                </a:lnSpc>
                <a:buClr>
                  <a:srgbClr val="FF0000"/>
                </a:buClr>
              </a:pPr>
              <a:r>
                <a:rPr lang="zh-CN" altLang="en-US" sz="1400" dirty="0">
                  <a:solidFill>
                    <a:srgbClr val="FF0000"/>
                  </a:solidFill>
                  <a:latin typeface="微软雅黑" panose="020B0503020204020204" pitchFamily="34" charset="-122"/>
                  <a:ea typeface="微软雅黑" panose="020B0503020204020204" pitchFamily="34" charset="-122"/>
                </a:rPr>
                <a:t>压力、排量波动大小</a:t>
              </a:r>
              <a:endParaRPr lang="zh-CN" altLang="en-US" sz="1400" dirty="0">
                <a:solidFill>
                  <a:srgbClr val="FF0000"/>
                </a:solidFill>
                <a:latin typeface="微软雅黑" panose="020B0503020204020204" pitchFamily="34" charset="-122"/>
                <a:ea typeface="微软雅黑" panose="020B0503020204020204" pitchFamily="34" charset="-122"/>
              </a:endParaRPr>
            </a:p>
          </p:txBody>
        </p:sp>
        <p:sp>
          <p:nvSpPr>
            <p:cNvPr id="25" name="任意多边形 12"/>
            <p:cNvSpPr/>
            <p:nvPr/>
          </p:nvSpPr>
          <p:spPr>
            <a:xfrm>
              <a:off x="9439504" y="1784985"/>
              <a:ext cx="903439" cy="1195540"/>
            </a:xfrm>
            <a:custGeom>
              <a:avLst/>
              <a:gdLst>
                <a:gd name="connisteX0" fmla="*/ 0 w 1403350"/>
                <a:gd name="connsiteY0" fmla="*/ 1045267 h 2050484"/>
                <a:gd name="connisteX1" fmla="*/ 208915 w 1403350"/>
                <a:gd name="connsiteY1" fmla="*/ 1980622 h 2050484"/>
                <a:gd name="connisteX2" fmla="*/ 288925 w 1403350"/>
                <a:gd name="connsiteY2" fmla="*/ 59747 h 2050484"/>
                <a:gd name="connisteX3" fmla="*/ 457835 w 1403350"/>
                <a:gd name="connsiteY3" fmla="*/ 2000942 h 2050484"/>
                <a:gd name="connisteX4" fmla="*/ 547370 w 1403350"/>
                <a:gd name="connsiteY4" fmla="*/ 99752 h 2050484"/>
                <a:gd name="connisteX5" fmla="*/ 676910 w 1403350"/>
                <a:gd name="connsiteY5" fmla="*/ 1950777 h 2050484"/>
                <a:gd name="connisteX6" fmla="*/ 766445 w 1403350"/>
                <a:gd name="connsiteY6" fmla="*/ 89592 h 2050484"/>
                <a:gd name="connisteX7" fmla="*/ 875665 w 1403350"/>
                <a:gd name="connsiteY7" fmla="*/ 1901247 h 2050484"/>
                <a:gd name="connisteX8" fmla="*/ 1005205 w 1403350"/>
                <a:gd name="connsiteY8" fmla="*/ 29902 h 2050484"/>
                <a:gd name="connisteX9" fmla="*/ 1115060 w 1403350"/>
                <a:gd name="connsiteY9" fmla="*/ 2050472 h 2050484"/>
                <a:gd name="connisteX10" fmla="*/ 1194435 w 1403350"/>
                <a:gd name="connsiteY10" fmla="*/ 57 h 2050484"/>
                <a:gd name="connisteX11" fmla="*/ 1283970 w 1403350"/>
                <a:gd name="connsiteY11" fmla="*/ 1990782 h 2050484"/>
                <a:gd name="connisteX12" fmla="*/ 1403350 w 1403350"/>
                <a:gd name="connsiteY12" fmla="*/ 567747 h 2050484"/>
                <a:gd name="connisteX13" fmla="*/ 1492885 w 1403350"/>
                <a:gd name="connsiteY13" fmla="*/ 906202 h 205048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Lst>
              <a:rect l="l" t="t" r="r" b="b"/>
              <a:pathLst>
                <a:path w="1403350" h="2050485">
                  <a:moveTo>
                    <a:pt x="0" y="1045268"/>
                  </a:moveTo>
                  <a:cubicBezTo>
                    <a:pt x="40005" y="1270693"/>
                    <a:pt x="151130" y="2177473"/>
                    <a:pt x="208915" y="1980623"/>
                  </a:cubicBezTo>
                  <a:cubicBezTo>
                    <a:pt x="266700" y="1783773"/>
                    <a:pt x="239395" y="55938"/>
                    <a:pt x="288925" y="59748"/>
                  </a:cubicBezTo>
                  <a:cubicBezTo>
                    <a:pt x="338455" y="63558"/>
                    <a:pt x="406400" y="1992688"/>
                    <a:pt x="457835" y="2000943"/>
                  </a:cubicBezTo>
                  <a:cubicBezTo>
                    <a:pt x="509270" y="2009198"/>
                    <a:pt x="503555" y="109913"/>
                    <a:pt x="547370" y="99753"/>
                  </a:cubicBezTo>
                  <a:cubicBezTo>
                    <a:pt x="591185" y="89593"/>
                    <a:pt x="633095" y="1952683"/>
                    <a:pt x="676910" y="1950778"/>
                  </a:cubicBezTo>
                  <a:cubicBezTo>
                    <a:pt x="720725" y="1948873"/>
                    <a:pt x="726440" y="99753"/>
                    <a:pt x="766445" y="89593"/>
                  </a:cubicBezTo>
                  <a:cubicBezTo>
                    <a:pt x="806450" y="79433"/>
                    <a:pt x="828040" y="1913313"/>
                    <a:pt x="875665" y="1901248"/>
                  </a:cubicBezTo>
                  <a:cubicBezTo>
                    <a:pt x="923290" y="1889183"/>
                    <a:pt x="957580" y="58"/>
                    <a:pt x="1005205" y="29903"/>
                  </a:cubicBezTo>
                  <a:cubicBezTo>
                    <a:pt x="1052830" y="59748"/>
                    <a:pt x="1076960" y="2056188"/>
                    <a:pt x="1115060" y="2050473"/>
                  </a:cubicBezTo>
                  <a:cubicBezTo>
                    <a:pt x="1153160" y="2044758"/>
                    <a:pt x="1160780" y="12123"/>
                    <a:pt x="1194435" y="58"/>
                  </a:cubicBezTo>
                  <a:cubicBezTo>
                    <a:pt x="1228090" y="-12007"/>
                    <a:pt x="1242060" y="1877118"/>
                    <a:pt x="1283970" y="1990783"/>
                  </a:cubicBezTo>
                  <a:cubicBezTo>
                    <a:pt x="1325880" y="2104448"/>
                    <a:pt x="1361440" y="784918"/>
                    <a:pt x="1403350" y="567748"/>
                  </a:cubicBezTo>
                </a:path>
              </a:pathLst>
            </a:custGeom>
            <a:noFill/>
            <a:ln>
              <a:solidFill>
                <a:srgbClr val="0000FF"/>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26" name="任意多边形 13"/>
            <p:cNvSpPr/>
            <p:nvPr/>
          </p:nvSpPr>
          <p:spPr>
            <a:xfrm>
              <a:off x="5891397" y="2527426"/>
              <a:ext cx="1645417" cy="299631"/>
            </a:xfrm>
            <a:custGeom>
              <a:avLst/>
              <a:gdLst>
                <a:gd name="connisteX0" fmla="*/ 0 w 1880870"/>
                <a:gd name="connsiteY0" fmla="*/ 280308 h 673901"/>
                <a:gd name="connisteX1" fmla="*/ 626745 w 1880870"/>
                <a:gd name="connsiteY1" fmla="*/ 668293 h 673901"/>
                <a:gd name="connisteX2" fmla="*/ 1333500 w 1880870"/>
                <a:gd name="connsiteY2" fmla="*/ 11068 h 673901"/>
                <a:gd name="connisteX3" fmla="*/ 1880870 w 1880870"/>
                <a:gd name="connsiteY3" fmla="*/ 310153 h 673901"/>
              </a:gdLst>
              <a:ahLst/>
              <a:cxnLst>
                <a:cxn ang="0">
                  <a:pos x="connisteX0" y="connsiteY0"/>
                </a:cxn>
                <a:cxn ang="0">
                  <a:pos x="connisteX1" y="connsiteY1"/>
                </a:cxn>
                <a:cxn ang="0">
                  <a:pos x="connisteX2" y="connsiteY2"/>
                </a:cxn>
                <a:cxn ang="0">
                  <a:pos x="connisteX3" y="connsiteY3"/>
                </a:cxn>
              </a:cxnLst>
              <a:rect l="l" t="t" r="r" b="b"/>
              <a:pathLst>
                <a:path w="1880870" h="673902">
                  <a:moveTo>
                    <a:pt x="0" y="280309"/>
                  </a:moveTo>
                  <a:cubicBezTo>
                    <a:pt x="111125" y="371114"/>
                    <a:pt x="360045" y="722269"/>
                    <a:pt x="626745" y="668294"/>
                  </a:cubicBezTo>
                  <a:cubicBezTo>
                    <a:pt x="893445" y="614319"/>
                    <a:pt x="1082675" y="82824"/>
                    <a:pt x="1333500" y="11069"/>
                  </a:cubicBezTo>
                  <a:cubicBezTo>
                    <a:pt x="1584325" y="-60686"/>
                    <a:pt x="1785620" y="237129"/>
                    <a:pt x="1880870" y="310154"/>
                  </a:cubicBezTo>
                </a:path>
              </a:pathLst>
            </a:custGeom>
            <a:noFill/>
            <a:ln>
              <a:solidFill>
                <a:srgbClr val="0000FF"/>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27" name="文本框 26"/>
            <p:cNvSpPr txBox="1"/>
            <p:nvPr>
              <p:custDataLst>
                <p:tags r:id="rId2"/>
              </p:custDataLst>
            </p:nvPr>
          </p:nvSpPr>
          <p:spPr>
            <a:xfrm>
              <a:off x="5892022" y="2944359"/>
              <a:ext cx="1669330" cy="347743"/>
            </a:xfrm>
            <a:prstGeom prst="rect">
              <a:avLst/>
            </a:prstGeom>
            <a:noFill/>
            <a:ln>
              <a:noFill/>
            </a:ln>
          </p:spPr>
          <p:txBody>
            <a:bodyPr wrap="square"/>
            <a:lstStyle/>
            <a:p>
              <a:pPr indent="0" algn="ctr" fontAlgn="auto">
                <a:lnSpc>
                  <a:spcPct val="100000"/>
                </a:lnSpc>
                <a:buClr>
                  <a:srgbClr val="FF0000"/>
                </a:buClr>
              </a:pPr>
              <a:r>
                <a:rPr lang="zh-CN" altLang="en-US" sz="1400" dirty="0">
                  <a:solidFill>
                    <a:schemeClr val="tx1"/>
                  </a:solidFill>
                  <a:latin typeface="微软雅黑" panose="020B0503020204020204" pitchFamily="34" charset="-122"/>
                  <a:ea typeface="微软雅黑" panose="020B0503020204020204" pitchFamily="34" charset="-122"/>
                </a:rPr>
                <a:t>压力波动阈值</a:t>
              </a:r>
              <a:r>
                <a:rPr lang="zh-CN" altLang="en-US" sz="1400" dirty="0">
                  <a:solidFill>
                    <a:schemeClr val="tx1"/>
                  </a:solidFill>
                  <a:latin typeface="微软雅黑" panose="020B0503020204020204" pitchFamily="34" charset="-122"/>
                  <a:ea typeface="微软雅黑" panose="020B0503020204020204" pitchFamily="34" charset="-122"/>
                </a:rPr>
                <a:t>小</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28" name="文本框 27"/>
            <p:cNvSpPr txBox="1"/>
            <p:nvPr>
              <p:custDataLst>
                <p:tags r:id="rId3"/>
              </p:custDataLst>
            </p:nvPr>
          </p:nvSpPr>
          <p:spPr>
            <a:xfrm>
              <a:off x="9100012" y="2938796"/>
              <a:ext cx="1723724" cy="358871"/>
            </a:xfrm>
            <a:prstGeom prst="rect">
              <a:avLst/>
            </a:prstGeom>
            <a:noFill/>
            <a:ln>
              <a:noFill/>
            </a:ln>
          </p:spPr>
          <p:txBody>
            <a:bodyPr wrap="square"/>
            <a:lstStyle/>
            <a:p>
              <a:pPr indent="0" algn="ctr" fontAlgn="auto">
                <a:lnSpc>
                  <a:spcPct val="100000"/>
                </a:lnSpc>
                <a:buClr>
                  <a:srgbClr val="FF0000"/>
                </a:buClr>
              </a:pPr>
              <a:r>
                <a:rPr lang="zh-CN" altLang="en-US" sz="1400" dirty="0">
                  <a:solidFill>
                    <a:schemeClr val="tx1"/>
                  </a:solidFill>
                  <a:latin typeface="微软雅黑" panose="020B0503020204020204" pitchFamily="34" charset="-122"/>
                  <a:ea typeface="微软雅黑" panose="020B0503020204020204" pitchFamily="34" charset="-122"/>
                </a:rPr>
                <a:t>压力波动阈值</a:t>
              </a:r>
              <a:r>
                <a:rPr lang="zh-CN" altLang="en-US" sz="1400" dirty="0">
                  <a:solidFill>
                    <a:schemeClr val="tx1"/>
                  </a:solidFill>
                  <a:latin typeface="微软雅黑" panose="020B0503020204020204" pitchFamily="34" charset="-122"/>
                  <a:ea typeface="微软雅黑" panose="020B0503020204020204" pitchFamily="34" charset="-122"/>
                </a:rPr>
                <a:t>大</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29" name="右箭头 17"/>
            <p:cNvSpPr/>
            <p:nvPr/>
          </p:nvSpPr>
          <p:spPr>
            <a:xfrm>
              <a:off x="7875904" y="2618429"/>
              <a:ext cx="1224280" cy="318135"/>
            </a:xfrm>
            <a:prstGeom prst="right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pic>
          <p:nvPicPr>
            <p:cNvPr id="30" name="图片 29" descr="泸203H10-1井加砂压裂第1段秒点_删除阶段描述行"/>
            <p:cNvPicPr/>
            <p:nvPr/>
          </p:nvPicPr>
          <p:blipFill>
            <a:blip r:embed="rId4"/>
            <a:stretch>
              <a:fillRect/>
            </a:stretch>
          </p:blipFill>
          <p:spPr>
            <a:xfrm>
              <a:off x="6143625" y="3653155"/>
              <a:ext cx="4464050" cy="1859915"/>
            </a:xfrm>
            <a:prstGeom prst="rect">
              <a:avLst/>
            </a:prstGeom>
            <a:ln>
              <a:solidFill>
                <a:schemeClr val="tx1"/>
              </a:solidFill>
            </a:ln>
          </p:spPr>
        </p:pic>
        <p:sp>
          <p:nvSpPr>
            <p:cNvPr id="31" name="矩形 30"/>
            <p:cNvSpPr/>
            <p:nvPr/>
          </p:nvSpPr>
          <p:spPr>
            <a:xfrm>
              <a:off x="7393940" y="3978275"/>
              <a:ext cx="481965" cy="1330960"/>
            </a:xfrm>
            <a:prstGeom prst="rect">
              <a:avLst/>
            </a:prstGeom>
            <a:solidFill>
              <a:srgbClr val="FFC000">
                <a:alpha val="50000"/>
              </a:srgbClr>
            </a:solidFill>
            <a:ln>
              <a:solidFill>
                <a:srgbClr val="FFC000"/>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32" name="矩形 31"/>
            <p:cNvSpPr/>
            <p:nvPr/>
          </p:nvSpPr>
          <p:spPr>
            <a:xfrm>
              <a:off x="9521190" y="3978275"/>
              <a:ext cx="345440" cy="1330960"/>
            </a:xfrm>
            <a:prstGeom prst="rect">
              <a:avLst/>
            </a:prstGeom>
            <a:solidFill>
              <a:srgbClr val="FFC000">
                <a:alpha val="50000"/>
              </a:srgbClr>
            </a:solidFill>
            <a:ln>
              <a:solidFill>
                <a:srgbClr val="FFC000"/>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cxnSp>
          <p:nvCxnSpPr>
            <p:cNvPr id="33" name="直接箭头连接符 32"/>
            <p:cNvCxnSpPr>
              <a:endCxn id="32" idx="0"/>
            </p:cNvCxnSpPr>
            <p:nvPr/>
          </p:nvCxnSpPr>
          <p:spPr>
            <a:xfrm flipH="1">
              <a:off x="9694535" y="3291800"/>
              <a:ext cx="263216" cy="686444"/>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34" name="直接箭头连接符 33"/>
            <p:cNvCxnSpPr>
              <a:stCxn id="28" idx="2"/>
              <a:endCxn id="31" idx="0"/>
            </p:cNvCxnSpPr>
            <p:nvPr/>
          </p:nvCxnSpPr>
          <p:spPr>
            <a:xfrm flipH="1">
              <a:off x="7634767" y="3297624"/>
              <a:ext cx="2327058" cy="680185"/>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35" name="矩形 34"/>
            <p:cNvSpPr/>
            <p:nvPr/>
          </p:nvSpPr>
          <p:spPr>
            <a:xfrm>
              <a:off x="7974965" y="4141470"/>
              <a:ext cx="1450975" cy="815340"/>
            </a:xfrm>
            <a:prstGeom prst="rect">
              <a:avLst/>
            </a:prstGeom>
            <a:solidFill>
              <a:srgbClr val="00B050">
                <a:alpha val="50000"/>
              </a:srgb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cxnSp>
          <p:nvCxnSpPr>
            <p:cNvPr id="36" name="直接箭头连接符 35"/>
            <p:cNvCxnSpPr>
              <a:stCxn id="27" idx="2"/>
              <a:endCxn id="35" idx="0"/>
            </p:cNvCxnSpPr>
            <p:nvPr/>
          </p:nvCxnSpPr>
          <p:spPr>
            <a:xfrm>
              <a:off x="6726938" y="3292163"/>
              <a:ext cx="1973811" cy="849188"/>
            </a:xfrm>
            <a:prstGeom prst="straightConnector1">
              <a:avLst/>
            </a:prstGeom>
            <a:ln w="31750" cap="rnd">
              <a:solidFill>
                <a:srgbClr val="0000FF"/>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pic>
          <p:nvPicPr>
            <p:cNvPr id="37" name="图片 36" descr="图片22"/>
            <p:cNvPicPr>
              <a:picLocks noChangeAspect="1"/>
            </p:cNvPicPr>
            <p:nvPr/>
          </p:nvPicPr>
          <p:blipFill>
            <a:blip r:embed="rId5"/>
            <a:stretch>
              <a:fillRect/>
            </a:stretch>
          </p:blipFill>
          <p:spPr>
            <a:xfrm>
              <a:off x="7974965" y="4700270"/>
              <a:ext cx="1285240" cy="616585"/>
            </a:xfrm>
            <a:prstGeom prst="rect">
              <a:avLst/>
            </a:prstGeom>
          </p:spPr>
        </p:pic>
        <p:sp>
          <p:nvSpPr>
            <p:cNvPr id="50" name="文本框 49"/>
            <p:cNvSpPr txBox="1"/>
            <p:nvPr>
              <p:custDataLst>
                <p:tags r:id="rId6"/>
              </p:custDataLst>
            </p:nvPr>
          </p:nvSpPr>
          <p:spPr>
            <a:xfrm>
              <a:off x="7631430" y="5565594"/>
              <a:ext cx="2355215" cy="327025"/>
            </a:xfrm>
            <a:prstGeom prst="rect">
              <a:avLst/>
            </a:prstGeom>
            <a:noFill/>
            <a:ln>
              <a:noFill/>
            </a:ln>
          </p:spPr>
          <p:txBody>
            <a:bodyPr wrap="square"/>
            <a:lstStyle/>
            <a:p>
              <a:pPr indent="0" algn="ctr" fontAlgn="auto">
                <a:lnSpc>
                  <a:spcPct val="100000"/>
                </a:lnSpc>
                <a:buClr>
                  <a:srgbClr val="FF0000"/>
                </a:buClr>
              </a:pPr>
              <a:r>
                <a:rPr lang="zh-CN" altLang="en-US" sz="1400" dirty="0">
                  <a:solidFill>
                    <a:srgbClr val="FF0000"/>
                  </a:solidFill>
                  <a:latin typeface="微软雅黑" panose="020B0503020204020204" pitchFamily="34" charset="-122"/>
                  <a:ea typeface="微软雅黑" panose="020B0503020204020204" pitchFamily="34" charset="-122"/>
                </a:rPr>
                <a:t>滑动窗口大小</a:t>
              </a:r>
              <a:endParaRPr lang="zh-CN" altLang="en-US" sz="1400" dirty="0">
                <a:solidFill>
                  <a:srgbClr val="FF0000"/>
                </a:solidFill>
                <a:latin typeface="微软雅黑" panose="020B0503020204020204" pitchFamily="34" charset="-122"/>
                <a:ea typeface="微软雅黑" panose="020B0503020204020204" pitchFamily="34" charset="-122"/>
              </a:endParaRPr>
            </a:p>
          </p:txBody>
        </p:sp>
        <p:cxnSp>
          <p:nvCxnSpPr>
            <p:cNvPr id="51" name="直接箭头连接符 50"/>
            <p:cNvCxnSpPr>
              <a:stCxn id="50" idx="0"/>
            </p:cNvCxnSpPr>
            <p:nvPr/>
          </p:nvCxnSpPr>
          <p:spPr>
            <a:xfrm flipH="1" flipV="1">
              <a:off x="8599805" y="5187769"/>
              <a:ext cx="209550" cy="377825"/>
            </a:xfrm>
            <a:prstGeom prst="straightConnector1">
              <a:avLst/>
            </a:prstGeom>
            <a:ln w="31750" cap="rnd">
              <a:solidFill>
                <a:srgbClr val="0000FF"/>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grpSp>
      <p:sp>
        <p:nvSpPr>
          <p:cNvPr id="52" name="文本框 51"/>
          <p:cNvSpPr txBox="1"/>
          <p:nvPr/>
        </p:nvSpPr>
        <p:spPr>
          <a:xfrm>
            <a:off x="6075680" y="6054725"/>
            <a:ext cx="5639435" cy="26035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施工主体段截取</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示意图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aphicFrame>
        <p:nvGraphicFramePr>
          <p:cNvPr id="6" name="对象 5">
            <a:hlinkClick r:id="" action="ppaction://ole?verb="/>
          </p:cNvPr>
          <p:cNvGraphicFramePr>
            <a:graphicFrameLocks noChangeAspect="1"/>
          </p:cNvGraphicFramePr>
          <p:nvPr/>
        </p:nvGraphicFramePr>
        <p:xfrm>
          <a:off x="593090" y="2315845"/>
          <a:ext cx="1521460" cy="444500"/>
        </p:xfrm>
        <a:graphic>
          <a:graphicData uri="http://schemas.openxmlformats.org/presentationml/2006/ole">
            <mc:AlternateContent xmlns:mc="http://schemas.openxmlformats.org/markup-compatibility/2006">
              <mc:Choice xmlns:v="urn:schemas-microsoft-com:vml" Requires="v">
                <p:oleObj spid="_x0000_s1025" name="" r:id="rId7" imgW="1435100" imgH="419100" progId="Equation.KSEE3">
                  <p:embed/>
                </p:oleObj>
              </mc:Choice>
              <mc:Fallback>
                <p:oleObj name="" r:id="rId7" imgW="1435100" imgH="419100" progId="Equation.KSEE3">
                  <p:embed/>
                  <p:pic>
                    <p:nvPicPr>
                      <p:cNvPr id="0" name="图片 1024"/>
                      <p:cNvPicPr/>
                      <p:nvPr/>
                    </p:nvPicPr>
                    <p:blipFill>
                      <a:blip r:embed="rId8"/>
                      <a:stretch>
                        <a:fillRect/>
                      </a:stretch>
                    </p:blipFill>
                    <p:spPr>
                      <a:xfrm>
                        <a:off x="593090" y="2315845"/>
                        <a:ext cx="1521460" cy="444500"/>
                      </a:xfrm>
                      <a:prstGeom prst="rect">
                        <a:avLst/>
                      </a:prstGeom>
                    </p:spPr>
                  </p:pic>
                </p:oleObj>
              </mc:Fallback>
            </mc:AlternateContent>
          </a:graphicData>
        </a:graphic>
      </p:graphicFrame>
      <p:pic>
        <p:nvPicPr>
          <p:cNvPr id="7" name="图片 6" descr="泸203H10-1井加砂压裂第1段秒点"/>
          <p:cNvPicPr/>
          <p:nvPr/>
        </p:nvPicPr>
        <p:blipFill>
          <a:blip r:embed="rId9"/>
          <a:stretch>
            <a:fillRect/>
          </a:stretch>
        </p:blipFill>
        <p:spPr>
          <a:xfrm>
            <a:off x="6866255" y="2154555"/>
            <a:ext cx="4320000" cy="1260000"/>
          </a:xfrm>
          <a:prstGeom prst="rect">
            <a:avLst/>
          </a:prstGeom>
          <a:ln>
            <a:solidFill>
              <a:schemeClr val="tx1"/>
            </a:solidFill>
          </a:ln>
        </p:spPr>
      </p:pic>
      <p:pic>
        <p:nvPicPr>
          <p:cNvPr id="8" name="图片 7" descr="泸203H10-1井加砂压裂第1段秒点"/>
          <p:cNvPicPr/>
          <p:nvPr/>
        </p:nvPicPr>
        <p:blipFill>
          <a:blip r:embed="rId10"/>
          <a:stretch>
            <a:fillRect/>
          </a:stretch>
        </p:blipFill>
        <p:spPr>
          <a:xfrm>
            <a:off x="6866255" y="3446145"/>
            <a:ext cx="4320000" cy="1260000"/>
          </a:xfrm>
          <a:prstGeom prst="rect">
            <a:avLst/>
          </a:prstGeom>
          <a:ln>
            <a:solidFill>
              <a:schemeClr val="tx1"/>
            </a:solidFill>
          </a:ln>
        </p:spPr>
      </p:pic>
      <p:pic>
        <p:nvPicPr>
          <p:cNvPr id="9" name="图片 8" descr="泸203H10-1井加砂压裂第1段秒点"/>
          <p:cNvPicPr/>
          <p:nvPr/>
        </p:nvPicPr>
        <p:blipFill>
          <a:blip r:embed="rId4"/>
          <a:stretch>
            <a:fillRect/>
          </a:stretch>
        </p:blipFill>
        <p:spPr>
          <a:xfrm>
            <a:off x="6866255" y="4737735"/>
            <a:ext cx="4320000" cy="1260000"/>
          </a:xfrm>
          <a:prstGeom prst="rect">
            <a:avLst/>
          </a:prstGeom>
          <a:ln>
            <a:solidFill>
              <a:schemeClr val="tx1"/>
            </a:solidFill>
          </a:ln>
        </p:spPr>
      </p:pic>
      <p:sp>
        <p:nvSpPr>
          <p:cNvPr id="10" name="文本框 9"/>
          <p:cNvSpPr txBox="1"/>
          <p:nvPr>
            <p:custDataLst>
              <p:tags r:id="rId11"/>
            </p:custDataLst>
          </p:nvPr>
        </p:nvSpPr>
        <p:spPr>
          <a:xfrm>
            <a:off x="7016115" y="2221230"/>
            <a:ext cx="1851025" cy="387350"/>
          </a:xfrm>
          <a:prstGeom prst="rect">
            <a:avLst/>
          </a:prstGeom>
          <a:noFill/>
          <a:ln>
            <a:noFill/>
          </a:ln>
        </p:spPr>
        <p:txBody>
          <a:bodyPr wrap="square"/>
          <a:p>
            <a:pPr indent="0" algn="ctr" fontAlgn="auto">
              <a:lnSpc>
                <a:spcPct val="100000"/>
              </a:lnSpc>
              <a:buClr>
                <a:srgbClr val="FF0000"/>
              </a:buClr>
            </a:pPr>
            <a:r>
              <a:rPr lang="zh-CN" altLang="en-US" sz="1000" dirty="0">
                <a:solidFill>
                  <a:srgbClr val="FF0000"/>
                </a:solidFill>
                <a:latin typeface="微软雅黑" panose="020B0503020204020204" pitchFamily="34" charset="-122"/>
                <a:ea typeface="微软雅黑" panose="020B0503020204020204" pitchFamily="34" charset="-122"/>
              </a:rPr>
              <a:t>压力平稳阈值过小</a:t>
            </a:r>
            <a:endParaRPr lang="zh-CN" altLang="en-US" sz="1000" dirty="0">
              <a:solidFill>
                <a:srgbClr val="FF0000"/>
              </a:solidFill>
              <a:latin typeface="微软雅黑" panose="020B0503020204020204" pitchFamily="34" charset="-122"/>
              <a:ea typeface="微软雅黑" panose="020B0503020204020204" pitchFamily="34" charset="-122"/>
            </a:endParaRPr>
          </a:p>
          <a:p>
            <a:pPr indent="0" algn="ctr" fontAlgn="auto">
              <a:lnSpc>
                <a:spcPct val="100000"/>
              </a:lnSpc>
              <a:buClr>
                <a:srgbClr val="FF0000"/>
              </a:buClr>
            </a:pPr>
            <a:r>
              <a:rPr lang="zh-CN" altLang="en-US" sz="1000" dirty="0">
                <a:solidFill>
                  <a:srgbClr val="FF0000"/>
                </a:solidFill>
                <a:latin typeface="微软雅黑" panose="020B0503020204020204" pitchFamily="34" charset="-122"/>
                <a:ea typeface="微软雅黑" panose="020B0503020204020204" pitchFamily="34" charset="-122"/>
              </a:rPr>
              <a:t>截取段未涵盖所有施工主体段</a:t>
            </a:r>
            <a:endParaRPr lang="zh-CN" altLang="en-US" sz="1000" dirty="0">
              <a:solidFill>
                <a:srgbClr val="FF0000"/>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12"/>
            </p:custDataLst>
          </p:nvPr>
        </p:nvSpPr>
        <p:spPr>
          <a:xfrm>
            <a:off x="8396605" y="3545205"/>
            <a:ext cx="1851025" cy="387350"/>
          </a:xfrm>
          <a:prstGeom prst="rect">
            <a:avLst/>
          </a:prstGeom>
          <a:noFill/>
          <a:ln>
            <a:noFill/>
          </a:ln>
        </p:spPr>
        <p:txBody>
          <a:bodyPr wrap="square"/>
          <a:p>
            <a:pPr indent="0" algn="ctr" fontAlgn="auto">
              <a:lnSpc>
                <a:spcPct val="100000"/>
              </a:lnSpc>
              <a:buClr>
                <a:srgbClr val="FF0000"/>
              </a:buClr>
            </a:pPr>
            <a:r>
              <a:rPr lang="zh-CN" altLang="en-US" sz="1000" dirty="0">
                <a:solidFill>
                  <a:srgbClr val="FF0000"/>
                </a:solidFill>
                <a:latin typeface="微软雅黑" panose="020B0503020204020204" pitchFamily="34" charset="-122"/>
                <a:ea typeface="微软雅黑" panose="020B0503020204020204" pitchFamily="34" charset="-122"/>
              </a:rPr>
              <a:t>压力平稳阈值过</a:t>
            </a:r>
            <a:r>
              <a:rPr lang="zh-CN" altLang="en-US" sz="1000" dirty="0">
                <a:solidFill>
                  <a:srgbClr val="FF0000"/>
                </a:solidFill>
                <a:latin typeface="微软雅黑" panose="020B0503020204020204" pitchFamily="34" charset="-122"/>
                <a:ea typeface="微软雅黑" panose="020B0503020204020204" pitchFamily="34" charset="-122"/>
              </a:rPr>
              <a:t>大</a:t>
            </a:r>
            <a:endParaRPr lang="zh-CN" altLang="en-US" sz="1000" dirty="0">
              <a:solidFill>
                <a:srgbClr val="FF0000"/>
              </a:solidFill>
              <a:latin typeface="微软雅黑" panose="020B0503020204020204" pitchFamily="34" charset="-122"/>
              <a:ea typeface="微软雅黑" panose="020B0503020204020204" pitchFamily="34" charset="-122"/>
            </a:endParaRPr>
          </a:p>
          <a:p>
            <a:pPr indent="0" algn="ctr" fontAlgn="auto">
              <a:lnSpc>
                <a:spcPct val="100000"/>
              </a:lnSpc>
              <a:buClr>
                <a:srgbClr val="FF0000"/>
              </a:buClr>
            </a:pPr>
            <a:r>
              <a:rPr lang="zh-CN" altLang="en-US" sz="1000" dirty="0">
                <a:solidFill>
                  <a:srgbClr val="FF0000"/>
                </a:solidFill>
                <a:latin typeface="微软雅黑" panose="020B0503020204020204" pitchFamily="34" charset="-122"/>
                <a:ea typeface="微软雅黑" panose="020B0503020204020204" pitchFamily="34" charset="-122"/>
              </a:rPr>
              <a:t>截取段包含裂缝起裂前</a:t>
            </a:r>
            <a:r>
              <a:rPr lang="zh-CN" altLang="en-US" sz="1000" dirty="0">
                <a:solidFill>
                  <a:srgbClr val="FF0000"/>
                </a:solidFill>
                <a:latin typeface="微软雅黑" panose="020B0503020204020204" pitchFamily="34" charset="-122"/>
                <a:ea typeface="微软雅黑" panose="020B0503020204020204" pitchFamily="34" charset="-122"/>
              </a:rPr>
              <a:t>阶段</a:t>
            </a:r>
            <a:endParaRPr lang="zh-CN" altLang="en-US" sz="1000" dirty="0">
              <a:solidFill>
                <a:srgbClr val="FF0000"/>
              </a:solidFill>
              <a:latin typeface="微软雅黑" panose="020B0503020204020204" pitchFamily="34" charset="-122"/>
              <a:ea typeface="微软雅黑" panose="020B0503020204020204" pitchFamily="34" charset="-122"/>
            </a:endParaRPr>
          </a:p>
        </p:txBody>
      </p:sp>
      <p:sp>
        <p:nvSpPr>
          <p:cNvPr id="12" name="文本框 11"/>
          <p:cNvSpPr txBox="1"/>
          <p:nvPr>
            <p:custDataLst>
              <p:tags r:id="rId13"/>
            </p:custDataLst>
          </p:nvPr>
        </p:nvSpPr>
        <p:spPr>
          <a:xfrm>
            <a:off x="8474710" y="4812665"/>
            <a:ext cx="1851025" cy="387350"/>
          </a:xfrm>
          <a:prstGeom prst="rect">
            <a:avLst/>
          </a:prstGeom>
          <a:noFill/>
          <a:ln>
            <a:noFill/>
          </a:ln>
        </p:spPr>
        <p:txBody>
          <a:bodyPr wrap="square"/>
          <a:p>
            <a:pPr indent="0" algn="ctr" fontAlgn="auto">
              <a:lnSpc>
                <a:spcPct val="100000"/>
              </a:lnSpc>
              <a:buClr>
                <a:srgbClr val="FF0000"/>
              </a:buClr>
            </a:pPr>
            <a:r>
              <a:rPr lang="zh-CN" altLang="en-US" sz="1000" dirty="0">
                <a:solidFill>
                  <a:srgbClr val="FF0000"/>
                </a:solidFill>
                <a:latin typeface="微软雅黑" panose="020B0503020204020204" pitchFamily="34" charset="-122"/>
                <a:ea typeface="微软雅黑" panose="020B0503020204020204" pitchFamily="34" charset="-122"/>
              </a:rPr>
              <a:t>合适</a:t>
            </a:r>
            <a:r>
              <a:rPr lang="zh-CN" altLang="en-US" sz="1000" dirty="0">
                <a:solidFill>
                  <a:srgbClr val="FF0000"/>
                </a:solidFill>
                <a:latin typeface="微软雅黑" panose="020B0503020204020204" pitchFamily="34" charset="-122"/>
                <a:ea typeface="微软雅黑" panose="020B0503020204020204" pitchFamily="34" charset="-122"/>
              </a:rPr>
              <a:t>的压力平稳阈值</a:t>
            </a:r>
            <a:endParaRPr lang="zh-CN" altLang="en-US" sz="1000" dirty="0">
              <a:solidFill>
                <a:srgbClr val="FF0000"/>
              </a:solidFill>
              <a:latin typeface="微软雅黑" panose="020B0503020204020204" pitchFamily="34" charset="-122"/>
              <a:ea typeface="微软雅黑" panose="020B0503020204020204" pitchFamily="34" charset="-122"/>
            </a:endParaRPr>
          </a:p>
          <a:p>
            <a:pPr indent="0" algn="ctr" fontAlgn="auto">
              <a:lnSpc>
                <a:spcPct val="100000"/>
              </a:lnSpc>
              <a:buClr>
                <a:srgbClr val="FF0000"/>
              </a:buClr>
            </a:pPr>
            <a:r>
              <a:rPr lang="zh-CN" altLang="en-US" sz="1000" dirty="0">
                <a:solidFill>
                  <a:srgbClr val="FF0000"/>
                </a:solidFill>
                <a:latin typeface="微软雅黑" panose="020B0503020204020204" pitchFamily="34" charset="-122"/>
                <a:ea typeface="微软雅黑" panose="020B0503020204020204" pitchFamily="34" charset="-122"/>
              </a:rPr>
              <a:t>成功截取</a:t>
            </a:r>
            <a:r>
              <a:rPr lang="zh-CN" altLang="en-US" sz="1000" dirty="0">
                <a:solidFill>
                  <a:srgbClr val="FF0000"/>
                </a:solidFill>
                <a:latin typeface="微软雅黑" panose="020B0503020204020204" pitchFamily="34" charset="-122"/>
                <a:ea typeface="微软雅黑" panose="020B0503020204020204" pitchFamily="34" charset="-122"/>
                <a:sym typeface="+mn-ea"/>
              </a:rPr>
              <a:t>压力施工曲线主体段</a:t>
            </a:r>
            <a:endParaRPr lang="zh-CN" altLang="en-US" sz="10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9322941"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、基于压力</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排量能量关系原理及多点变异遗传算法，完成了对岩石类事件的准确筛选</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3" y="1357435"/>
            <a:ext cx="11414126"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泸</a:t>
            </a:r>
            <a:r>
              <a:rPr lang="en-US" altLang="zh-CN" sz="1600" dirty="0">
                <a:cs typeface="微软雅黑" panose="020B0503020204020204" pitchFamily="34" charset="-122"/>
                <a:sym typeface="+mn-ea"/>
              </a:rPr>
              <a:t>203H10</a:t>
            </a:r>
            <a:r>
              <a:rPr lang="zh-CN" altLang="en-US" sz="1600" dirty="0">
                <a:cs typeface="微软雅黑" panose="020B0503020204020204" pitchFamily="34" charset="-122"/>
                <a:sym typeface="+mn-ea"/>
              </a:rPr>
              <a:t>平台</a:t>
            </a:r>
            <a:r>
              <a:rPr lang="en-US" altLang="zh-CN" sz="1600" dirty="0">
                <a:cs typeface="微软雅黑" panose="020B0503020204020204" pitchFamily="34" charset="-122"/>
                <a:sym typeface="+mn-ea"/>
              </a:rPr>
              <a:t>1-4</a:t>
            </a:r>
            <a:r>
              <a:rPr lang="zh-CN" altLang="en-US" sz="1600" dirty="0">
                <a:cs typeface="微软雅黑" panose="020B0503020204020204" pitchFamily="34" charset="-122"/>
                <a:sym typeface="+mn-ea"/>
              </a:rPr>
              <a:t>井平均井深</a:t>
            </a:r>
            <a:r>
              <a:rPr lang="en-US" altLang="zh-CN" sz="1600" dirty="0">
                <a:cs typeface="微软雅黑" panose="020B0503020204020204" pitchFamily="34" charset="-122"/>
                <a:sym typeface="+mn-ea"/>
              </a:rPr>
              <a:t>5755</a:t>
            </a:r>
            <a:r>
              <a:rPr lang="zh-CN" altLang="en-US" sz="1600" dirty="0">
                <a:cs typeface="微软雅黑" panose="020B0503020204020204" pitchFamily="34" charset="-122"/>
                <a:sym typeface="+mn-ea"/>
              </a:rPr>
              <a:t>米，平均垂深</a:t>
            </a:r>
            <a:r>
              <a:rPr lang="en-US" altLang="zh-CN" sz="1600" dirty="0">
                <a:cs typeface="微软雅黑" panose="020B0503020204020204" pitchFamily="34" charset="-122"/>
                <a:sym typeface="+mn-ea"/>
              </a:rPr>
              <a:t>3846</a:t>
            </a:r>
            <a:r>
              <a:rPr lang="zh-CN" altLang="en-US" sz="1600" dirty="0">
                <a:cs typeface="微软雅黑" panose="020B0503020204020204" pitchFamily="34" charset="-122"/>
                <a:sym typeface="+mn-ea"/>
              </a:rPr>
              <a:t>米，平均水平段长</a:t>
            </a:r>
            <a:r>
              <a:rPr lang="en-US" altLang="zh-CN" sz="1600" dirty="0">
                <a:cs typeface="微软雅黑" panose="020B0503020204020204" pitchFamily="34" charset="-122"/>
                <a:sym typeface="+mn-ea"/>
              </a:rPr>
              <a:t>1475</a:t>
            </a:r>
            <a:r>
              <a:rPr lang="zh-CN" altLang="en-US" sz="1600" dirty="0">
                <a:cs typeface="微软雅黑" panose="020B0503020204020204" pitchFamily="34" charset="-122"/>
                <a:sym typeface="+mn-ea"/>
              </a:rPr>
              <a:t>米，根据压力在液体和固体中的传导速度推理确定泸</a:t>
            </a:r>
            <a:r>
              <a:rPr lang="en-US" altLang="zh-CN" sz="1600" dirty="0">
                <a:cs typeface="微软雅黑" panose="020B0503020204020204" pitchFamily="34" charset="-122"/>
                <a:sym typeface="+mn-ea"/>
              </a:rPr>
              <a:t>203H10</a:t>
            </a:r>
            <a:r>
              <a:rPr lang="zh-CN" altLang="en-US" sz="1600" dirty="0">
                <a:cs typeface="微软雅黑" panose="020B0503020204020204" pitchFamily="34" charset="-122"/>
                <a:sym typeface="+mn-ea"/>
              </a:rPr>
              <a:t>平台压力传导时延阈值为</a:t>
            </a:r>
            <a:r>
              <a:rPr lang="en-US" altLang="zh-CN" sz="1600" dirty="0">
                <a:solidFill>
                  <a:srgbClr val="FF0000"/>
                </a:solidFill>
                <a:cs typeface="微软雅黑" panose="020B0503020204020204" pitchFamily="34" charset="-122"/>
                <a:sym typeface="+mn-ea"/>
              </a:rPr>
              <a:t>8s</a:t>
            </a:r>
            <a:endParaRPr lang="en-US" altLang="zh-CN" sz="1600" noProof="0" dirty="0">
              <a:ln>
                <a:noFill/>
              </a:ln>
              <a:effectLst/>
              <a:uLnTx/>
              <a:uFillTx/>
              <a:cs typeface="微软雅黑" panose="020B0503020204020204" pitchFamily="34" charset="-122"/>
              <a:sym typeface="+mn-ea"/>
            </a:endParaRPr>
          </a:p>
          <a:p>
            <a:pPr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结合</a:t>
            </a:r>
            <a:r>
              <a:rPr lang="zh-CN" altLang="en-US" sz="1600" noProof="0" dirty="0">
                <a:ln>
                  <a:noFill/>
                </a:ln>
                <a:effectLst/>
                <a:uLnTx/>
                <a:uFillTx/>
                <a:cs typeface="微软雅黑" panose="020B0503020204020204" pitchFamily="34" charset="-122"/>
                <a:sym typeface="+mn-ea"/>
              </a:rPr>
              <a:t>实际情况确定压力曲线岩石类事件的筛选标准</a:t>
            </a:r>
            <a:r>
              <a:rPr lang="zh-CN" altLang="en-US" sz="1600" dirty="0">
                <a:cs typeface="微软雅黑" panose="020B0503020204020204" pitchFamily="34" charset="-122"/>
                <a:sym typeface="+mn-ea"/>
              </a:rPr>
              <a:t>，当相邻压力排量峰值间隔</a:t>
            </a:r>
            <a:r>
              <a:rPr lang="zh-CN" altLang="en-US" sz="1600" dirty="0">
                <a:solidFill>
                  <a:srgbClr val="FF0000"/>
                </a:solidFill>
                <a:cs typeface="微软雅黑" panose="020B0503020204020204" pitchFamily="34" charset="-122"/>
                <a:sym typeface="+mn-ea"/>
              </a:rPr>
              <a:t>＞</a:t>
            </a:r>
            <a:r>
              <a:rPr lang="en-US" altLang="zh-CN" sz="1600" dirty="0">
                <a:solidFill>
                  <a:srgbClr val="FF0000"/>
                </a:solidFill>
                <a:cs typeface="微软雅黑" panose="020B0503020204020204" pitchFamily="34" charset="-122"/>
                <a:sym typeface="+mn-ea"/>
              </a:rPr>
              <a:t>8</a:t>
            </a:r>
            <a:r>
              <a:rPr lang="zh-CN" altLang="en-US" sz="1600" dirty="0">
                <a:solidFill>
                  <a:srgbClr val="FF0000"/>
                </a:solidFill>
                <a:cs typeface="微软雅黑" panose="020B0503020204020204" pitchFamily="34" charset="-122"/>
                <a:sym typeface="+mn-ea"/>
              </a:rPr>
              <a:t>秒</a:t>
            </a:r>
            <a:r>
              <a:rPr lang="zh-CN" altLang="en-US" sz="1600" dirty="0">
                <a:cs typeface="微软雅黑" panose="020B0503020204020204" pitchFamily="34" charset="-122"/>
                <a:sym typeface="+mn-ea"/>
              </a:rPr>
              <a:t>时认为是</a:t>
            </a:r>
            <a:r>
              <a:rPr lang="zh-CN" altLang="en-US" sz="1600" dirty="0">
                <a:solidFill>
                  <a:srgbClr val="FF0000"/>
                </a:solidFill>
                <a:cs typeface="微软雅黑" panose="020B0503020204020204" pitchFamily="34" charset="-122"/>
                <a:sym typeface="+mn-ea"/>
              </a:rPr>
              <a:t>岩石类事件</a:t>
            </a:r>
            <a:endParaRPr lang="zh-CN" altLang="en-US" sz="1600" dirty="0">
              <a:solidFill>
                <a:srgbClr val="FF0000"/>
              </a:solidFill>
              <a:cs typeface="微软雅黑" panose="020B0503020204020204" pitchFamily="34" charset="-122"/>
            </a:endParaRPr>
          </a:p>
        </p:txBody>
      </p:sp>
      <p:sp>
        <p:nvSpPr>
          <p:cNvPr id="5" name="文本框 4"/>
          <p:cNvSpPr txBox="1"/>
          <p:nvPr/>
        </p:nvSpPr>
        <p:spPr>
          <a:xfrm>
            <a:off x="-403925" y="6057900"/>
            <a:ext cx="58273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203H10-1</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井基础数据表</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10" name="图片 9"/>
          <p:cNvPicPr>
            <a:picLocks noChangeAspect="1"/>
          </p:cNvPicPr>
          <p:nvPr/>
        </p:nvPicPr>
        <p:blipFill>
          <a:blip r:embed="rId1"/>
          <a:stretch>
            <a:fillRect/>
          </a:stretch>
        </p:blipFill>
        <p:spPr>
          <a:xfrm>
            <a:off x="481947" y="2762250"/>
            <a:ext cx="4047995" cy="3086100"/>
          </a:xfrm>
          <a:prstGeom prst="rect">
            <a:avLst/>
          </a:prstGeom>
        </p:spPr>
      </p:pic>
      <p:sp>
        <p:nvSpPr>
          <p:cNvPr id="11"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4834825" y="6071031"/>
            <a:ext cx="58273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岩石类事件与非岩石类事件筛选标准</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2" name="图片 1"/>
          <p:cNvPicPr>
            <a:picLocks noChangeAspect="1"/>
          </p:cNvPicPr>
          <p:nvPr/>
        </p:nvPicPr>
        <p:blipFill>
          <a:blip r:embed="rId2"/>
          <a:stretch>
            <a:fillRect/>
          </a:stretch>
        </p:blipFill>
        <p:spPr>
          <a:xfrm>
            <a:off x="5032945" y="2871243"/>
            <a:ext cx="6220324" cy="2977107"/>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9411717"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、基于压力</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排量能量关系原理及多点变异遗传算法，完成了对岩石类事件的准确筛选</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遗传算法是通过数学的方式，利用计算机仿真运算，将问题的求解过程转换成类似生物进化中的染色体基因的</a:t>
            </a:r>
            <a:r>
              <a:rPr lang="zh-CN" altLang="en-US" sz="1600" dirty="0">
                <a:solidFill>
                  <a:srgbClr val="FF0000"/>
                </a:solidFill>
                <a:cs typeface="Times New Roman" panose="02020603050405020304" pitchFamily="18" charset="0"/>
                <a:sym typeface="+mn-ea"/>
              </a:rPr>
              <a:t>交叉、变异</a:t>
            </a:r>
            <a:r>
              <a:rPr lang="zh-CN" altLang="en-US" sz="1600" dirty="0">
                <a:cs typeface="Times New Roman" panose="02020603050405020304" pitchFamily="18" charset="0"/>
                <a:sym typeface="+mn-ea"/>
              </a:rPr>
              <a:t>等过程。在求解较为复杂的</a:t>
            </a:r>
            <a:r>
              <a:rPr lang="zh-CN" altLang="en-US" sz="1600" dirty="0">
                <a:solidFill>
                  <a:srgbClr val="FF0000"/>
                </a:solidFill>
                <a:cs typeface="Times New Roman" panose="02020603050405020304" pitchFamily="18" charset="0"/>
                <a:sym typeface="+mn-ea"/>
              </a:rPr>
              <a:t>组合优化</a:t>
            </a:r>
            <a:r>
              <a:rPr lang="zh-CN" altLang="en-US" sz="1600" dirty="0">
                <a:cs typeface="Times New Roman" panose="02020603050405020304" pitchFamily="18" charset="0"/>
                <a:sym typeface="+mn-ea"/>
              </a:rPr>
              <a:t>问题时，相对一些常规的优化算法，通常能够较快地获得较好的优化结果</a:t>
            </a:r>
            <a:endParaRPr lang="zh-CN" altLang="en-US" sz="1600" dirty="0">
              <a:cs typeface="微软雅黑" panose="020B0503020204020204" pitchFamily="34" charset="-122"/>
            </a:endParaRPr>
          </a:p>
        </p:txBody>
      </p:sp>
      <p:sp>
        <p:nvSpPr>
          <p:cNvPr id="8" name="文本框 7"/>
          <p:cNvSpPr txBox="1"/>
          <p:nvPr/>
        </p:nvSpPr>
        <p:spPr>
          <a:xfrm>
            <a:off x="6102985" y="6067425"/>
            <a:ext cx="58273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遗传算法流程图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275590" y="6075045"/>
            <a:ext cx="58273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遗传算法示意图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11" name="图片 10"/>
          <p:cNvPicPr/>
          <p:nvPr/>
        </p:nvPicPr>
        <p:blipFill>
          <a:blip r:embed="rId1"/>
          <a:stretch>
            <a:fillRect/>
          </a:stretch>
        </p:blipFill>
        <p:spPr>
          <a:xfrm>
            <a:off x="6471285" y="2508885"/>
            <a:ext cx="5367655" cy="3357245"/>
          </a:xfrm>
          <a:prstGeom prst="rect">
            <a:avLst/>
          </a:prstGeom>
        </p:spPr>
      </p:pic>
      <p:pic>
        <p:nvPicPr>
          <p:cNvPr id="13" name="图片 12"/>
          <p:cNvPicPr/>
          <p:nvPr/>
        </p:nvPicPr>
        <p:blipFill>
          <a:blip r:embed="rId2"/>
          <a:stretch>
            <a:fillRect/>
          </a:stretch>
        </p:blipFill>
        <p:spPr>
          <a:xfrm>
            <a:off x="1400175" y="2428875"/>
            <a:ext cx="3578225" cy="3638550"/>
          </a:xfrm>
          <a:prstGeom prst="rect">
            <a:avLst/>
          </a:prstGeom>
        </p:spPr>
      </p:pic>
      <p:sp>
        <p:nvSpPr>
          <p:cNvPr id="10"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530"/>
            <a:ext cx="934720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、基于压力</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排量能量关系原理及多点变异遗传算法，完成了对岩石类事件的准确筛选</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变异操作时，可以采用单点或多点的方式。</a:t>
            </a:r>
            <a:r>
              <a:rPr lang="zh-CN" altLang="en-US" sz="1600" dirty="0">
                <a:solidFill>
                  <a:srgbClr val="FF0000"/>
                </a:solidFill>
                <a:cs typeface="Times New Roman" panose="02020603050405020304" pitchFamily="18" charset="0"/>
                <a:sym typeface="+mn-ea"/>
              </a:rPr>
              <a:t>单点变异</a:t>
            </a:r>
            <a:r>
              <a:rPr lang="zh-CN" altLang="en-US" sz="1600" dirty="0">
                <a:cs typeface="Times New Roman" panose="02020603050405020304" pitchFamily="18" charset="0"/>
                <a:sym typeface="+mn-ea"/>
              </a:rPr>
              <a:t>每次只改变一个参数，在参数空间中进行</a:t>
            </a:r>
            <a:r>
              <a:rPr lang="zh-CN" altLang="en-US" sz="1600" dirty="0">
                <a:solidFill>
                  <a:srgbClr val="FF0000"/>
                </a:solidFill>
                <a:cs typeface="Times New Roman" panose="02020603050405020304" pitchFamily="18" charset="0"/>
                <a:sym typeface="+mn-ea"/>
              </a:rPr>
              <a:t>细致</a:t>
            </a:r>
            <a:r>
              <a:rPr lang="zh-CN" altLang="en-US" sz="1600" dirty="0">
                <a:cs typeface="Times New Roman" panose="02020603050405020304" pitchFamily="18" charset="0"/>
                <a:sym typeface="+mn-ea"/>
              </a:rPr>
              <a:t>搜索。</a:t>
            </a:r>
            <a:r>
              <a:rPr lang="zh-CN" altLang="en-US" sz="1600" dirty="0">
                <a:solidFill>
                  <a:srgbClr val="FF0000"/>
                </a:solidFill>
                <a:cs typeface="Times New Roman" panose="02020603050405020304" pitchFamily="18" charset="0"/>
                <a:sym typeface="+mn-ea"/>
              </a:rPr>
              <a:t>多点变异</a:t>
            </a:r>
            <a:r>
              <a:rPr lang="zh-CN" altLang="en-US" sz="1600" dirty="0">
                <a:cs typeface="Times New Roman" panose="02020603050405020304" pitchFamily="18" charset="0"/>
                <a:sym typeface="+mn-ea"/>
              </a:rPr>
              <a:t>同时改变多个参数，在参数空间中进行更</a:t>
            </a:r>
            <a:r>
              <a:rPr lang="zh-CN" altLang="en-US" sz="1600" dirty="0">
                <a:solidFill>
                  <a:srgbClr val="FF0000"/>
                </a:solidFill>
                <a:cs typeface="Times New Roman" panose="02020603050405020304" pitchFamily="18" charset="0"/>
                <a:sym typeface="+mn-ea"/>
              </a:rPr>
              <a:t>广泛</a:t>
            </a:r>
            <a:r>
              <a:rPr lang="zh-CN" altLang="en-US" sz="1600" dirty="0">
                <a:cs typeface="Times New Roman" panose="02020603050405020304" pitchFamily="18" charset="0"/>
                <a:sym typeface="+mn-ea"/>
              </a:rPr>
              <a:t>的探索，能够快速找到较优解</a:t>
            </a:r>
            <a:endParaRPr lang="en-US" altLang="zh-CN" sz="1600" dirty="0">
              <a:cs typeface="Times New Roman" panose="02020603050405020304" pitchFamily="18" charset="0"/>
              <a:sym typeface="+mn-ea"/>
            </a:endParaRPr>
          </a:p>
          <a:p>
            <a:pPr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针对压力曲线与遗传算法特征，</a:t>
            </a:r>
            <a:r>
              <a:rPr lang="zh-CN" altLang="en-US" sz="1600" dirty="0">
                <a:solidFill>
                  <a:srgbClr val="FF0000"/>
                </a:solidFill>
                <a:cs typeface="Times New Roman" panose="02020603050405020304" pitchFamily="18" charset="0"/>
                <a:sym typeface="+mn-ea"/>
              </a:rPr>
              <a:t>采用多点变异遗传算法</a:t>
            </a:r>
            <a:r>
              <a:rPr lang="zh-CN" altLang="en-US" sz="1600" dirty="0">
                <a:cs typeface="Times New Roman" panose="02020603050405020304" pitchFamily="18" charset="0"/>
                <a:sym typeface="+mn-ea"/>
              </a:rPr>
              <a:t>以提高计算效率</a:t>
            </a:r>
            <a:endParaRPr lang="zh-CN" altLang="en-US" sz="1600" dirty="0">
              <a:cs typeface="微软雅黑" panose="020B0503020204020204" pitchFamily="34" charset="-122"/>
            </a:endParaRPr>
          </a:p>
        </p:txBody>
      </p:sp>
      <p:sp>
        <p:nvSpPr>
          <p:cNvPr id="18" name="文本框 17"/>
          <p:cNvSpPr txBox="1"/>
          <p:nvPr/>
        </p:nvSpPr>
        <p:spPr>
          <a:xfrm>
            <a:off x="221615" y="6075045"/>
            <a:ext cx="587438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待优化参数</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5" name="文本框 4"/>
          <p:cNvSpPr txBox="1"/>
          <p:nvPr/>
        </p:nvSpPr>
        <p:spPr>
          <a:xfrm>
            <a:off x="6096000" y="6076315"/>
            <a:ext cx="5874385" cy="261610"/>
          </a:xfrm>
          <a:prstGeom prst="rect">
            <a:avLst/>
          </a:prstGeom>
          <a:noFill/>
        </p:spPr>
        <p:txBody>
          <a:bodyPr wrap="square" rtlCol="0">
            <a:spAutoFit/>
          </a:bodyPr>
          <a:lstStyle/>
          <a:p>
            <a:pPr algn="ctr">
              <a:buClrTx/>
              <a:buSzTx/>
              <a:buFontTx/>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多点变异遗传算法</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aphicFrame>
        <p:nvGraphicFramePr>
          <p:cNvPr id="7" name="表格 6"/>
          <p:cNvGraphicFramePr/>
          <p:nvPr>
            <p:custDataLst>
              <p:tags r:id="rId1"/>
            </p:custDataLst>
          </p:nvPr>
        </p:nvGraphicFramePr>
        <p:xfrm>
          <a:off x="321945" y="2723515"/>
          <a:ext cx="5673090" cy="3074670"/>
        </p:xfrm>
        <a:graphic>
          <a:graphicData uri="http://schemas.openxmlformats.org/drawingml/2006/table">
            <a:tbl>
              <a:tblPr firstRow="1" bandRow="1">
                <a:tableStyleId>{EC7B33D0-0D6B-435D-919B-0EAE96B47EBC}</a:tableStyleId>
              </a:tblPr>
              <a:tblGrid>
                <a:gridCol w="1488440"/>
                <a:gridCol w="1035050"/>
                <a:gridCol w="3149600"/>
              </a:tblGrid>
              <a:tr h="341630">
                <a:tc>
                  <a:txBody>
                    <a:bodyPr/>
                    <a:lstStyle/>
                    <a:p>
                      <a:pPr algn="ctr">
                        <a:buNone/>
                      </a:pPr>
                      <a:r>
                        <a:rPr lang="zh-CN" altLang="en-US" sz="1400" dirty="0">
                          <a:latin typeface="Times New Roman" panose="02020603050405020304" pitchFamily="18" charset="0"/>
                          <a:ea typeface="黑体" panose="02010609060101010101" charset="-122"/>
                        </a:rPr>
                        <a:t>参数名称</a:t>
                      </a:r>
                      <a:endParaRPr lang="zh-CN" altLang="en-US" sz="1400" dirty="0">
                        <a:latin typeface="Times New Roman" panose="02020603050405020304" pitchFamily="18" charset="0"/>
                        <a:ea typeface="黑体" panose="02010609060101010101" charset="-122"/>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rPr>
                        <a:t>默认值</a:t>
                      </a:r>
                      <a:endParaRPr lang="zh-CN" altLang="en-US" sz="1400" dirty="0">
                        <a:latin typeface="Times New Roman" panose="02020603050405020304" pitchFamily="18" charset="0"/>
                        <a:ea typeface="黑体" panose="02010609060101010101" charset="-122"/>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rPr>
                        <a:t>含义</a:t>
                      </a:r>
                      <a:endParaRPr lang="zh-CN" altLang="en-US" sz="1400" dirty="0">
                        <a:latin typeface="Times New Roman" panose="02020603050405020304" pitchFamily="18" charset="0"/>
                        <a:ea typeface="黑体" panose="02010609060101010101" charset="-122"/>
                      </a:endParaRPr>
                    </a:p>
                  </a:txBody>
                  <a:tcPr anchor="ctr"/>
                </a:tc>
              </a:tr>
              <a:tr h="341630">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height</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None</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rPr>
                        <a:t>峰值高度限制</a:t>
                      </a:r>
                      <a:endParaRPr lang="zh-CN" altLang="en-US" sz="1400" dirty="0">
                        <a:latin typeface="Times New Roman" panose="02020603050405020304" pitchFamily="18" charset="0"/>
                        <a:ea typeface="黑体" panose="02010609060101010101" charset="-122"/>
                      </a:endParaRPr>
                    </a:p>
                  </a:txBody>
                  <a:tcPr anchor="ctr"/>
                </a:tc>
              </a:tr>
              <a:tr h="341630">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threshold</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None</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rPr>
                        <a:t>峰值与其邻近点垂直距离限制</a:t>
                      </a:r>
                      <a:endParaRPr lang="zh-CN" altLang="en-US" sz="1400" dirty="0">
                        <a:latin typeface="Times New Roman" panose="02020603050405020304" pitchFamily="18" charset="0"/>
                        <a:ea typeface="黑体" panose="02010609060101010101" charset="-122"/>
                      </a:endParaRPr>
                    </a:p>
                  </a:txBody>
                  <a:tcPr anchor="ctr"/>
                </a:tc>
              </a:tr>
              <a:tr h="341630">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distance</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None</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rPr>
                        <a:t>相邻峰值最小水平距离限制</a:t>
                      </a:r>
                      <a:endParaRPr lang="zh-CN" altLang="en-US" sz="1400" dirty="0">
                        <a:latin typeface="Times New Roman" panose="02020603050405020304" pitchFamily="18" charset="0"/>
                        <a:ea typeface="黑体" panose="02010609060101010101" charset="-122"/>
                      </a:endParaRPr>
                    </a:p>
                  </a:txBody>
                  <a:tcPr anchor="ctr"/>
                </a:tc>
              </a:tr>
              <a:tr h="341630">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prominence</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None</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rPr>
                        <a:t>峰值显著性限制</a:t>
                      </a:r>
                      <a:endParaRPr lang="zh-CN" altLang="en-US" sz="1400" dirty="0">
                        <a:latin typeface="Times New Roman" panose="02020603050405020304" pitchFamily="18" charset="0"/>
                        <a:ea typeface="黑体" panose="02010609060101010101" charset="-122"/>
                      </a:endParaRPr>
                    </a:p>
                  </a:txBody>
                  <a:tcPr anchor="ctr"/>
                </a:tc>
              </a:tr>
              <a:tr h="341630">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width</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None</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rPr>
                        <a:t>峰值宽度限制</a:t>
                      </a:r>
                      <a:endParaRPr lang="zh-CN" altLang="en-US" sz="1400" dirty="0">
                        <a:latin typeface="Times New Roman" panose="02020603050405020304" pitchFamily="18" charset="0"/>
                        <a:ea typeface="黑体" panose="02010609060101010101" charset="-122"/>
                      </a:endParaRPr>
                    </a:p>
                  </a:txBody>
                  <a:tcPr anchor="ctr"/>
                </a:tc>
              </a:tr>
              <a:tr h="341630">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wlen</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None</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rPr>
                        <a:t>数据点的窗口长度限制</a:t>
                      </a:r>
                      <a:endParaRPr lang="zh-CN" altLang="en-US" sz="1400" dirty="0">
                        <a:latin typeface="Times New Roman" panose="02020603050405020304" pitchFamily="18" charset="0"/>
                        <a:ea typeface="黑体" panose="02010609060101010101" charset="-122"/>
                      </a:endParaRPr>
                    </a:p>
                  </a:txBody>
                  <a:tcPr anchor="ctr"/>
                </a:tc>
              </a:tr>
              <a:tr h="341630">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rel_height</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0.5</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rPr>
                        <a:t>峰值宽度的相对高度阈值</a:t>
                      </a:r>
                      <a:endParaRPr lang="zh-CN" altLang="en-US" sz="1400" dirty="0">
                        <a:latin typeface="Times New Roman" panose="02020603050405020304" pitchFamily="18" charset="0"/>
                        <a:ea typeface="黑体" panose="02010609060101010101" charset="-122"/>
                      </a:endParaRPr>
                    </a:p>
                  </a:txBody>
                  <a:tcPr anchor="ctr"/>
                </a:tc>
              </a:tr>
              <a:tr h="341630">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plateau_size</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None</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rPr>
                        <a:t>峰值平台大小限制</a:t>
                      </a:r>
                      <a:endParaRPr lang="zh-CN" altLang="en-US" sz="1400" dirty="0">
                        <a:latin typeface="Times New Roman" panose="02020603050405020304" pitchFamily="18" charset="0"/>
                        <a:ea typeface="黑体" panose="02010609060101010101" charset="-122"/>
                      </a:endParaRPr>
                    </a:p>
                  </a:txBody>
                  <a:tcPr anchor="ctr"/>
                </a:tc>
              </a:tr>
            </a:tbl>
          </a:graphicData>
        </a:graphic>
      </p:graphicFrame>
      <p:pic>
        <p:nvPicPr>
          <p:cNvPr id="9" name="图片 8" descr="3.4"/>
          <p:cNvPicPr>
            <a:picLocks noChangeAspect="1"/>
          </p:cNvPicPr>
          <p:nvPr/>
        </p:nvPicPr>
        <p:blipFill>
          <a:blip r:embed="rId2"/>
          <a:stretch>
            <a:fillRect/>
          </a:stretch>
        </p:blipFill>
        <p:spPr>
          <a:xfrm>
            <a:off x="6552565" y="2553335"/>
            <a:ext cx="5213985" cy="3415030"/>
          </a:xfrm>
          <a:prstGeom prst="rect">
            <a:avLst/>
          </a:prstGeom>
        </p:spPr>
      </p:pic>
      <p:sp>
        <p:nvSpPr>
          <p:cNvPr id="11"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9314063"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、基于压力</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排量能量关系原理及多点变异遗传算法，完成了对岩石类事件的准确筛选</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4181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针对泸</a:t>
            </a:r>
            <a:r>
              <a:rPr lang="en-US" altLang="zh-CN" sz="1600" dirty="0">
                <a:cs typeface="微软雅黑" panose="020B0503020204020204" pitchFamily="34" charset="-122"/>
                <a:sym typeface="+mn-ea"/>
              </a:rPr>
              <a:t>203H10</a:t>
            </a:r>
            <a:r>
              <a:rPr lang="zh-CN" altLang="en-US" sz="1600" dirty="0">
                <a:cs typeface="微软雅黑" panose="020B0503020204020204" pitchFamily="34" charset="-122"/>
                <a:sym typeface="+mn-ea"/>
              </a:rPr>
              <a:t>平台</a:t>
            </a:r>
            <a:r>
              <a:rPr lang="en-US" altLang="zh-CN" sz="1600" dirty="0">
                <a:cs typeface="微软雅黑" panose="020B0503020204020204" pitchFamily="34" charset="-122"/>
                <a:sym typeface="+mn-ea"/>
              </a:rPr>
              <a:t>72</a:t>
            </a:r>
            <a:r>
              <a:rPr lang="zh-CN" altLang="en-US" sz="1600" dirty="0">
                <a:cs typeface="微软雅黑" panose="020B0503020204020204" pitchFamily="34" charset="-122"/>
                <a:sym typeface="+mn-ea"/>
              </a:rPr>
              <a:t>井段，本算法能够在</a:t>
            </a:r>
            <a:r>
              <a:rPr lang="en-US" altLang="zh-CN" sz="1600" dirty="0">
                <a:solidFill>
                  <a:srgbClr val="FF0000"/>
                </a:solidFill>
                <a:cs typeface="微软雅黑" panose="020B0503020204020204" pitchFamily="34" charset="-122"/>
                <a:sym typeface="+mn-ea"/>
              </a:rPr>
              <a:t>30</a:t>
            </a:r>
            <a:r>
              <a:rPr lang="zh-CN" altLang="en-US" sz="1600" dirty="0">
                <a:solidFill>
                  <a:srgbClr val="FF0000"/>
                </a:solidFill>
                <a:cs typeface="微软雅黑" panose="020B0503020204020204" pitchFamily="34" charset="-122"/>
                <a:sym typeface="+mn-ea"/>
              </a:rPr>
              <a:t>秒内</a:t>
            </a:r>
            <a:r>
              <a:rPr lang="zh-CN" altLang="en-US" sz="1600" dirty="0">
                <a:cs typeface="微软雅黑" panose="020B0503020204020204" pitchFamily="34" charset="-122"/>
                <a:sym typeface="+mn-ea"/>
              </a:rPr>
              <a:t>筛选出较优的超参数组合，压力曲线上无效点平均筛除率率达到</a:t>
            </a:r>
            <a:r>
              <a:rPr lang="zh-CN" altLang="en-US" sz="1600" dirty="0">
                <a:solidFill>
                  <a:srgbClr val="FF0000"/>
                </a:solidFill>
                <a:cs typeface="微软雅黑" panose="020B0503020204020204" pitchFamily="34" charset="-122"/>
                <a:sym typeface="+mn-ea"/>
              </a:rPr>
              <a:t>6</a:t>
            </a:r>
            <a:r>
              <a:rPr lang="en-US" altLang="zh-CN" sz="1600" dirty="0">
                <a:solidFill>
                  <a:srgbClr val="FF0000"/>
                </a:solidFill>
                <a:cs typeface="微软雅黑" panose="020B0503020204020204" pitchFamily="34" charset="-122"/>
                <a:sym typeface="+mn-ea"/>
              </a:rPr>
              <a:t>0%</a:t>
            </a:r>
            <a:r>
              <a:rPr lang="zh-CN" altLang="en-US" sz="1600" dirty="0">
                <a:cs typeface="微软雅黑" panose="020B0503020204020204" pitchFamily="34" charset="-122"/>
                <a:sym typeface="+mn-ea"/>
              </a:rPr>
              <a:t>以上</a:t>
            </a:r>
            <a:endParaRPr lang="zh-CN" altLang="en-US" sz="1600" dirty="0">
              <a:cs typeface="微软雅黑" panose="020B0503020204020204" pitchFamily="34" charset="-122"/>
            </a:endParaRPr>
          </a:p>
        </p:txBody>
      </p:sp>
      <p:sp>
        <p:nvSpPr>
          <p:cNvPr id="5" name="文本框 4"/>
          <p:cNvSpPr txBox="1"/>
          <p:nvPr/>
        </p:nvSpPr>
        <p:spPr>
          <a:xfrm>
            <a:off x="221615" y="6055360"/>
            <a:ext cx="587438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较优超参数组合</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0" name="文本框 9"/>
          <p:cNvSpPr txBox="1"/>
          <p:nvPr/>
        </p:nvSpPr>
        <p:spPr>
          <a:xfrm>
            <a:off x="6096000" y="6056630"/>
            <a:ext cx="587438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筛选前后结果对比</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aphicFrame>
        <p:nvGraphicFramePr>
          <p:cNvPr id="7" name="表格 6"/>
          <p:cNvGraphicFramePr/>
          <p:nvPr>
            <p:custDataLst>
              <p:tags r:id="rId1"/>
            </p:custDataLst>
          </p:nvPr>
        </p:nvGraphicFramePr>
        <p:xfrm>
          <a:off x="509905" y="2238376"/>
          <a:ext cx="5074918" cy="3733794"/>
        </p:xfrm>
        <a:graphic>
          <a:graphicData uri="http://schemas.openxmlformats.org/drawingml/2006/table">
            <a:tbl>
              <a:tblPr firstRow="1" bandRow="1">
                <a:tableStyleId>{8DF47FA5-620D-4690-8EFB-4EF6DEDFA5DE}</a:tableStyleId>
              </a:tblPr>
              <a:tblGrid>
                <a:gridCol w="1652818"/>
                <a:gridCol w="3422100"/>
              </a:tblGrid>
              <a:tr h="414866">
                <a:tc>
                  <a:txBody>
                    <a:bodyPr/>
                    <a:lstStyle/>
                    <a:p>
                      <a:pPr algn="ctr">
                        <a:buNone/>
                      </a:pPr>
                      <a:r>
                        <a:rPr lang="zh-CN" altLang="en-US" sz="1600">
                          <a:latin typeface="Times New Roman" panose="02020603050405020304" pitchFamily="18" charset="0"/>
                          <a:ea typeface="黑体" panose="02010609060101010101" charset="-122"/>
                        </a:rPr>
                        <a:t>参数名称</a:t>
                      </a:r>
                      <a:endParaRPr lang="zh-CN" altLang="en-US" sz="1600">
                        <a:latin typeface="Times New Roman" panose="02020603050405020304" pitchFamily="18" charset="0"/>
                        <a:ea typeface="黑体" panose="02010609060101010101" charset="-122"/>
                      </a:endParaRPr>
                    </a:p>
                  </a:txBody>
                  <a:tcPr anchor="ctr"/>
                </a:tc>
                <a:tc>
                  <a:txBody>
                    <a:bodyPr/>
                    <a:lstStyle/>
                    <a:p>
                      <a:pPr algn="ctr">
                        <a:buNone/>
                      </a:pPr>
                      <a:r>
                        <a:rPr lang="zh-CN" altLang="en-US" sz="1600" dirty="0">
                          <a:latin typeface="Times New Roman" panose="02020603050405020304" pitchFamily="18" charset="0"/>
                          <a:ea typeface="黑体" panose="02010609060101010101" charset="-122"/>
                        </a:rPr>
                        <a:t>较优取值</a:t>
                      </a:r>
                      <a:endParaRPr lang="zh-CN" altLang="en-US" sz="1600" dirty="0">
                        <a:latin typeface="Times New Roman" panose="02020603050405020304" pitchFamily="18" charset="0"/>
                        <a:ea typeface="黑体" panose="02010609060101010101" charset="-122"/>
                      </a:endParaRPr>
                    </a:p>
                  </a:txBody>
                  <a:tcPr anchor="ctr"/>
                </a:tc>
              </a:tr>
              <a:tr h="414866">
                <a:tc>
                  <a:txBody>
                    <a:bodyPr/>
                    <a:lstStyle/>
                    <a:p>
                      <a:pPr algn="ctr">
                        <a:buNone/>
                      </a:pPr>
                      <a:r>
                        <a:rPr lang="zh-CN" altLang="en-US" sz="1600" dirty="0">
                          <a:latin typeface="Times New Roman" panose="02020603050405020304" pitchFamily="18" charset="0"/>
                          <a:ea typeface="黑体" panose="02010609060101010101" charset="-122"/>
                          <a:cs typeface="Times New Roman" panose="02020603050405020304" pitchFamily="18" charset="0"/>
                        </a:rPr>
                        <a:t>height</a:t>
                      </a:r>
                      <a:endParaRPr lang="zh-CN" altLang="en-US" sz="16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600" dirty="0">
                          <a:latin typeface="Times New Roman" panose="02020603050405020304" pitchFamily="18" charset="0"/>
                          <a:ea typeface="黑体" panose="02010609060101010101" charset="-122"/>
                          <a:cs typeface="Times New Roman" panose="02020603050405020304" pitchFamily="18" charset="0"/>
                        </a:rPr>
                        <a:t>压力峰值</a:t>
                      </a:r>
                      <a:r>
                        <a:rPr lang="en-US" altLang="zh-CN" sz="1600" dirty="0">
                          <a:latin typeface="Times New Roman" panose="02020603050405020304" pitchFamily="18" charset="0"/>
                          <a:ea typeface="黑体" panose="02010609060101010101" charset="-122"/>
                          <a:cs typeface="Times New Roman" panose="02020603050405020304" pitchFamily="18" charset="0"/>
                        </a:rPr>
                        <a:t>0.2</a:t>
                      </a:r>
                      <a:r>
                        <a:rPr lang="zh-CN" altLang="en-US" sz="1600" dirty="0">
                          <a:latin typeface="Times New Roman" panose="02020603050405020304" pitchFamily="18" charset="0"/>
                          <a:ea typeface="黑体" panose="02010609060101010101" charset="-122"/>
                          <a:cs typeface="Times New Roman" panose="02020603050405020304" pitchFamily="18" charset="0"/>
                        </a:rPr>
                        <a:t>，排量峰值</a:t>
                      </a:r>
                      <a:r>
                        <a:rPr lang="en-US" altLang="zh-CN" sz="1600" dirty="0">
                          <a:latin typeface="Times New Roman" panose="02020603050405020304" pitchFamily="18" charset="0"/>
                          <a:ea typeface="黑体" panose="02010609060101010101" charset="-122"/>
                          <a:cs typeface="Times New Roman" panose="02020603050405020304" pitchFamily="18" charset="0"/>
                        </a:rPr>
                        <a:t>0.1</a:t>
                      </a:r>
                      <a:endParaRPr lang="en-US" altLang="zh-CN" sz="1600" dirty="0">
                        <a:latin typeface="Times New Roman" panose="02020603050405020304" pitchFamily="18" charset="0"/>
                        <a:ea typeface="黑体" panose="02010609060101010101" charset="-122"/>
                        <a:cs typeface="Times New Roman" panose="02020603050405020304" pitchFamily="18" charset="0"/>
                      </a:endParaRPr>
                    </a:p>
                  </a:txBody>
                  <a:tcPr anchor="ctr"/>
                </a:tc>
              </a:tr>
              <a:tr h="414866">
                <a:tc>
                  <a:txBody>
                    <a:bodyPr/>
                    <a:lstStyle/>
                    <a:p>
                      <a:pPr algn="ctr">
                        <a:buNone/>
                      </a:pPr>
                      <a:r>
                        <a:rPr lang="zh-CN" altLang="en-US" sz="1600" dirty="0">
                          <a:latin typeface="Times New Roman" panose="02020603050405020304" pitchFamily="18" charset="0"/>
                          <a:ea typeface="黑体" panose="02010609060101010101" charset="-122"/>
                          <a:cs typeface="Times New Roman" panose="02020603050405020304" pitchFamily="18" charset="0"/>
                        </a:rPr>
                        <a:t>threshold</a:t>
                      </a:r>
                      <a:endParaRPr lang="zh-CN" altLang="en-US" sz="16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en-US" altLang="zh-CN" sz="1600" dirty="0">
                          <a:latin typeface="Times New Roman" panose="02020603050405020304" pitchFamily="18" charset="0"/>
                          <a:ea typeface="黑体" panose="02010609060101010101" charset="-122"/>
                          <a:cs typeface="Times New Roman" panose="02020603050405020304" pitchFamily="18" charset="0"/>
                        </a:rPr>
                        <a:t>0.2</a:t>
                      </a:r>
                      <a:endParaRPr lang="en-US" altLang="zh-CN" sz="1600" dirty="0">
                        <a:latin typeface="Times New Roman" panose="02020603050405020304" pitchFamily="18" charset="0"/>
                        <a:ea typeface="黑体" panose="02010609060101010101" charset="-122"/>
                        <a:cs typeface="Times New Roman" panose="02020603050405020304" pitchFamily="18" charset="0"/>
                      </a:endParaRPr>
                    </a:p>
                  </a:txBody>
                  <a:tcPr anchor="ctr"/>
                </a:tc>
              </a:tr>
              <a:tr h="414866">
                <a:tc>
                  <a:txBody>
                    <a:bodyPr/>
                    <a:lstStyle/>
                    <a:p>
                      <a:pPr algn="ctr">
                        <a:buNone/>
                      </a:pPr>
                      <a:r>
                        <a:rPr lang="zh-CN" altLang="en-US" sz="1600" dirty="0">
                          <a:latin typeface="Times New Roman" panose="02020603050405020304" pitchFamily="18" charset="0"/>
                          <a:ea typeface="黑体" panose="02010609060101010101" charset="-122"/>
                          <a:cs typeface="Times New Roman" panose="02020603050405020304" pitchFamily="18" charset="0"/>
                        </a:rPr>
                        <a:t>distance</a:t>
                      </a:r>
                      <a:endParaRPr lang="zh-CN" altLang="en-US" sz="16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en-US" altLang="zh-CN" sz="1600" dirty="0">
                          <a:latin typeface="Times New Roman" panose="02020603050405020304" pitchFamily="18" charset="0"/>
                          <a:ea typeface="黑体" panose="02010609060101010101" charset="-122"/>
                          <a:cs typeface="Times New Roman" panose="02020603050405020304" pitchFamily="18" charset="0"/>
                        </a:rPr>
                        <a:t>4</a:t>
                      </a:r>
                      <a:endParaRPr lang="en-US" altLang="zh-CN" sz="1600" dirty="0">
                        <a:latin typeface="Times New Roman" panose="02020603050405020304" pitchFamily="18" charset="0"/>
                        <a:ea typeface="黑体" panose="02010609060101010101" charset="-122"/>
                        <a:cs typeface="Times New Roman" panose="02020603050405020304" pitchFamily="18" charset="0"/>
                      </a:endParaRPr>
                    </a:p>
                  </a:txBody>
                  <a:tcPr anchor="ctr"/>
                </a:tc>
              </a:tr>
              <a:tr h="414866">
                <a:tc>
                  <a:txBody>
                    <a:bodyPr/>
                    <a:lstStyle/>
                    <a:p>
                      <a:pPr algn="ctr">
                        <a:buNone/>
                      </a:pPr>
                      <a:r>
                        <a:rPr lang="zh-CN" altLang="en-US" sz="1600" dirty="0">
                          <a:latin typeface="Times New Roman" panose="02020603050405020304" pitchFamily="18" charset="0"/>
                          <a:ea typeface="黑体" panose="02010609060101010101" charset="-122"/>
                          <a:cs typeface="Times New Roman" panose="02020603050405020304" pitchFamily="18" charset="0"/>
                        </a:rPr>
                        <a:t>prominence</a:t>
                      </a:r>
                      <a:endParaRPr lang="zh-CN" altLang="en-US" sz="16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en-US" altLang="zh-CN" sz="1600" dirty="0">
                          <a:latin typeface="Times New Roman" panose="02020603050405020304" pitchFamily="18" charset="0"/>
                          <a:ea typeface="黑体" panose="02010609060101010101" charset="-122"/>
                          <a:cs typeface="Times New Roman" panose="02020603050405020304" pitchFamily="18" charset="0"/>
                        </a:rPr>
                        <a:t>0.3</a:t>
                      </a:r>
                      <a:endParaRPr lang="en-US" altLang="zh-CN" sz="1600" dirty="0">
                        <a:latin typeface="Times New Roman" panose="02020603050405020304" pitchFamily="18" charset="0"/>
                        <a:ea typeface="黑体" panose="02010609060101010101" charset="-122"/>
                        <a:cs typeface="Times New Roman" panose="02020603050405020304" pitchFamily="18" charset="0"/>
                      </a:endParaRPr>
                    </a:p>
                  </a:txBody>
                  <a:tcPr anchor="ctr"/>
                </a:tc>
              </a:tr>
              <a:tr h="414866">
                <a:tc>
                  <a:txBody>
                    <a:bodyPr/>
                    <a:lstStyle/>
                    <a:p>
                      <a:pPr algn="ctr">
                        <a:buNone/>
                      </a:pPr>
                      <a:r>
                        <a:rPr lang="zh-CN" altLang="en-US" sz="1600" dirty="0">
                          <a:latin typeface="Times New Roman" panose="02020603050405020304" pitchFamily="18" charset="0"/>
                          <a:ea typeface="黑体" panose="02010609060101010101" charset="-122"/>
                          <a:cs typeface="Times New Roman" panose="02020603050405020304" pitchFamily="18" charset="0"/>
                        </a:rPr>
                        <a:t>width</a:t>
                      </a:r>
                      <a:endParaRPr lang="zh-CN" altLang="en-US" sz="16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en-US" altLang="zh-CN" sz="1600" dirty="0">
                          <a:latin typeface="Times New Roman" panose="02020603050405020304" pitchFamily="18" charset="0"/>
                          <a:ea typeface="黑体" panose="02010609060101010101" charset="-122"/>
                          <a:cs typeface="Times New Roman" panose="02020603050405020304" pitchFamily="18" charset="0"/>
                        </a:rPr>
                        <a:t>2</a:t>
                      </a:r>
                      <a:endParaRPr lang="en-US" altLang="zh-CN" sz="1600" dirty="0">
                        <a:latin typeface="Times New Roman" panose="02020603050405020304" pitchFamily="18" charset="0"/>
                        <a:ea typeface="黑体" panose="02010609060101010101" charset="-122"/>
                        <a:cs typeface="Times New Roman" panose="02020603050405020304" pitchFamily="18" charset="0"/>
                      </a:endParaRPr>
                    </a:p>
                  </a:txBody>
                  <a:tcPr anchor="ctr"/>
                </a:tc>
              </a:tr>
              <a:tr h="414866">
                <a:tc>
                  <a:txBody>
                    <a:bodyPr/>
                    <a:lstStyle/>
                    <a:p>
                      <a:pPr algn="ctr">
                        <a:buNone/>
                      </a:pPr>
                      <a:r>
                        <a:rPr lang="zh-CN" altLang="en-US" sz="1600" dirty="0">
                          <a:latin typeface="Times New Roman" panose="02020603050405020304" pitchFamily="18" charset="0"/>
                          <a:ea typeface="黑体" panose="02010609060101010101" charset="-122"/>
                          <a:cs typeface="Times New Roman" panose="02020603050405020304" pitchFamily="18" charset="0"/>
                        </a:rPr>
                        <a:t>wlen</a:t>
                      </a:r>
                      <a:endParaRPr lang="zh-CN" altLang="en-US" sz="16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en-US" altLang="zh-CN" sz="1600" dirty="0">
                          <a:latin typeface="Times New Roman" panose="02020603050405020304" pitchFamily="18" charset="0"/>
                          <a:ea typeface="黑体" panose="02010609060101010101" charset="-122"/>
                          <a:cs typeface="Times New Roman" panose="02020603050405020304" pitchFamily="18" charset="0"/>
                        </a:rPr>
                        <a:t>10</a:t>
                      </a:r>
                      <a:endParaRPr lang="en-US" altLang="zh-CN" sz="1600" dirty="0">
                        <a:latin typeface="Times New Roman" panose="02020603050405020304" pitchFamily="18" charset="0"/>
                        <a:ea typeface="黑体" panose="02010609060101010101" charset="-122"/>
                        <a:cs typeface="Times New Roman" panose="02020603050405020304" pitchFamily="18" charset="0"/>
                      </a:endParaRPr>
                    </a:p>
                  </a:txBody>
                  <a:tcPr anchor="ctr"/>
                </a:tc>
              </a:tr>
              <a:tr h="414866">
                <a:tc>
                  <a:txBody>
                    <a:bodyPr/>
                    <a:lstStyle/>
                    <a:p>
                      <a:pPr algn="ctr">
                        <a:buNone/>
                      </a:pPr>
                      <a:r>
                        <a:rPr lang="zh-CN" altLang="en-US" sz="1600" dirty="0">
                          <a:latin typeface="Times New Roman" panose="02020603050405020304" pitchFamily="18" charset="0"/>
                          <a:ea typeface="黑体" panose="02010609060101010101" charset="-122"/>
                          <a:cs typeface="Times New Roman" panose="02020603050405020304" pitchFamily="18" charset="0"/>
                        </a:rPr>
                        <a:t>rel_height</a:t>
                      </a:r>
                      <a:endParaRPr lang="zh-CN" altLang="en-US" sz="16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600" dirty="0">
                          <a:latin typeface="Times New Roman" panose="02020603050405020304" pitchFamily="18" charset="0"/>
                          <a:ea typeface="黑体" panose="02010609060101010101" charset="-122"/>
                          <a:cs typeface="Times New Roman" panose="02020603050405020304" pitchFamily="18" charset="0"/>
                        </a:rPr>
                        <a:t>0.</a:t>
                      </a:r>
                      <a:r>
                        <a:rPr lang="en-US" altLang="zh-CN" sz="1600" dirty="0">
                          <a:latin typeface="Times New Roman" panose="02020603050405020304" pitchFamily="18" charset="0"/>
                          <a:ea typeface="黑体" panose="02010609060101010101" charset="-122"/>
                          <a:cs typeface="Times New Roman" panose="02020603050405020304" pitchFamily="18" charset="0"/>
                        </a:rPr>
                        <a:t>2</a:t>
                      </a:r>
                      <a:endParaRPr lang="en-US" altLang="zh-CN" sz="1600" dirty="0">
                        <a:latin typeface="Times New Roman" panose="02020603050405020304" pitchFamily="18" charset="0"/>
                        <a:ea typeface="黑体" panose="02010609060101010101" charset="-122"/>
                        <a:cs typeface="Times New Roman" panose="02020603050405020304" pitchFamily="18" charset="0"/>
                      </a:endParaRPr>
                    </a:p>
                  </a:txBody>
                  <a:tcPr anchor="ctr"/>
                </a:tc>
              </a:tr>
              <a:tr h="414866">
                <a:tc>
                  <a:txBody>
                    <a:bodyPr/>
                    <a:lstStyle/>
                    <a:p>
                      <a:pPr algn="ctr">
                        <a:buNone/>
                      </a:pPr>
                      <a:r>
                        <a:rPr lang="zh-CN" altLang="en-US" sz="1600" dirty="0">
                          <a:latin typeface="Times New Roman" panose="02020603050405020304" pitchFamily="18" charset="0"/>
                          <a:ea typeface="黑体" panose="02010609060101010101" charset="-122"/>
                          <a:cs typeface="Times New Roman" panose="02020603050405020304" pitchFamily="18" charset="0"/>
                        </a:rPr>
                        <a:t>plateau_size</a:t>
                      </a:r>
                      <a:endParaRPr lang="zh-CN" altLang="en-US" sz="16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en-US" altLang="zh-CN" sz="1600" dirty="0">
                          <a:latin typeface="Times New Roman" panose="02020603050405020304" pitchFamily="18" charset="0"/>
                          <a:ea typeface="黑体" panose="02010609060101010101" charset="-122"/>
                          <a:cs typeface="Times New Roman" panose="02020603050405020304" pitchFamily="18" charset="0"/>
                        </a:rPr>
                        <a:t>1</a:t>
                      </a:r>
                      <a:endParaRPr lang="en-US" altLang="zh-CN" sz="1600" dirty="0">
                        <a:latin typeface="Times New Roman" panose="02020603050405020304" pitchFamily="18" charset="0"/>
                        <a:ea typeface="黑体" panose="02010609060101010101" charset="-122"/>
                        <a:cs typeface="Times New Roman" panose="02020603050405020304" pitchFamily="18" charset="0"/>
                      </a:endParaRPr>
                    </a:p>
                  </a:txBody>
                  <a:tcPr anchor="ctr"/>
                </a:tc>
              </a:tr>
            </a:tbl>
          </a:graphicData>
        </a:graphic>
      </p:graphicFrame>
      <p:grpSp>
        <p:nvGrpSpPr>
          <p:cNvPr id="2" name="组合 1"/>
          <p:cNvGrpSpPr/>
          <p:nvPr/>
        </p:nvGrpSpPr>
        <p:grpSpPr>
          <a:xfrm>
            <a:off x="5989955" y="2019300"/>
            <a:ext cx="5400000" cy="3929090"/>
            <a:chOff x="6332855" y="2453640"/>
            <a:chExt cx="5400000" cy="3605710"/>
          </a:xfrm>
        </p:grpSpPr>
        <p:pic>
          <p:nvPicPr>
            <p:cNvPr id="12" name="图片 11" descr="04、泸203H10-1井加砂压裂第11段秒点第7级分解下小波能量峰值"/>
            <p:cNvPicPr>
              <a:picLocks noChangeAspect="1"/>
            </p:cNvPicPr>
            <p:nvPr/>
          </p:nvPicPr>
          <p:blipFill>
            <a:blip r:embed="rId2"/>
            <a:stretch>
              <a:fillRect/>
            </a:stretch>
          </p:blipFill>
          <p:spPr>
            <a:xfrm>
              <a:off x="6332855" y="2453640"/>
              <a:ext cx="5400000" cy="1800405"/>
            </a:xfrm>
            <a:prstGeom prst="rect">
              <a:avLst/>
            </a:prstGeom>
          </p:spPr>
        </p:pic>
        <p:pic>
          <p:nvPicPr>
            <p:cNvPr id="9" name="图片 8" descr="04、泸203H10-1井加砂压裂第11段秒点第7级分解下岩石类事件，引入压力传导时延阈值、遗传算法筛选后"/>
            <p:cNvPicPr>
              <a:picLocks noChangeAspect="1"/>
            </p:cNvPicPr>
            <p:nvPr/>
          </p:nvPicPr>
          <p:blipFill>
            <a:blip r:embed="rId3"/>
            <a:stretch>
              <a:fillRect/>
            </a:stretch>
          </p:blipFill>
          <p:spPr>
            <a:xfrm>
              <a:off x="6332855" y="4258945"/>
              <a:ext cx="5400000" cy="1800405"/>
            </a:xfrm>
            <a:prstGeom prst="rect">
              <a:avLst/>
            </a:prstGeom>
          </p:spPr>
        </p:pic>
        <p:sp>
          <p:nvSpPr>
            <p:cNvPr id="14" name="矩形 13"/>
            <p:cNvSpPr/>
            <p:nvPr/>
          </p:nvSpPr>
          <p:spPr>
            <a:xfrm>
              <a:off x="8779510" y="3763645"/>
              <a:ext cx="2519045" cy="338455"/>
            </a:xfrm>
            <a:prstGeom prst="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16" name="矩形 15"/>
            <p:cNvSpPr/>
            <p:nvPr/>
          </p:nvSpPr>
          <p:spPr>
            <a:xfrm>
              <a:off x="8779510" y="5562600"/>
              <a:ext cx="2519045" cy="338455"/>
            </a:xfrm>
            <a:prstGeom prst="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17" name="矩形 16"/>
            <p:cNvSpPr/>
            <p:nvPr/>
          </p:nvSpPr>
          <p:spPr>
            <a:xfrm>
              <a:off x="6943090" y="3907790"/>
              <a:ext cx="368300" cy="193675"/>
            </a:xfrm>
            <a:prstGeom prst="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19" name="矩形 18"/>
            <p:cNvSpPr/>
            <p:nvPr/>
          </p:nvSpPr>
          <p:spPr>
            <a:xfrm>
              <a:off x="6984365" y="5707380"/>
              <a:ext cx="368300" cy="193675"/>
            </a:xfrm>
            <a:prstGeom prst="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25" name="文本框 24"/>
            <p:cNvSpPr txBox="1"/>
            <p:nvPr/>
          </p:nvSpPr>
          <p:spPr>
            <a:xfrm>
              <a:off x="9290685" y="4707255"/>
              <a:ext cx="1496695" cy="401955"/>
            </a:xfrm>
            <a:prstGeom prst="rect">
              <a:avLst/>
            </a:prstGeom>
            <a:noFill/>
            <a:ln>
              <a:noFill/>
            </a:ln>
          </p:spPr>
          <p:txBody>
            <a:bodyPr wrap="square"/>
            <a:lstStyle/>
            <a:p>
              <a:pPr indent="0" algn="ctr" fontAlgn="auto">
                <a:lnSpc>
                  <a:spcPct val="100000"/>
                </a:lnSpc>
                <a:buClr>
                  <a:srgbClr val="FF0000"/>
                </a:buClr>
              </a:pPr>
              <a:r>
                <a:rPr lang="zh-CN" altLang="en-US" sz="1600" b="1" dirty="0">
                  <a:solidFill>
                    <a:srgbClr val="FF0000"/>
                  </a:solidFill>
                  <a:latin typeface="Times New Roman" panose="02020603050405020304" pitchFamily="18" charset="0"/>
                  <a:ea typeface="黑体" panose="02010609060101010101" charset="-122"/>
                  <a:cs typeface="Times New Roman" panose="02020603050405020304" pitchFamily="18" charset="0"/>
                </a:rPr>
                <a:t>筛除无效点</a:t>
              </a:r>
              <a:endParaRPr lang="zh-CN" altLang="en-US" sz="1600" b="1" dirty="0">
                <a:solidFill>
                  <a:srgbClr val="FF0000"/>
                </a:solidFill>
                <a:latin typeface="Times New Roman" panose="02020603050405020304" pitchFamily="18" charset="0"/>
                <a:ea typeface="黑体" panose="02010609060101010101" charset="-122"/>
                <a:cs typeface="Times New Roman" panose="02020603050405020304" pitchFamily="18" charset="0"/>
              </a:endParaRPr>
            </a:p>
          </p:txBody>
        </p:sp>
        <p:cxnSp>
          <p:nvCxnSpPr>
            <p:cNvPr id="20" name="直接箭头连接符 19"/>
            <p:cNvCxnSpPr>
              <a:stCxn id="14" idx="2"/>
              <a:endCxn id="25" idx="0"/>
            </p:cNvCxnSpPr>
            <p:nvPr/>
          </p:nvCxnSpPr>
          <p:spPr>
            <a:xfrm>
              <a:off x="10039350" y="4102100"/>
              <a:ext cx="0" cy="605155"/>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21" name="直接箭头连接符 20"/>
            <p:cNvCxnSpPr>
              <a:stCxn id="25" idx="2"/>
              <a:endCxn id="16" idx="0"/>
            </p:cNvCxnSpPr>
            <p:nvPr/>
          </p:nvCxnSpPr>
          <p:spPr>
            <a:xfrm>
              <a:off x="10039350" y="5109210"/>
              <a:ext cx="0" cy="45339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grpSp>
      <p:sp>
        <p:nvSpPr>
          <p:cNvPr id="22"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9544882"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、基于压力</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排量能量关系原理及多点变异遗传算法，完成了对岩石类事件的准确筛选</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对泸</a:t>
            </a:r>
            <a:r>
              <a:rPr lang="en-US" altLang="zh-CN" sz="1600" dirty="0">
                <a:cs typeface="微软雅黑" panose="020B0503020204020204" pitchFamily="34" charset="-122"/>
                <a:sym typeface="+mn-ea"/>
              </a:rPr>
              <a:t>203</a:t>
            </a:r>
            <a:r>
              <a:rPr lang="zh-CN" altLang="en-US" sz="1600" dirty="0">
                <a:cs typeface="微软雅黑" panose="020B0503020204020204" pitchFamily="34" charset="-122"/>
                <a:sym typeface="+mn-ea"/>
              </a:rPr>
              <a:t>井区</a:t>
            </a:r>
            <a:r>
              <a:rPr lang="en-US" altLang="zh-CN" sz="1600" dirty="0">
                <a:cs typeface="微软雅黑" panose="020B0503020204020204" pitchFamily="34" charset="-122"/>
                <a:sym typeface="+mn-ea"/>
              </a:rPr>
              <a:t>H10-1</a:t>
            </a:r>
            <a:r>
              <a:rPr lang="zh-CN" altLang="en-US" sz="1600" dirty="0">
                <a:cs typeface="微软雅黑" panose="020B0503020204020204" pitchFamily="34" charset="-122"/>
                <a:sym typeface="+mn-ea"/>
              </a:rPr>
              <a:t>井</a:t>
            </a:r>
            <a:r>
              <a:rPr lang="en-US" altLang="zh-CN" sz="1600" dirty="0">
                <a:cs typeface="微软雅黑" panose="020B0503020204020204" pitchFamily="34" charset="-122"/>
                <a:sym typeface="+mn-ea"/>
              </a:rPr>
              <a:t>1</a:t>
            </a:r>
            <a:r>
              <a:rPr lang="zh-CN" altLang="en-US" sz="1600" dirty="0">
                <a:cs typeface="微软雅黑" panose="020B0503020204020204" pitchFamily="34" charset="-122"/>
                <a:sym typeface="+mn-ea"/>
              </a:rPr>
              <a:t>、</a:t>
            </a:r>
            <a:r>
              <a:rPr lang="en-US" altLang="zh-CN" sz="1600" dirty="0">
                <a:cs typeface="微软雅黑" panose="020B0503020204020204" pitchFamily="34" charset="-122"/>
                <a:sym typeface="+mn-ea"/>
              </a:rPr>
              <a:t>5</a:t>
            </a:r>
            <a:r>
              <a:rPr lang="zh-CN" altLang="en-US" sz="1600" dirty="0">
                <a:cs typeface="微软雅黑" panose="020B0503020204020204" pitchFamily="34" charset="-122"/>
                <a:sym typeface="+mn-ea"/>
              </a:rPr>
              <a:t>、</a:t>
            </a:r>
            <a:r>
              <a:rPr lang="en-US" altLang="zh-CN" sz="1600" dirty="0">
                <a:cs typeface="微软雅黑" panose="020B0503020204020204" pitchFamily="34" charset="-122"/>
                <a:sym typeface="+mn-ea"/>
              </a:rPr>
              <a:t>10</a:t>
            </a:r>
            <a:r>
              <a:rPr lang="zh-CN" altLang="en-US" sz="1600" dirty="0">
                <a:cs typeface="微软雅黑" panose="020B0503020204020204" pitchFamily="34" charset="-122"/>
                <a:sym typeface="+mn-ea"/>
              </a:rPr>
              <a:t>、</a:t>
            </a:r>
            <a:r>
              <a:rPr lang="en-US" altLang="zh-CN" sz="1600" dirty="0">
                <a:cs typeface="微软雅黑" panose="020B0503020204020204" pitchFamily="34" charset="-122"/>
                <a:sym typeface="+mn-ea"/>
              </a:rPr>
              <a:t>11</a:t>
            </a:r>
            <a:r>
              <a:rPr lang="zh-CN" altLang="en-US" sz="1600" dirty="0">
                <a:cs typeface="微软雅黑" panose="020B0503020204020204" pitchFamily="34" charset="-122"/>
                <a:sym typeface="+mn-ea"/>
              </a:rPr>
              <a:t>段，</a:t>
            </a:r>
            <a:r>
              <a:rPr lang="en-US" altLang="zh-CN" sz="1600" dirty="0">
                <a:cs typeface="微软雅黑" panose="020B0503020204020204" pitchFamily="34" charset="-122"/>
                <a:sym typeface="+mn-ea"/>
              </a:rPr>
              <a:t>2</a:t>
            </a:r>
            <a:r>
              <a:rPr lang="zh-CN" altLang="en-US" sz="1600" dirty="0">
                <a:cs typeface="微软雅黑" panose="020B0503020204020204" pitchFamily="34" charset="-122"/>
                <a:sym typeface="+mn-ea"/>
              </a:rPr>
              <a:t>井</a:t>
            </a:r>
            <a:r>
              <a:rPr lang="en-US" altLang="zh-CN" sz="1600" dirty="0">
                <a:cs typeface="微软雅黑" panose="020B0503020204020204" pitchFamily="34" charset="-122"/>
                <a:sym typeface="+mn-ea"/>
              </a:rPr>
              <a:t>12</a:t>
            </a:r>
            <a:r>
              <a:rPr lang="zh-CN" altLang="en-US" sz="1600" dirty="0">
                <a:cs typeface="微软雅黑" panose="020B0503020204020204" pitchFamily="34" charset="-122"/>
                <a:sym typeface="+mn-ea"/>
              </a:rPr>
              <a:t>段，</a:t>
            </a:r>
            <a:r>
              <a:rPr lang="en-US" altLang="zh-CN" sz="1600" dirty="0">
                <a:cs typeface="微软雅黑" panose="020B0503020204020204" pitchFamily="34" charset="-122"/>
                <a:sym typeface="+mn-ea"/>
              </a:rPr>
              <a:t>4</a:t>
            </a:r>
            <a:r>
              <a:rPr lang="zh-CN" altLang="en-US" sz="1600" dirty="0">
                <a:cs typeface="微软雅黑" panose="020B0503020204020204" pitchFamily="34" charset="-122"/>
                <a:sym typeface="+mn-ea"/>
              </a:rPr>
              <a:t>井</a:t>
            </a:r>
            <a:r>
              <a:rPr lang="en-US" altLang="zh-CN" sz="1600" dirty="0">
                <a:cs typeface="微软雅黑" panose="020B0503020204020204" pitchFamily="34" charset="-122"/>
                <a:sym typeface="+mn-ea"/>
              </a:rPr>
              <a:t>10</a:t>
            </a:r>
            <a:r>
              <a:rPr lang="zh-CN" altLang="en-US" sz="1600" dirty="0">
                <a:cs typeface="微软雅黑" panose="020B0503020204020204" pitchFamily="34" charset="-122"/>
                <a:sym typeface="+mn-ea"/>
              </a:rPr>
              <a:t>、</a:t>
            </a:r>
            <a:r>
              <a:rPr lang="en-US" altLang="zh-CN" sz="1600" dirty="0">
                <a:cs typeface="微软雅黑" panose="020B0503020204020204" pitchFamily="34" charset="-122"/>
                <a:sym typeface="+mn-ea"/>
              </a:rPr>
              <a:t>14</a:t>
            </a:r>
            <a:r>
              <a:rPr lang="zh-CN" altLang="en-US" sz="1600" dirty="0">
                <a:cs typeface="微软雅黑" panose="020B0503020204020204" pitchFamily="34" charset="-122"/>
                <a:sym typeface="+mn-ea"/>
              </a:rPr>
              <a:t>、</a:t>
            </a:r>
            <a:r>
              <a:rPr lang="en-US" altLang="zh-CN" sz="1600" dirty="0">
                <a:cs typeface="微软雅黑" panose="020B0503020204020204" pitchFamily="34" charset="-122"/>
                <a:sym typeface="+mn-ea"/>
              </a:rPr>
              <a:t>20</a:t>
            </a:r>
            <a:r>
              <a:rPr lang="zh-CN" altLang="en-US" sz="1600" dirty="0">
                <a:cs typeface="微软雅黑" panose="020B0503020204020204" pitchFamily="34" charset="-122"/>
                <a:sym typeface="+mn-ea"/>
              </a:rPr>
              <a:t>、</a:t>
            </a:r>
            <a:r>
              <a:rPr lang="en-US" altLang="zh-CN" sz="1600" dirty="0">
                <a:cs typeface="微软雅黑" panose="020B0503020204020204" pitchFamily="34" charset="-122"/>
                <a:sym typeface="+mn-ea"/>
              </a:rPr>
              <a:t>21</a:t>
            </a:r>
            <a:r>
              <a:rPr lang="zh-CN" altLang="en-US" sz="1600" dirty="0">
                <a:cs typeface="微软雅黑" panose="020B0503020204020204" pitchFamily="34" charset="-122"/>
                <a:sym typeface="+mn-ea"/>
              </a:rPr>
              <a:t>段等</a:t>
            </a:r>
            <a:r>
              <a:rPr lang="en-US" altLang="zh-CN" sz="1600" dirty="0">
                <a:cs typeface="微软雅黑" panose="020B0503020204020204" pitchFamily="34" charset="-122"/>
                <a:sym typeface="+mn-ea"/>
              </a:rPr>
              <a:t>9</a:t>
            </a:r>
            <a:r>
              <a:rPr lang="zh-CN" altLang="en-US" sz="1600" dirty="0">
                <a:cs typeface="微软雅黑" panose="020B0503020204020204" pitchFamily="34" charset="-122"/>
                <a:sym typeface="+mn-ea"/>
              </a:rPr>
              <a:t>段压裂施工曲线上的压力、排量数据进行分析，筛选前压力峰值点</a:t>
            </a:r>
            <a:r>
              <a:rPr lang="en-US" altLang="zh-CN" sz="1600" dirty="0">
                <a:solidFill>
                  <a:srgbClr val="FF0000"/>
                </a:solidFill>
                <a:cs typeface="微软雅黑" panose="020B0503020204020204" pitchFamily="34" charset="-122"/>
                <a:sym typeface="+mn-ea"/>
              </a:rPr>
              <a:t>1915</a:t>
            </a:r>
            <a:r>
              <a:rPr lang="zh-CN" altLang="en-US" sz="1600" dirty="0">
                <a:cs typeface="微软雅黑" panose="020B0503020204020204" pitchFamily="34" charset="-122"/>
                <a:sym typeface="+mn-ea"/>
              </a:rPr>
              <a:t>个，筛选后有效岩石类事件点数</a:t>
            </a:r>
            <a:r>
              <a:rPr lang="en-US" altLang="zh-CN" sz="1600" dirty="0">
                <a:solidFill>
                  <a:srgbClr val="FF0000"/>
                </a:solidFill>
                <a:cs typeface="微软雅黑" panose="020B0503020204020204" pitchFamily="34" charset="-122"/>
                <a:sym typeface="+mn-ea"/>
              </a:rPr>
              <a:t>262</a:t>
            </a:r>
            <a:r>
              <a:rPr lang="zh-CN" altLang="en-US" sz="1600" dirty="0">
                <a:cs typeface="微软雅黑" panose="020B0503020204020204" pitchFamily="34" charset="-122"/>
                <a:sym typeface="+mn-ea"/>
              </a:rPr>
              <a:t>个</a:t>
            </a:r>
            <a:endParaRPr lang="zh-CN" altLang="en-US" sz="1600" dirty="0">
              <a:cs typeface="微软雅黑" panose="020B0503020204020204" pitchFamily="34" charset="-122"/>
            </a:endParaRPr>
          </a:p>
        </p:txBody>
      </p:sp>
      <p:sp>
        <p:nvSpPr>
          <p:cNvPr id="18" name="文本框 17"/>
          <p:cNvSpPr txBox="1"/>
          <p:nvPr/>
        </p:nvSpPr>
        <p:spPr>
          <a:xfrm>
            <a:off x="221615" y="6055360"/>
            <a:ext cx="587438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筛除随机噪声</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5" name="文本框 4"/>
          <p:cNvSpPr txBox="1"/>
          <p:nvPr/>
        </p:nvSpPr>
        <p:spPr>
          <a:xfrm>
            <a:off x="6096000" y="6056630"/>
            <a:ext cx="587438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筛除非岩石类事件</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7" name="图片 6" descr="01、泸203H10-1井加砂压裂第1段秒点第8级分解下小波能量峰值"/>
          <p:cNvPicPr>
            <a:picLocks noChangeAspect="1"/>
          </p:cNvPicPr>
          <p:nvPr/>
        </p:nvPicPr>
        <p:blipFill>
          <a:blip r:embed="rId1"/>
          <a:stretch>
            <a:fillRect/>
          </a:stretch>
        </p:blipFill>
        <p:spPr>
          <a:xfrm>
            <a:off x="459105" y="2381885"/>
            <a:ext cx="5400000" cy="1800000"/>
          </a:xfrm>
          <a:prstGeom prst="rect">
            <a:avLst/>
          </a:prstGeom>
          <a:ln>
            <a:noFill/>
          </a:ln>
        </p:spPr>
      </p:pic>
      <p:pic>
        <p:nvPicPr>
          <p:cNvPr id="9" name="图片 8" descr="01、泸203H10-1井加砂压裂第1段秒点第8级分解下岩石类事件，引入压力传导时延阈值、遗传算法筛选后"/>
          <p:cNvPicPr>
            <a:picLocks noChangeAspect="1"/>
          </p:cNvPicPr>
          <p:nvPr/>
        </p:nvPicPr>
        <p:blipFill>
          <a:blip r:embed="rId2"/>
          <a:stretch>
            <a:fillRect/>
          </a:stretch>
        </p:blipFill>
        <p:spPr>
          <a:xfrm>
            <a:off x="459105" y="4206875"/>
            <a:ext cx="5400000" cy="1800000"/>
          </a:xfrm>
          <a:prstGeom prst="rect">
            <a:avLst/>
          </a:prstGeom>
          <a:ln>
            <a:noFill/>
          </a:ln>
        </p:spPr>
      </p:pic>
      <p:pic>
        <p:nvPicPr>
          <p:cNvPr id="22" name="图片 21" descr="01、泸203H10-1井加砂压裂第1段秒点第9级分解下小波能量峰值"/>
          <p:cNvPicPr>
            <a:picLocks noChangeAspect="1"/>
          </p:cNvPicPr>
          <p:nvPr/>
        </p:nvPicPr>
        <p:blipFill>
          <a:blip r:embed="rId3"/>
          <a:stretch>
            <a:fillRect/>
          </a:stretch>
        </p:blipFill>
        <p:spPr>
          <a:xfrm>
            <a:off x="6333490" y="2381885"/>
            <a:ext cx="5400000" cy="1800000"/>
          </a:xfrm>
          <a:prstGeom prst="rect">
            <a:avLst/>
          </a:prstGeom>
        </p:spPr>
      </p:pic>
      <p:pic>
        <p:nvPicPr>
          <p:cNvPr id="23" name="图片 22" descr="01、泸203H10-1井加砂压裂第1段秒点第9级分解下岩石类事件，引入压力传导时延阈值、遗传算法筛选后"/>
          <p:cNvPicPr>
            <a:picLocks noChangeAspect="1"/>
          </p:cNvPicPr>
          <p:nvPr/>
        </p:nvPicPr>
        <p:blipFill>
          <a:blip r:embed="rId4"/>
          <a:stretch>
            <a:fillRect/>
          </a:stretch>
        </p:blipFill>
        <p:spPr>
          <a:xfrm>
            <a:off x="6333490" y="4206875"/>
            <a:ext cx="5400000" cy="1800000"/>
          </a:xfrm>
          <a:prstGeom prst="rect">
            <a:avLst/>
          </a:prstGeom>
        </p:spPr>
      </p:pic>
      <p:sp>
        <p:nvSpPr>
          <p:cNvPr id="24" name="矩形 23"/>
          <p:cNvSpPr/>
          <p:nvPr/>
        </p:nvSpPr>
        <p:spPr>
          <a:xfrm>
            <a:off x="4023995" y="3758565"/>
            <a:ext cx="1000760" cy="259080"/>
          </a:xfrm>
          <a:prstGeom prst="rect">
            <a:avLst/>
          </a:prstGeom>
          <a:ln>
            <a:solidFill>
              <a:srgbClr val="FF0000"/>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26" name="矩形 25"/>
          <p:cNvSpPr/>
          <p:nvPr/>
        </p:nvSpPr>
        <p:spPr>
          <a:xfrm>
            <a:off x="2469515" y="3758565"/>
            <a:ext cx="482600" cy="259080"/>
          </a:xfrm>
          <a:prstGeom prst="rect">
            <a:avLst/>
          </a:prstGeom>
          <a:ln>
            <a:solidFill>
              <a:srgbClr val="FF0000"/>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27" name="矩形 26"/>
          <p:cNvSpPr/>
          <p:nvPr/>
        </p:nvSpPr>
        <p:spPr>
          <a:xfrm>
            <a:off x="1407160" y="3758565"/>
            <a:ext cx="356870" cy="259080"/>
          </a:xfrm>
          <a:prstGeom prst="rect">
            <a:avLst/>
          </a:prstGeom>
          <a:ln>
            <a:solidFill>
              <a:srgbClr val="FF0000"/>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28" name="矩形 27"/>
          <p:cNvSpPr/>
          <p:nvPr/>
        </p:nvSpPr>
        <p:spPr>
          <a:xfrm>
            <a:off x="1407160" y="5581650"/>
            <a:ext cx="356870" cy="259080"/>
          </a:xfrm>
          <a:prstGeom prst="rect">
            <a:avLst/>
          </a:prstGeom>
          <a:ln>
            <a:solidFill>
              <a:srgbClr val="FF0000"/>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29" name="矩形 28"/>
          <p:cNvSpPr/>
          <p:nvPr/>
        </p:nvSpPr>
        <p:spPr>
          <a:xfrm>
            <a:off x="2499995" y="5581650"/>
            <a:ext cx="482600" cy="259080"/>
          </a:xfrm>
          <a:prstGeom prst="rect">
            <a:avLst/>
          </a:prstGeom>
          <a:ln>
            <a:solidFill>
              <a:srgbClr val="FF0000"/>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30" name="矩形 29"/>
          <p:cNvSpPr/>
          <p:nvPr/>
        </p:nvSpPr>
        <p:spPr>
          <a:xfrm>
            <a:off x="4023995" y="5581650"/>
            <a:ext cx="1000760" cy="259080"/>
          </a:xfrm>
          <a:prstGeom prst="rect">
            <a:avLst/>
          </a:prstGeom>
          <a:ln>
            <a:solidFill>
              <a:srgbClr val="FF0000"/>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31" name="文本框 30"/>
          <p:cNvSpPr txBox="1"/>
          <p:nvPr/>
        </p:nvSpPr>
        <p:spPr>
          <a:xfrm>
            <a:off x="4110990" y="4595495"/>
            <a:ext cx="1496695" cy="401955"/>
          </a:xfrm>
          <a:prstGeom prst="rect">
            <a:avLst/>
          </a:prstGeom>
          <a:noFill/>
          <a:ln>
            <a:noFill/>
          </a:ln>
        </p:spPr>
        <p:txBody>
          <a:bodyPr wrap="square"/>
          <a:lstStyle/>
          <a:p>
            <a:pPr indent="0" fontAlgn="auto">
              <a:lnSpc>
                <a:spcPct val="100000"/>
              </a:lnSpc>
              <a:buClr>
                <a:srgbClr val="FF0000"/>
              </a:buClr>
            </a:pPr>
            <a:r>
              <a:rPr lang="zh-CN" altLang="en-US" sz="1600" b="1" dirty="0">
                <a:solidFill>
                  <a:srgbClr val="FF0000"/>
                </a:solidFill>
                <a:latin typeface="Times New Roman" panose="02020603050405020304" pitchFamily="18" charset="0"/>
                <a:ea typeface="黑体" panose="02010609060101010101" charset="-122"/>
                <a:cs typeface="Times New Roman" panose="02020603050405020304" pitchFamily="18" charset="0"/>
              </a:rPr>
              <a:t>筛除随机噪声</a:t>
            </a:r>
            <a:endParaRPr lang="zh-CN" altLang="en-US" sz="1600" b="1" dirty="0">
              <a:solidFill>
                <a:srgbClr val="FF0000"/>
              </a:solidFill>
              <a:latin typeface="Times New Roman" panose="02020603050405020304" pitchFamily="18" charset="0"/>
              <a:ea typeface="黑体" panose="02010609060101010101" charset="-122"/>
              <a:cs typeface="Times New Roman" panose="02020603050405020304" pitchFamily="18" charset="0"/>
            </a:endParaRPr>
          </a:p>
        </p:txBody>
      </p:sp>
      <p:cxnSp>
        <p:nvCxnSpPr>
          <p:cNvPr id="32" name="直接箭头连接符 31"/>
          <p:cNvCxnSpPr>
            <a:endCxn id="24" idx="2"/>
          </p:cNvCxnSpPr>
          <p:nvPr/>
        </p:nvCxnSpPr>
        <p:spPr>
          <a:xfrm flipH="1" flipV="1">
            <a:off x="4524375" y="4017645"/>
            <a:ext cx="266065" cy="51181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33" name="直接箭头连接符 32"/>
          <p:cNvCxnSpPr>
            <a:stCxn id="31" idx="2"/>
            <a:endCxn id="30" idx="0"/>
          </p:cNvCxnSpPr>
          <p:nvPr/>
        </p:nvCxnSpPr>
        <p:spPr>
          <a:xfrm flipH="1">
            <a:off x="4524375" y="4997450"/>
            <a:ext cx="335280" cy="58420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34" name="矩形 33"/>
          <p:cNvSpPr/>
          <p:nvPr/>
        </p:nvSpPr>
        <p:spPr>
          <a:xfrm>
            <a:off x="6815455" y="2448560"/>
            <a:ext cx="436880" cy="294640"/>
          </a:xfrm>
          <a:prstGeom prst="rect">
            <a:avLst/>
          </a:prstGeom>
          <a:ln>
            <a:solidFill>
              <a:srgbClr val="0000FF"/>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35" name="矩形 34"/>
          <p:cNvSpPr/>
          <p:nvPr/>
        </p:nvSpPr>
        <p:spPr>
          <a:xfrm>
            <a:off x="7130415" y="3180715"/>
            <a:ext cx="436880" cy="294640"/>
          </a:xfrm>
          <a:prstGeom prst="rect">
            <a:avLst/>
          </a:prstGeom>
          <a:ln>
            <a:solidFill>
              <a:srgbClr val="0000FF"/>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36" name="矩形 35"/>
          <p:cNvSpPr/>
          <p:nvPr/>
        </p:nvSpPr>
        <p:spPr>
          <a:xfrm>
            <a:off x="6815455" y="4275455"/>
            <a:ext cx="436880" cy="294640"/>
          </a:xfrm>
          <a:prstGeom prst="rect">
            <a:avLst/>
          </a:prstGeom>
          <a:ln>
            <a:solidFill>
              <a:srgbClr val="0000FF"/>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37" name="矩形 36"/>
          <p:cNvSpPr/>
          <p:nvPr/>
        </p:nvSpPr>
        <p:spPr>
          <a:xfrm>
            <a:off x="7130415" y="4997450"/>
            <a:ext cx="436880" cy="320040"/>
          </a:xfrm>
          <a:prstGeom prst="rect">
            <a:avLst/>
          </a:prstGeom>
          <a:ln>
            <a:solidFill>
              <a:srgbClr val="0000FF"/>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38" name="文本框 37"/>
          <p:cNvSpPr txBox="1"/>
          <p:nvPr/>
        </p:nvSpPr>
        <p:spPr>
          <a:xfrm>
            <a:off x="7778750" y="4529455"/>
            <a:ext cx="1841500" cy="401955"/>
          </a:xfrm>
          <a:prstGeom prst="rect">
            <a:avLst/>
          </a:prstGeom>
          <a:noFill/>
          <a:ln>
            <a:noFill/>
          </a:ln>
        </p:spPr>
        <p:txBody>
          <a:bodyPr wrap="square"/>
          <a:lstStyle/>
          <a:p>
            <a:pPr indent="0" fontAlgn="auto">
              <a:lnSpc>
                <a:spcPct val="100000"/>
              </a:lnSpc>
              <a:buClr>
                <a:srgbClr val="FF0000"/>
              </a:buClr>
            </a:pPr>
            <a:r>
              <a:rPr lang="zh-CN" altLang="en-US" sz="1600" b="1" dirty="0">
                <a:solidFill>
                  <a:srgbClr val="0000FF"/>
                </a:solidFill>
                <a:latin typeface="Times New Roman" panose="02020603050405020304" pitchFamily="18" charset="0"/>
                <a:ea typeface="黑体" panose="02010609060101010101" charset="-122"/>
                <a:cs typeface="Times New Roman" panose="02020603050405020304" pitchFamily="18" charset="0"/>
              </a:rPr>
              <a:t>筛除非岩石类事件</a:t>
            </a:r>
            <a:endParaRPr lang="zh-CN" altLang="en-US" sz="16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cxnSp>
        <p:nvCxnSpPr>
          <p:cNvPr id="39" name="直接箭头连接符 38"/>
          <p:cNvCxnSpPr>
            <a:stCxn id="38" idx="0"/>
            <a:endCxn id="35" idx="3"/>
          </p:cNvCxnSpPr>
          <p:nvPr/>
        </p:nvCxnSpPr>
        <p:spPr>
          <a:xfrm flipH="1" flipV="1">
            <a:off x="7567295" y="3328035"/>
            <a:ext cx="1132205" cy="1201420"/>
          </a:xfrm>
          <a:prstGeom prst="straightConnector1">
            <a:avLst/>
          </a:prstGeom>
          <a:ln w="31750" cap="rnd">
            <a:solidFill>
              <a:srgbClr val="0000FF"/>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40" name="直接箭头连接符 39"/>
          <p:cNvCxnSpPr>
            <a:stCxn id="38" idx="2"/>
            <a:endCxn id="37" idx="3"/>
          </p:cNvCxnSpPr>
          <p:nvPr/>
        </p:nvCxnSpPr>
        <p:spPr>
          <a:xfrm flipH="1">
            <a:off x="7567295" y="4931410"/>
            <a:ext cx="1132205" cy="226060"/>
          </a:xfrm>
          <a:prstGeom prst="straightConnector1">
            <a:avLst/>
          </a:prstGeom>
          <a:ln w="31750" cap="rnd">
            <a:solidFill>
              <a:srgbClr val="0000FF"/>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42"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3</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、实现了基于小波分析的高能量岩石类事件解释，与微地震监测结果形成对比验证</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将归一化小波能量</a:t>
            </a:r>
            <a:r>
              <a:rPr lang="en-US" altLang="zh-CN" sz="1600" dirty="0">
                <a:cs typeface="Times New Roman" panose="02020603050405020304" pitchFamily="18" charset="0"/>
                <a:sym typeface="+mn-ea"/>
              </a:rPr>
              <a:t>&gt;0.5</a:t>
            </a:r>
            <a:r>
              <a:rPr lang="zh-CN" altLang="en-US" sz="1600" dirty="0">
                <a:cs typeface="Times New Roman" panose="02020603050405020304" pitchFamily="18" charset="0"/>
                <a:sym typeface="+mn-ea"/>
              </a:rPr>
              <a:t>定义为高小波能量岩石类事件，归一化小波能量≤</a:t>
            </a:r>
            <a:r>
              <a:rPr lang="en-US" altLang="zh-CN" sz="1600" dirty="0">
                <a:cs typeface="Times New Roman" panose="02020603050405020304" pitchFamily="18" charset="0"/>
                <a:sym typeface="+mn-ea"/>
              </a:rPr>
              <a:t>0.5</a:t>
            </a:r>
            <a:r>
              <a:rPr lang="zh-CN" altLang="en-US" sz="1600" dirty="0">
                <a:cs typeface="Times New Roman" panose="02020603050405020304" pitchFamily="18" charset="0"/>
                <a:sym typeface="+mn-ea"/>
              </a:rPr>
              <a:t>定义为低小波能量岩石类事件</a:t>
            </a:r>
            <a:endParaRPr lang="en-US" altLang="zh-CN" sz="1600" dirty="0">
              <a:cs typeface="Times New Roman" panose="02020603050405020304" pitchFamily="18" charset="0"/>
              <a:sym typeface="+mn-ea"/>
            </a:endParaRPr>
          </a:p>
          <a:p>
            <a:pPr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经数据统计与分析，</a:t>
            </a:r>
            <a:r>
              <a:rPr lang="zh-CN" altLang="en-US" sz="1600" dirty="0">
                <a:solidFill>
                  <a:srgbClr val="FF0000"/>
                </a:solidFill>
                <a:cs typeface="Times New Roman" panose="02020603050405020304" pitchFamily="18" charset="0"/>
                <a:sym typeface="+mn-ea"/>
              </a:rPr>
              <a:t>小波能量较高</a:t>
            </a:r>
            <a:r>
              <a:rPr lang="zh-CN" altLang="en-US" sz="1600" dirty="0">
                <a:cs typeface="Times New Roman" panose="02020603050405020304" pitchFamily="18" charset="0"/>
                <a:sym typeface="+mn-ea"/>
              </a:rPr>
              <a:t>的岩石类事件被微地震</a:t>
            </a:r>
            <a:r>
              <a:rPr lang="zh-CN" altLang="en-US" sz="1600" dirty="0">
                <a:solidFill>
                  <a:srgbClr val="FF0000"/>
                </a:solidFill>
                <a:cs typeface="Times New Roman" panose="02020603050405020304" pitchFamily="18" charset="0"/>
                <a:sym typeface="+mn-ea"/>
              </a:rPr>
              <a:t>监测到的概率更大</a:t>
            </a:r>
            <a:r>
              <a:rPr lang="zh-CN" altLang="en-US" sz="1600" dirty="0">
                <a:cs typeface="Times New Roman" panose="02020603050405020304" pitchFamily="18" charset="0"/>
                <a:sym typeface="+mn-ea"/>
              </a:rPr>
              <a:t>，这类事件可视为</a:t>
            </a:r>
            <a:r>
              <a:rPr lang="zh-CN" altLang="en-US" sz="1600" dirty="0">
                <a:solidFill>
                  <a:srgbClr val="FF0000"/>
                </a:solidFill>
                <a:cs typeface="Times New Roman" panose="02020603050405020304" pitchFamily="18" charset="0"/>
                <a:sym typeface="+mn-ea"/>
              </a:rPr>
              <a:t>强度较大的裂缝扩展</a:t>
            </a:r>
            <a:endParaRPr lang="zh-CN" altLang="en-US" sz="1600" dirty="0">
              <a:cs typeface="Times New Roman" panose="02020603050405020304" pitchFamily="18" charset="0"/>
              <a:sym typeface="+mn-ea"/>
            </a:endParaRPr>
          </a:p>
          <a:p>
            <a:pPr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由于微地震对震源强度监测下限的设置，</a:t>
            </a:r>
            <a:r>
              <a:rPr lang="zh-CN" altLang="en-US" sz="1600" dirty="0">
                <a:solidFill>
                  <a:srgbClr val="FF0000"/>
                </a:solidFill>
                <a:cs typeface="Times New Roman" panose="02020603050405020304" pitchFamily="18" charset="0"/>
                <a:sym typeface="+mn-ea"/>
              </a:rPr>
              <a:t>小波能量较小</a:t>
            </a:r>
            <a:r>
              <a:rPr lang="zh-CN" altLang="en-US" sz="1600" dirty="0">
                <a:cs typeface="Times New Roman" panose="02020603050405020304" pitchFamily="18" charset="0"/>
                <a:sym typeface="+mn-ea"/>
              </a:rPr>
              <a:t>的岩石类事件可视为</a:t>
            </a:r>
            <a:r>
              <a:rPr lang="zh-CN" altLang="en-US" sz="1600" dirty="0">
                <a:solidFill>
                  <a:srgbClr val="FF0000"/>
                </a:solidFill>
                <a:cs typeface="Times New Roman" panose="02020603050405020304" pitchFamily="18" charset="0"/>
                <a:sym typeface="+mn-ea"/>
              </a:rPr>
              <a:t>未被微地震统计的微小裂缝扩展事件</a:t>
            </a:r>
            <a:endParaRPr lang="zh-CN" altLang="en-US" sz="1600" dirty="0">
              <a:solidFill>
                <a:srgbClr val="FF0000"/>
              </a:solidFill>
              <a:cs typeface="微软雅黑" panose="020B0503020204020204" pitchFamily="34" charset="-122"/>
            </a:endParaRPr>
          </a:p>
        </p:txBody>
      </p:sp>
      <p:sp>
        <p:nvSpPr>
          <p:cNvPr id="8" name="文本框 7"/>
          <p:cNvSpPr txBox="1"/>
          <p:nvPr/>
        </p:nvSpPr>
        <p:spPr>
          <a:xfrm>
            <a:off x="221615" y="6075045"/>
            <a:ext cx="587438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高小波能量岩石类事件与微地震结果对应</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2" name="文本框 11"/>
          <p:cNvSpPr txBox="1"/>
          <p:nvPr/>
        </p:nvSpPr>
        <p:spPr>
          <a:xfrm>
            <a:off x="6096000" y="6075045"/>
            <a:ext cx="58146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低小波能量岩石类事件展示</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组合 1"/>
          <p:cNvGrpSpPr/>
          <p:nvPr/>
        </p:nvGrpSpPr>
        <p:grpSpPr>
          <a:xfrm>
            <a:off x="638810" y="2927984"/>
            <a:ext cx="5040000" cy="2882265"/>
            <a:chOff x="638810" y="2927985"/>
            <a:chExt cx="5040000" cy="2519840"/>
          </a:xfrm>
        </p:grpSpPr>
        <p:pic>
          <p:nvPicPr>
            <p:cNvPr id="7" name="图片 6" descr="09、泸203H10-4井加砂压裂第20段秒点第9级分解下筛选后岩石类事件，与微地震对照"/>
            <p:cNvPicPr/>
            <p:nvPr/>
          </p:nvPicPr>
          <p:blipFill>
            <a:blip r:embed="rId1"/>
            <a:stretch>
              <a:fillRect/>
            </a:stretch>
          </p:blipFill>
          <p:spPr>
            <a:xfrm>
              <a:off x="638810" y="4187825"/>
              <a:ext cx="5040000" cy="1260000"/>
            </a:xfrm>
            <a:prstGeom prst="rect">
              <a:avLst/>
            </a:prstGeom>
            <a:ln>
              <a:solidFill>
                <a:schemeClr val="tx1"/>
              </a:solidFill>
            </a:ln>
          </p:spPr>
        </p:pic>
        <p:pic>
          <p:nvPicPr>
            <p:cNvPr id="11" name="图片 10" descr="05、泸203H10-2井加砂压裂第12段秒点第8级分解下筛选后岩石类事件，与微地震对照"/>
            <p:cNvPicPr/>
            <p:nvPr/>
          </p:nvPicPr>
          <p:blipFill>
            <a:blip r:embed="rId2"/>
            <a:stretch>
              <a:fillRect/>
            </a:stretch>
          </p:blipFill>
          <p:spPr>
            <a:xfrm>
              <a:off x="638810" y="2927985"/>
              <a:ext cx="5040000" cy="1260000"/>
            </a:xfrm>
            <a:prstGeom prst="rect">
              <a:avLst/>
            </a:prstGeom>
            <a:ln>
              <a:solidFill>
                <a:schemeClr val="tx1"/>
              </a:solidFill>
            </a:ln>
          </p:spPr>
        </p:pic>
        <p:sp>
          <p:nvSpPr>
            <p:cNvPr id="14" name="矩形 13"/>
            <p:cNvSpPr/>
            <p:nvPr/>
          </p:nvSpPr>
          <p:spPr>
            <a:xfrm>
              <a:off x="2263775" y="2959100"/>
              <a:ext cx="254635" cy="345440"/>
            </a:xfrm>
            <a:prstGeom prst="rect">
              <a:avLst/>
            </a:prstGeom>
            <a:ln>
              <a:solidFill>
                <a:srgbClr val="FF0000"/>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黑体" panose="02010609060101010101" charset="-122"/>
                <a:ea typeface="黑体" panose="02010609060101010101" charset="-122"/>
              </a:endParaRPr>
            </a:p>
          </p:txBody>
        </p:sp>
        <p:sp>
          <p:nvSpPr>
            <p:cNvPr id="15" name="矩形 14"/>
            <p:cNvSpPr/>
            <p:nvPr/>
          </p:nvSpPr>
          <p:spPr>
            <a:xfrm>
              <a:off x="3366135" y="2994660"/>
              <a:ext cx="254635" cy="345440"/>
            </a:xfrm>
            <a:prstGeom prst="rect">
              <a:avLst/>
            </a:prstGeom>
            <a:ln>
              <a:solidFill>
                <a:srgbClr val="FF0000"/>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黑体" panose="02010609060101010101" charset="-122"/>
                <a:ea typeface="黑体" panose="02010609060101010101" charset="-122"/>
              </a:endParaRPr>
            </a:p>
          </p:txBody>
        </p:sp>
        <p:sp>
          <p:nvSpPr>
            <p:cNvPr id="16" name="矩形 15"/>
            <p:cNvSpPr/>
            <p:nvPr/>
          </p:nvSpPr>
          <p:spPr>
            <a:xfrm>
              <a:off x="1095375" y="4147820"/>
              <a:ext cx="254635" cy="345440"/>
            </a:xfrm>
            <a:prstGeom prst="rect">
              <a:avLst/>
            </a:prstGeom>
            <a:ln>
              <a:solidFill>
                <a:srgbClr val="FF0000"/>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黑体" panose="02010609060101010101" charset="-122"/>
                <a:ea typeface="黑体" panose="02010609060101010101" charset="-122"/>
              </a:endParaRPr>
            </a:p>
          </p:txBody>
        </p:sp>
        <p:sp>
          <p:nvSpPr>
            <p:cNvPr id="32" name="文本框 31"/>
            <p:cNvSpPr txBox="1"/>
            <p:nvPr/>
          </p:nvSpPr>
          <p:spPr>
            <a:xfrm>
              <a:off x="1744980" y="4376420"/>
              <a:ext cx="3403600" cy="345440"/>
            </a:xfrm>
            <a:prstGeom prst="rect">
              <a:avLst/>
            </a:prstGeom>
            <a:noFill/>
            <a:ln>
              <a:noFill/>
            </a:ln>
          </p:spPr>
          <p:txBody>
            <a:bodyPr wrap="square"/>
            <a:lstStyle/>
            <a:p>
              <a:pPr indent="0" fontAlgn="auto">
                <a:lnSpc>
                  <a:spcPct val="100000"/>
                </a:lnSpc>
                <a:buClr>
                  <a:srgbClr val="FF0000"/>
                </a:buClr>
              </a:pPr>
              <a:endParaRPr lang="zh-CN" altLang="en-US" sz="1600" b="1" dirty="0">
                <a:solidFill>
                  <a:srgbClr val="FF0000"/>
                </a:solidFill>
                <a:latin typeface="黑体" panose="02010609060101010101" charset="-122"/>
                <a:ea typeface="黑体" panose="02010609060101010101" charset="-122"/>
              </a:endParaRPr>
            </a:p>
          </p:txBody>
        </p:sp>
        <p:sp>
          <p:nvSpPr>
            <p:cNvPr id="34" name="文本框 33"/>
            <p:cNvSpPr txBox="1"/>
            <p:nvPr/>
          </p:nvSpPr>
          <p:spPr>
            <a:xfrm>
              <a:off x="1543050" y="4376420"/>
              <a:ext cx="2341880" cy="368300"/>
            </a:xfrm>
            <a:prstGeom prst="rect">
              <a:avLst/>
            </a:prstGeom>
            <a:noFill/>
          </p:spPr>
          <p:txBody>
            <a:bodyPr wrap="square" rtlCol="0">
              <a:spAutoFit/>
            </a:bodyPr>
            <a:lstStyle/>
            <a:p>
              <a:r>
                <a:rPr lang="zh-CN" altLang="en-US" b="1" dirty="0">
                  <a:solidFill>
                    <a:srgbClr val="FF0000"/>
                  </a:solidFill>
                  <a:latin typeface="Times New Roman" panose="02020603050405020304" pitchFamily="18" charset="0"/>
                  <a:ea typeface="黑体" panose="02010609060101010101" charset="-122"/>
                  <a:cs typeface="Times New Roman" panose="02020603050405020304" pitchFamily="18" charset="0"/>
                </a:rPr>
                <a:t>归一化小波能量</a:t>
              </a:r>
              <a:r>
                <a:rPr lang="en-US" altLang="zh-CN" b="1" dirty="0">
                  <a:solidFill>
                    <a:srgbClr val="FF0000"/>
                  </a:solidFill>
                  <a:latin typeface="Times New Roman" panose="02020603050405020304" pitchFamily="18" charset="0"/>
                  <a:ea typeface="黑体" panose="02010609060101010101" charset="-122"/>
                  <a:cs typeface="Times New Roman" panose="02020603050405020304" pitchFamily="18" charset="0"/>
                </a:rPr>
                <a:t>&gt;0.5</a:t>
              </a:r>
              <a:endParaRPr lang="en-US" altLang="zh-CN" b="1" dirty="0">
                <a:solidFill>
                  <a:srgbClr val="FF0000"/>
                </a:solidFill>
                <a:latin typeface="Times New Roman" panose="02020603050405020304" pitchFamily="18" charset="0"/>
                <a:ea typeface="黑体" panose="02010609060101010101" charset="-122"/>
                <a:cs typeface="Times New Roman" panose="02020603050405020304" pitchFamily="18" charset="0"/>
              </a:endParaRPr>
            </a:p>
          </p:txBody>
        </p:sp>
      </p:grpSp>
      <p:grpSp>
        <p:nvGrpSpPr>
          <p:cNvPr id="5" name="组合 4"/>
          <p:cNvGrpSpPr/>
          <p:nvPr/>
        </p:nvGrpSpPr>
        <p:grpSpPr>
          <a:xfrm>
            <a:off x="6583680" y="2927985"/>
            <a:ext cx="5040000" cy="2882264"/>
            <a:chOff x="6583680" y="2927985"/>
            <a:chExt cx="5040000" cy="2519840"/>
          </a:xfrm>
        </p:grpSpPr>
        <p:pic>
          <p:nvPicPr>
            <p:cNvPr id="10" name="图片 9" descr="08、泸203H10-4井加砂压裂第14段秒点第7级分解下筛选后岩石类事件，与微地震对照"/>
            <p:cNvPicPr/>
            <p:nvPr/>
          </p:nvPicPr>
          <p:blipFill>
            <a:blip r:embed="rId3"/>
            <a:stretch>
              <a:fillRect/>
            </a:stretch>
          </p:blipFill>
          <p:spPr>
            <a:xfrm>
              <a:off x="6583680" y="4187825"/>
              <a:ext cx="5040000" cy="1260000"/>
            </a:xfrm>
            <a:prstGeom prst="rect">
              <a:avLst/>
            </a:prstGeom>
            <a:ln>
              <a:solidFill>
                <a:schemeClr val="tx1"/>
              </a:solidFill>
            </a:ln>
          </p:spPr>
        </p:pic>
        <p:pic>
          <p:nvPicPr>
            <p:cNvPr id="13" name="图片 12" descr="04、泸203H10-1井加砂压裂第11段秒点第8级分解下筛选后岩石类事件，与微地震对照"/>
            <p:cNvPicPr/>
            <p:nvPr/>
          </p:nvPicPr>
          <p:blipFill>
            <a:blip r:embed="rId4"/>
            <a:stretch>
              <a:fillRect/>
            </a:stretch>
          </p:blipFill>
          <p:spPr>
            <a:xfrm>
              <a:off x="6583680" y="2927985"/>
              <a:ext cx="5040000" cy="1260000"/>
            </a:xfrm>
            <a:prstGeom prst="rect">
              <a:avLst/>
            </a:prstGeom>
            <a:ln>
              <a:solidFill>
                <a:schemeClr val="tx1"/>
              </a:solidFill>
            </a:ln>
          </p:spPr>
        </p:pic>
        <p:sp>
          <p:nvSpPr>
            <p:cNvPr id="17" name="矩形 16"/>
            <p:cNvSpPr/>
            <p:nvPr/>
          </p:nvSpPr>
          <p:spPr>
            <a:xfrm>
              <a:off x="7125335" y="4930140"/>
              <a:ext cx="365760" cy="244475"/>
            </a:xfrm>
            <a:prstGeom prst="rect">
              <a:avLst/>
            </a:prstGeom>
            <a:ln>
              <a:solidFill>
                <a:srgbClr val="0000FF"/>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黑体" panose="02010609060101010101" charset="-122"/>
                <a:ea typeface="黑体" panose="02010609060101010101" charset="-122"/>
              </a:endParaRPr>
            </a:p>
          </p:txBody>
        </p:sp>
        <p:sp>
          <p:nvSpPr>
            <p:cNvPr id="20" name="矩形 19"/>
            <p:cNvSpPr/>
            <p:nvPr/>
          </p:nvSpPr>
          <p:spPr>
            <a:xfrm>
              <a:off x="8385175" y="3522980"/>
              <a:ext cx="522605" cy="244475"/>
            </a:xfrm>
            <a:prstGeom prst="rect">
              <a:avLst/>
            </a:prstGeom>
            <a:ln>
              <a:solidFill>
                <a:srgbClr val="0000FF"/>
              </a:solidFill>
            </a:ln>
          </p:spPr>
          <p:style>
            <a:lnRef idx="3">
              <a:schemeClr val="accent2"/>
            </a:lnRef>
            <a:fillRef idx="0">
              <a:srgbClr val="FFFFFF"/>
            </a:fillRef>
            <a:effectRef idx="0">
              <a:srgbClr val="FFFFFF"/>
            </a:effectRef>
            <a:fontRef idx="minor">
              <a:schemeClr val="tx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黑体" panose="02010609060101010101" charset="-122"/>
                <a:ea typeface="黑体" panose="02010609060101010101" charset="-122"/>
              </a:endParaRPr>
            </a:p>
          </p:txBody>
        </p:sp>
        <p:sp>
          <p:nvSpPr>
            <p:cNvPr id="37" name="文本框 36"/>
            <p:cNvSpPr txBox="1"/>
            <p:nvPr/>
          </p:nvSpPr>
          <p:spPr>
            <a:xfrm>
              <a:off x="8975725" y="4473575"/>
              <a:ext cx="2341880" cy="368300"/>
            </a:xfrm>
            <a:prstGeom prst="rect">
              <a:avLst/>
            </a:prstGeom>
            <a:noFill/>
          </p:spPr>
          <p:txBody>
            <a:bodyPr wrap="square" rtlCol="0">
              <a:spAutoFit/>
            </a:bodyPr>
            <a:lstStyle/>
            <a:p>
              <a:r>
                <a:rPr lang="zh-CN" altLang="en-US" b="1" dirty="0">
                  <a:solidFill>
                    <a:srgbClr val="0000FF"/>
                  </a:solidFill>
                  <a:latin typeface="Times New Roman" panose="02020603050405020304" pitchFamily="18" charset="0"/>
                  <a:ea typeface="黑体" panose="02010609060101010101" charset="-122"/>
                  <a:cs typeface="Times New Roman" panose="02020603050405020304" pitchFamily="18" charset="0"/>
                </a:rPr>
                <a:t>归一化小波能量</a:t>
              </a:r>
              <a:r>
                <a:rPr lang="en-US" altLang="zh-CN" b="1" dirty="0">
                  <a:solidFill>
                    <a:srgbClr val="0000FF"/>
                  </a:solidFill>
                  <a:latin typeface="Times New Roman" panose="02020603050405020304" pitchFamily="18" charset="0"/>
                  <a:ea typeface="黑体" panose="02010609060101010101" charset="-122"/>
                  <a:cs typeface="Times New Roman" panose="02020603050405020304" pitchFamily="18" charset="0"/>
                </a:rPr>
                <a:t>≤0.5</a:t>
              </a:r>
              <a:endParaRPr lang="en-US" altLang="zh-CN"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grpSp>
      <p:sp>
        <p:nvSpPr>
          <p:cNvPr id="21"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algn="just">
              <a:lnSpc>
                <a:spcPct val="150000"/>
              </a:lnSpc>
              <a:buClr>
                <a:srgbClr val="FF0000"/>
              </a:buClr>
              <a:buFont typeface="Wingdings" panose="05000000000000000000" charset="0"/>
              <a:buChar char="l"/>
            </a:pPr>
            <a:r>
              <a:rPr lang="zh-CN" altLang="en-US" sz="1600" dirty="0">
                <a:cs typeface="Times New Roman" panose="02020603050405020304" pitchFamily="18" charset="0"/>
                <a:sym typeface="+mn-ea"/>
              </a:rPr>
              <a:t>经数据统计与分析，小波分析统计的</a:t>
            </a:r>
            <a:r>
              <a:rPr lang="zh-CN" altLang="en-US" sz="1600" dirty="0">
                <a:solidFill>
                  <a:srgbClr val="FF0000"/>
                </a:solidFill>
                <a:cs typeface="Times New Roman" panose="02020603050405020304" pitchFamily="18" charset="0"/>
                <a:sym typeface="+mn-ea"/>
              </a:rPr>
              <a:t>高能量岩石类事件点数与微地震事件点数</a:t>
            </a:r>
            <a:r>
              <a:rPr lang="zh-CN" altLang="en-US" sz="1600" dirty="0">
                <a:cs typeface="Times New Roman" panose="02020603050405020304" pitchFamily="18" charset="0"/>
                <a:sym typeface="+mn-ea"/>
              </a:rPr>
              <a:t>呈</a:t>
            </a:r>
            <a:r>
              <a:rPr lang="zh-CN" altLang="en-US" sz="1600" dirty="0">
                <a:solidFill>
                  <a:srgbClr val="FF0000"/>
                </a:solidFill>
                <a:cs typeface="Times New Roman" panose="02020603050405020304" pitchFamily="18" charset="0"/>
                <a:sym typeface="+mn-ea"/>
              </a:rPr>
              <a:t>正相关</a:t>
            </a:r>
            <a:r>
              <a:rPr lang="zh-CN" altLang="en-US" sz="1600" dirty="0">
                <a:cs typeface="Times New Roman" panose="02020603050405020304" pitchFamily="18" charset="0"/>
                <a:sym typeface="+mn-ea"/>
              </a:rPr>
              <a:t>关系</a:t>
            </a:r>
            <a:endParaRPr lang="zh-CN" altLang="en-US" sz="1600" dirty="0">
              <a:cs typeface="Times New Roman" panose="02020603050405020304" pitchFamily="18" charset="0"/>
              <a:sym typeface="+mn-ea"/>
            </a:endParaRPr>
          </a:p>
          <a:p>
            <a:pPr algn="just">
              <a:lnSpc>
                <a:spcPct val="150000"/>
              </a:lnSpc>
              <a:buClr>
                <a:srgbClr val="FF0000"/>
              </a:buClr>
              <a:buFont typeface="Wingdings" panose="05000000000000000000" charset="0"/>
              <a:buChar char="l"/>
            </a:pPr>
            <a:r>
              <a:rPr kumimoji="0" lang="zh-CN" altLang="en-US" sz="1600" noProof="0" dirty="0">
                <a:ln>
                  <a:noFill/>
                </a:ln>
                <a:solidFill>
                  <a:srgbClr val="000000"/>
                </a:solidFill>
                <a:effectLst/>
                <a:uLnTx/>
                <a:uFillTx/>
                <a:cs typeface="微软雅黑" panose="020B0503020204020204" pitchFamily="34" charset="-122"/>
                <a:sym typeface="+mn-ea"/>
              </a:rPr>
              <a:t>对泸</a:t>
            </a:r>
            <a:r>
              <a:rPr kumimoji="0" lang="en-US" altLang="zh-CN" sz="1600" noProof="0" dirty="0">
                <a:ln>
                  <a:noFill/>
                </a:ln>
                <a:solidFill>
                  <a:srgbClr val="000000"/>
                </a:solidFill>
                <a:effectLst/>
                <a:uLnTx/>
                <a:uFillTx/>
                <a:cs typeface="微软雅黑" panose="020B0503020204020204" pitchFamily="34" charset="-122"/>
                <a:sym typeface="+mn-ea"/>
              </a:rPr>
              <a:t>203H10</a:t>
            </a:r>
            <a:r>
              <a:rPr kumimoji="0" lang="zh-CN" altLang="en-US" sz="1600" noProof="0" dirty="0">
                <a:ln>
                  <a:noFill/>
                </a:ln>
                <a:solidFill>
                  <a:srgbClr val="000000"/>
                </a:solidFill>
                <a:effectLst/>
                <a:uLnTx/>
                <a:uFillTx/>
                <a:cs typeface="微软雅黑" panose="020B0503020204020204" pitchFamily="34" charset="-122"/>
                <a:sym typeface="+mn-ea"/>
              </a:rPr>
              <a:t>平台</a:t>
            </a:r>
            <a:r>
              <a:rPr kumimoji="0" lang="en-US" altLang="zh-CN" sz="1600" noProof="0" dirty="0">
                <a:ln>
                  <a:noFill/>
                </a:ln>
                <a:solidFill>
                  <a:srgbClr val="000000"/>
                </a:solidFill>
                <a:effectLst/>
                <a:uLnTx/>
                <a:uFillTx/>
                <a:cs typeface="微软雅黑" panose="020B0503020204020204" pitchFamily="34" charset="-122"/>
                <a:sym typeface="+mn-ea"/>
              </a:rPr>
              <a:t>1-4</a:t>
            </a:r>
            <a:r>
              <a:rPr kumimoji="0" lang="zh-CN" altLang="en-US" sz="1600" noProof="0" dirty="0">
                <a:ln>
                  <a:noFill/>
                </a:ln>
                <a:solidFill>
                  <a:srgbClr val="000000"/>
                </a:solidFill>
                <a:effectLst/>
                <a:uLnTx/>
                <a:uFillTx/>
                <a:cs typeface="微软雅黑" panose="020B0503020204020204" pitchFamily="34" charset="-122"/>
                <a:sym typeface="+mn-ea"/>
              </a:rPr>
              <a:t>井共</a:t>
            </a:r>
            <a:r>
              <a:rPr kumimoji="0" lang="en-US" altLang="zh-CN" sz="1600" noProof="0" dirty="0">
                <a:ln>
                  <a:noFill/>
                </a:ln>
                <a:solidFill>
                  <a:srgbClr val="000000"/>
                </a:solidFill>
                <a:effectLst/>
                <a:uLnTx/>
                <a:uFillTx/>
                <a:cs typeface="微软雅黑" panose="020B0503020204020204" pitchFamily="34" charset="-122"/>
                <a:sym typeface="+mn-ea"/>
              </a:rPr>
              <a:t>72</a:t>
            </a:r>
            <a:r>
              <a:rPr kumimoji="0" lang="zh-CN" altLang="en-US" sz="1600" noProof="0" dirty="0">
                <a:ln>
                  <a:noFill/>
                </a:ln>
                <a:solidFill>
                  <a:srgbClr val="000000"/>
                </a:solidFill>
                <a:effectLst/>
                <a:uLnTx/>
                <a:uFillTx/>
                <a:cs typeface="微软雅黑" panose="020B0503020204020204" pitchFamily="34" charset="-122"/>
                <a:sym typeface="+mn-ea"/>
              </a:rPr>
              <a:t>段进行</a:t>
            </a:r>
            <a:r>
              <a:rPr kumimoji="0" lang="zh-CN" altLang="en-US" sz="1600" noProof="0" dirty="0">
                <a:ln>
                  <a:noFill/>
                </a:ln>
                <a:solidFill>
                  <a:srgbClr val="FF0000"/>
                </a:solidFill>
                <a:effectLst/>
                <a:uLnTx/>
                <a:uFillTx/>
                <a:cs typeface="微软雅黑" panose="020B0503020204020204" pitchFamily="34" charset="-122"/>
                <a:sym typeface="+mn-ea"/>
              </a:rPr>
              <a:t>回归分析</a:t>
            </a:r>
            <a:r>
              <a:rPr kumimoji="0" lang="zh-CN" altLang="en-US" sz="1600" noProof="0" dirty="0">
                <a:ln>
                  <a:noFill/>
                </a:ln>
                <a:solidFill>
                  <a:srgbClr val="000000"/>
                </a:solidFill>
                <a:effectLst/>
                <a:uLnTx/>
                <a:uFillTx/>
                <a:cs typeface="微软雅黑" panose="020B0503020204020204" pitchFamily="34" charset="-122"/>
                <a:sym typeface="+mn-ea"/>
              </a:rPr>
              <a:t>，拟合程度</a:t>
            </a:r>
            <a:r>
              <a:rPr kumimoji="0" lang="en-US" altLang="zh-CN" sz="1600" noProof="0" dirty="0">
                <a:ln>
                  <a:noFill/>
                </a:ln>
                <a:solidFill>
                  <a:srgbClr val="000000"/>
                </a:solidFill>
                <a:effectLst/>
                <a:uLnTx/>
                <a:uFillTx/>
                <a:cs typeface="微软雅黑" panose="020B0503020204020204" pitchFamily="34" charset="-122"/>
                <a:sym typeface="+mn-ea"/>
              </a:rPr>
              <a:t>R²</a:t>
            </a:r>
            <a:r>
              <a:rPr kumimoji="0" lang="zh-CN" altLang="en-US" sz="1600" noProof="0" dirty="0">
                <a:ln>
                  <a:noFill/>
                </a:ln>
                <a:solidFill>
                  <a:srgbClr val="000000"/>
                </a:solidFill>
                <a:effectLst/>
                <a:uLnTx/>
                <a:uFillTx/>
                <a:cs typeface="微软雅黑" panose="020B0503020204020204" pitchFamily="34" charset="-122"/>
                <a:sym typeface="+mn-ea"/>
              </a:rPr>
              <a:t>达到</a:t>
            </a:r>
            <a:r>
              <a:rPr kumimoji="0" lang="en-US" altLang="zh-CN" sz="1600" noProof="0" dirty="0">
                <a:ln>
                  <a:noFill/>
                </a:ln>
                <a:solidFill>
                  <a:srgbClr val="FF0000"/>
                </a:solidFill>
                <a:effectLst/>
                <a:uLnTx/>
                <a:uFillTx/>
                <a:cs typeface="微软雅黑" panose="020B0503020204020204" pitchFamily="34" charset="-122"/>
                <a:sym typeface="+mn-ea"/>
              </a:rPr>
              <a:t>0.63</a:t>
            </a:r>
            <a:endParaRPr lang="zh-CN" altLang="en-US" sz="1600" dirty="0">
              <a:cs typeface="微软雅黑" panose="020B0503020204020204" pitchFamily="34" charset="-122"/>
            </a:endParaRPr>
          </a:p>
        </p:txBody>
      </p:sp>
      <p:sp>
        <p:nvSpPr>
          <p:cNvPr id="5" name="文本框 4"/>
          <p:cNvSpPr txBox="1"/>
          <p:nvPr/>
        </p:nvSpPr>
        <p:spPr>
          <a:xfrm>
            <a:off x="221615" y="6075045"/>
            <a:ext cx="587438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高能量岩石类事件数与微地震事件数关系</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6096000" y="6075045"/>
            <a:ext cx="58146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部分高能量岩石类事件与微地震事件数统计</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descr="图片3"/>
          <p:cNvPicPr/>
          <p:nvPr/>
        </p:nvPicPr>
        <p:blipFill>
          <a:blip r:embed="rId1"/>
          <a:stretch>
            <a:fillRect/>
          </a:stretch>
        </p:blipFill>
        <p:spPr>
          <a:xfrm>
            <a:off x="246380" y="2476500"/>
            <a:ext cx="5400000" cy="3420000"/>
          </a:xfrm>
          <a:prstGeom prst="rect">
            <a:avLst/>
          </a:prstGeom>
        </p:spPr>
      </p:pic>
      <p:graphicFrame>
        <p:nvGraphicFramePr>
          <p:cNvPr id="18" name="表格 17"/>
          <p:cNvGraphicFramePr/>
          <p:nvPr>
            <p:custDataLst>
              <p:tags r:id="rId2"/>
            </p:custDataLst>
          </p:nvPr>
        </p:nvGraphicFramePr>
        <p:xfrm>
          <a:off x="5761355" y="2268220"/>
          <a:ext cx="6026150" cy="3727450"/>
        </p:xfrm>
        <a:graphic>
          <a:graphicData uri="http://schemas.openxmlformats.org/drawingml/2006/table">
            <a:tbl>
              <a:tblPr firstRow="1" bandRow="1">
                <a:tableStyleId>{4F4398C5-2E7C-4065-94B7-6C1DA5AE6CCC}</a:tableStyleId>
              </a:tblPr>
              <a:tblGrid>
                <a:gridCol w="2686050"/>
                <a:gridCol w="1452245"/>
                <a:gridCol w="1887855"/>
              </a:tblGrid>
              <a:tr h="372745">
                <a:tc>
                  <a:txBody>
                    <a:bodyPr/>
                    <a:lstStyle/>
                    <a:p>
                      <a:pPr algn="ctr" fontAlgn="b"/>
                      <a:r>
                        <a:rPr lang="zh-CN" altLang="en-US" sz="1400" b="0" dirty="0">
                          <a:solidFill>
                            <a:schemeClr val="bg1"/>
                          </a:solidFill>
                          <a:latin typeface="黑体" panose="02010609060101010101" charset="-122"/>
                          <a:ea typeface="黑体" panose="02010609060101010101" charset="-122"/>
                          <a:cs typeface="Times New Roman" panose="02020603050405020304" pitchFamily="18" charset="0"/>
                        </a:rPr>
                        <a:t>井段</a:t>
                      </a:r>
                      <a:endParaRPr lang="zh-CN" altLang="en-US" sz="1400" b="0" dirty="0">
                        <a:solidFill>
                          <a:schemeClr val="bg1"/>
                        </a:solidFill>
                        <a:latin typeface="黑体" panose="02010609060101010101" charset="-122"/>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400" b="0" dirty="0">
                          <a:solidFill>
                            <a:schemeClr val="bg1"/>
                          </a:solidFill>
                          <a:latin typeface="黑体" panose="02010609060101010101" charset="-122"/>
                          <a:ea typeface="黑体" panose="02010609060101010101" charset="-122"/>
                          <a:cs typeface="Times New Roman" panose="02020603050405020304" pitchFamily="18" charset="0"/>
                        </a:rPr>
                        <a:t>微地震事件点数</a:t>
                      </a:r>
                      <a:endParaRPr lang="zh-CN" altLang="en-US" sz="1400" b="0" dirty="0">
                        <a:solidFill>
                          <a:schemeClr val="bg1"/>
                        </a:solidFill>
                        <a:latin typeface="黑体" panose="02010609060101010101" charset="-122"/>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400" b="0" dirty="0">
                          <a:solidFill>
                            <a:schemeClr val="bg1"/>
                          </a:solidFill>
                          <a:latin typeface="黑体" panose="02010609060101010101" charset="-122"/>
                          <a:ea typeface="黑体" panose="02010609060101010101" charset="-122"/>
                          <a:cs typeface="Times New Roman" panose="02020603050405020304" pitchFamily="18" charset="0"/>
                        </a:rPr>
                        <a:t>高能量岩石类事件数</a:t>
                      </a:r>
                      <a:endParaRPr lang="zh-CN" altLang="en-US" sz="1400" b="0" dirty="0">
                        <a:solidFill>
                          <a:schemeClr val="bg1"/>
                        </a:solidFill>
                        <a:latin typeface="黑体" panose="02010609060101010101" charset="-122"/>
                        <a:ea typeface="黑体" panose="02010609060101010101" charset="-122"/>
                        <a:cs typeface="Times New Roman" panose="02020603050405020304" pitchFamily="18" charset="0"/>
                      </a:endParaRPr>
                    </a:p>
                  </a:txBody>
                  <a:tcPr marL="7937" marR="7937" marT="7937" marB="0" anchor="ctr"/>
                </a:tc>
              </a:tr>
              <a:tr h="372745">
                <a:tc>
                  <a:txBody>
                    <a:bodyPr/>
                    <a:lstStyle/>
                    <a:p>
                      <a:pPr algn="ctr" fontAlgn="ctr"/>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泸203H10-4井加砂压裂第20段</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7</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8</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72745">
                <a:tc>
                  <a:txBody>
                    <a:bodyPr/>
                    <a:lstStyle/>
                    <a:p>
                      <a:pPr algn="ctr" fontAlgn="ctr"/>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泸203H10-4井加砂压裂第14段</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7</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5</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72745">
                <a:tc>
                  <a:txBody>
                    <a:bodyPr/>
                    <a:lstStyle/>
                    <a:p>
                      <a:pPr algn="ctr" fontAlgn="ctr"/>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泸203H10-1井加砂压裂第2段</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6</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9</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72745">
                <a:tc>
                  <a:txBody>
                    <a:bodyPr/>
                    <a:lstStyle/>
                    <a:p>
                      <a:pPr algn="ctr" fontAlgn="ctr"/>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泸203H10-3井加砂压裂第13段</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6</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3</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72745">
                <a:tc>
                  <a:txBody>
                    <a:bodyPr/>
                    <a:lstStyle/>
                    <a:p>
                      <a:pPr algn="ctr" fontAlgn="ctr"/>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泸203H10-3井加砂压裂第14段</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10</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7</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72745">
                <a:tc>
                  <a:txBody>
                    <a:bodyPr/>
                    <a:lstStyle/>
                    <a:p>
                      <a:pPr algn="ctr" fontAlgn="ctr"/>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泸203H10-3井加砂压裂第4段</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12</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9</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72745">
                <a:tc>
                  <a:txBody>
                    <a:bodyPr/>
                    <a:lstStyle/>
                    <a:p>
                      <a:pPr algn="ctr" fontAlgn="ctr"/>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泸203H10-1井加砂压裂第1段</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5</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9</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72745">
                <a:tc>
                  <a:txBody>
                    <a:bodyPr/>
                    <a:lstStyle/>
                    <a:p>
                      <a:pPr algn="ctr" fontAlgn="ctr"/>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泸203H10-1井加砂压裂第7段</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15</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11</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72745">
                <a:tc>
                  <a:txBody>
                    <a:bodyPr/>
                    <a:lstStyle/>
                    <a:p>
                      <a:pPr algn="ctr" fontAlgn="ctr"/>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泸203H10-2井加砂压裂第2段</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14</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10</a:t>
                      </a:r>
                      <a:endParaRPr lang="zh-CN" altLang="en-US" sz="14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bl>
          </a:graphicData>
        </a:graphic>
      </p:graphicFrame>
      <p:sp>
        <p:nvSpPr>
          <p:cNvPr id="11"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sp>
        <p:nvSpPr>
          <p:cNvPr id="12" name="矩形 11"/>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3</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、实现了基于小波分析的高能量岩石类事件解释，与微地震监测结果形成对比验证</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4</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、识别了未被微地震统计的微小裂缝扩展事件，事件个数与裂缝复杂度呈正相关</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552450" marR="0" lvl="1" indent="-285750" algn="just" defTabSz="843915" rtl="0" eaLnBrk="1" fontAlgn="auto" latinLnBrk="0" hangingPunct="1">
              <a:lnSpc>
                <a:spcPct val="150000"/>
              </a:lnSpc>
              <a:spcBef>
                <a:spcPts val="0"/>
              </a:spcBef>
              <a:spcAft>
                <a:spcPts val="0"/>
              </a:spcAft>
              <a:buClr>
                <a:srgbClr val="FF0000"/>
              </a:buClr>
              <a:buSzTx/>
              <a:buFont typeface="Wingdings" panose="05000000000000000000" pitchFamily="2" charset="2"/>
              <a:buChar char="l"/>
              <a:defRPr/>
            </a:pPr>
            <a:r>
              <a:rPr kumimoji="0"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泸</a:t>
            </a:r>
            <a:r>
              <a:rPr kumimoji="0"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203H10</a:t>
            </a:r>
            <a:r>
              <a:rPr kumimoji="0"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kumimoji="0"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1-4</a:t>
            </a:r>
            <a:r>
              <a:rPr kumimoji="0"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井微地震解释缝网复杂指数</a:t>
            </a:r>
            <a:r>
              <a:rPr kumimoji="0"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FCI</a:t>
            </a:r>
            <a:r>
              <a:rPr kumimoji="0"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分别为</a:t>
            </a:r>
            <a:r>
              <a:rPr kumimoji="0"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0.22</a:t>
            </a:r>
            <a:r>
              <a:rPr kumimoji="0"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0.21</a:t>
            </a:r>
            <a:r>
              <a:rPr kumimoji="0"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0.20</a:t>
            </a:r>
            <a:r>
              <a:rPr kumimoji="0"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en-US" altLang="zh-CN"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0.22</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552450" marR="0" lvl="1" indent="-285750" algn="just" defTabSz="843915" rtl="0" eaLnBrk="1" fontAlgn="auto" latinLnBrk="0" hangingPunct="1">
              <a:lnSpc>
                <a:spcPct val="150000"/>
              </a:lnSpc>
              <a:spcBef>
                <a:spcPts val="0"/>
              </a:spcBef>
              <a:spcAft>
                <a:spcPts val="0"/>
              </a:spcAft>
              <a:buClr>
                <a:srgbClr val="FF0000"/>
              </a:buClr>
              <a:buSzTx/>
              <a:buFont typeface="Wingdings" panose="05000000000000000000" pitchFamily="2" charset="2"/>
              <a:buChar char="l"/>
              <a:defRPr/>
            </a:pPr>
            <a:r>
              <a:rPr kumimoji="0"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kumimoji="0"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FCI</a:t>
            </a:r>
            <a:r>
              <a:rPr kumimoji="0"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指数分析，本平台各段形成了复杂缝网</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sp>
        <p:nvSpPr>
          <p:cNvPr id="18" name="矩形 17"/>
          <p:cNvSpPr/>
          <p:nvPr/>
        </p:nvSpPr>
        <p:spPr>
          <a:xfrm>
            <a:off x="7254016" y="6093459"/>
            <a:ext cx="4626834"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203H10</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平台裂缝复杂形态</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FCI</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指数计算</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8158298" y="2390444"/>
            <a:ext cx="588644" cy="290085"/>
          </a:xfrm>
          <a:prstGeom prst="rect">
            <a:avLst/>
          </a:prstGeom>
          <a:solidFill>
            <a:srgbClr val="EF8200"/>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mn-cs"/>
              </a:rPr>
              <a:t>缝网</a:t>
            </a:r>
            <a:endParaRPr kumimoji="0" lang="zh-CN" altLang="en-US" sz="1200" b="0"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mn-cs"/>
            </a:endParaRPr>
          </a:p>
        </p:txBody>
      </p:sp>
      <p:sp>
        <p:nvSpPr>
          <p:cNvPr id="20" name="文本框 19"/>
          <p:cNvSpPr txBox="1"/>
          <p:nvPr/>
        </p:nvSpPr>
        <p:spPr>
          <a:xfrm>
            <a:off x="8874732" y="2390444"/>
            <a:ext cx="730159" cy="290085"/>
          </a:xfrm>
          <a:prstGeom prst="rect">
            <a:avLst/>
          </a:prstGeom>
          <a:solidFill>
            <a:srgbClr val="FFF000"/>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mn-cs"/>
              </a:rPr>
              <a:t>复杂缝</a:t>
            </a:r>
            <a:endParaRPr kumimoji="0" lang="zh-CN" altLang="en-US" sz="1200" b="0"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mn-cs"/>
            </a:endParaRPr>
          </a:p>
        </p:txBody>
      </p:sp>
      <p:sp>
        <p:nvSpPr>
          <p:cNvPr id="21" name="文本框 20"/>
          <p:cNvSpPr txBox="1"/>
          <p:nvPr/>
        </p:nvSpPr>
        <p:spPr>
          <a:xfrm>
            <a:off x="9786239" y="2390444"/>
            <a:ext cx="730159" cy="290085"/>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mn-cs"/>
              </a:rPr>
              <a:t>单一缝</a:t>
            </a:r>
            <a:endParaRPr kumimoji="0" lang="zh-CN" altLang="en-US" sz="1200" b="0"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mn-cs"/>
            </a:endParaRPr>
          </a:p>
        </p:txBody>
      </p:sp>
      <p:sp>
        <p:nvSpPr>
          <p:cNvPr id="22" name="矩形 21"/>
          <p:cNvSpPr/>
          <p:nvPr/>
        </p:nvSpPr>
        <p:spPr>
          <a:xfrm>
            <a:off x="7942599" y="2849990"/>
            <a:ext cx="2890037" cy="1575171"/>
          </a:xfrm>
          <a:prstGeom prst="rect">
            <a:avLst/>
          </a:prstGeom>
          <a:solidFill>
            <a:srgbClr val="EF8200">
              <a:alpha val="80000"/>
            </a:srgbClr>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1"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p:txBody>
      </p:sp>
      <p:sp>
        <p:nvSpPr>
          <p:cNvPr id="23" name="矩形 22"/>
          <p:cNvSpPr/>
          <p:nvPr/>
        </p:nvSpPr>
        <p:spPr>
          <a:xfrm>
            <a:off x="8316368" y="4425161"/>
            <a:ext cx="2516268" cy="507258"/>
          </a:xfrm>
          <a:prstGeom prst="rect">
            <a:avLst/>
          </a:prstGeom>
          <a:solidFill>
            <a:srgbClr val="EF8200">
              <a:alpha val="80000"/>
            </a:srgbClr>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1"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p:txBody>
      </p:sp>
      <p:sp>
        <p:nvSpPr>
          <p:cNvPr id="24" name="矩形 23"/>
          <p:cNvSpPr/>
          <p:nvPr/>
        </p:nvSpPr>
        <p:spPr>
          <a:xfrm>
            <a:off x="8316368" y="4932418"/>
            <a:ext cx="2516268" cy="520609"/>
          </a:xfrm>
          <a:prstGeom prst="rect">
            <a:avLst/>
          </a:prstGeom>
          <a:solidFill>
            <a:srgbClr val="FFF000"/>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1"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p:txBody>
      </p:sp>
      <p:sp>
        <p:nvSpPr>
          <p:cNvPr id="25" name="矩形 24"/>
          <p:cNvSpPr/>
          <p:nvPr/>
        </p:nvSpPr>
        <p:spPr>
          <a:xfrm>
            <a:off x="7942599" y="4425161"/>
            <a:ext cx="373768" cy="520609"/>
          </a:xfrm>
          <a:prstGeom prst="rect">
            <a:avLst/>
          </a:prstGeom>
          <a:solidFill>
            <a:srgbClr val="FFF000"/>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1"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p:txBody>
      </p:sp>
      <p:sp>
        <p:nvSpPr>
          <p:cNvPr id="26" name="矩形 25"/>
          <p:cNvSpPr/>
          <p:nvPr/>
        </p:nvSpPr>
        <p:spPr>
          <a:xfrm>
            <a:off x="250335" y="6596379"/>
            <a:ext cx="6621921"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203H10</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平台区实施井裂缝复杂程度</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7" name="图表 26"/>
          <p:cNvGraphicFramePr/>
          <p:nvPr/>
        </p:nvGraphicFramePr>
        <p:xfrm>
          <a:off x="250190" y="2211070"/>
          <a:ext cx="6534150" cy="101155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28" name="图表 27"/>
          <p:cNvGraphicFramePr/>
          <p:nvPr/>
        </p:nvGraphicFramePr>
        <p:xfrm>
          <a:off x="250190" y="3298190"/>
          <a:ext cx="6533515" cy="9880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9" name="图表 28"/>
          <p:cNvGraphicFramePr/>
          <p:nvPr/>
        </p:nvGraphicFramePr>
        <p:xfrm>
          <a:off x="250190" y="4349115"/>
          <a:ext cx="6533515" cy="10814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0" name="图表 29"/>
          <p:cNvGraphicFramePr/>
          <p:nvPr/>
        </p:nvGraphicFramePr>
        <p:xfrm>
          <a:off x="250190" y="5516245"/>
          <a:ext cx="6533515" cy="108013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1" name="图表 30"/>
          <p:cNvGraphicFramePr/>
          <p:nvPr/>
        </p:nvGraphicFramePr>
        <p:xfrm>
          <a:off x="6984365" y="2680335"/>
          <a:ext cx="4954905" cy="339725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经数据统计与分析，</a:t>
            </a:r>
            <a:r>
              <a:rPr lang="zh-CN" altLang="en-US" sz="1600" dirty="0">
                <a:solidFill>
                  <a:srgbClr val="FF0000"/>
                </a:solidFill>
                <a:cs typeface="微软雅黑" panose="020B0503020204020204" pitchFamily="34" charset="-122"/>
                <a:sym typeface="+mn-ea"/>
              </a:rPr>
              <a:t>微小裂缝扩展事件与</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裂缝复杂度</a:t>
            </a:r>
            <a:r>
              <a:rPr lang="en-US" altLang="zh-CN" sz="1600" dirty="0">
                <a:solidFill>
                  <a:srgbClr val="FF0000"/>
                </a:solidFill>
                <a:cs typeface="微软雅黑" panose="020B0503020204020204" pitchFamily="34" charset="-122"/>
                <a:sym typeface="+mn-ea"/>
              </a:rPr>
              <a:t>FCI</a:t>
            </a:r>
            <a:r>
              <a:rPr lang="zh-CN" altLang="en-US" sz="1600" dirty="0">
                <a:solidFill>
                  <a:srgbClr val="FF0000"/>
                </a:solidFill>
                <a:cs typeface="微软雅黑" panose="020B0503020204020204" pitchFamily="34" charset="-122"/>
                <a:sym typeface="+mn-ea"/>
              </a:rPr>
              <a:t>指数</a:t>
            </a:r>
            <a:r>
              <a:rPr lang="zh-CN" altLang="en-US" sz="1600" dirty="0">
                <a:cs typeface="微软雅黑" panose="020B0503020204020204" pitchFamily="34" charset="-122"/>
                <a:sym typeface="+mn-ea"/>
              </a:rPr>
              <a:t>存在相关性</a:t>
            </a:r>
            <a:endParaRPr lang="zh-CN" altLang="en-US" sz="1600" dirty="0">
              <a:cs typeface="微软雅黑" panose="020B0503020204020204" pitchFamily="34" charset="-122"/>
              <a:sym typeface="+mn-ea"/>
            </a:endParaRPr>
          </a:p>
          <a:p>
            <a:pPr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微小裂缝扩展</a:t>
            </a:r>
            <a:r>
              <a:rPr lang="zh-CN" altLang="en-US" sz="1600" dirty="0">
                <a:solidFill>
                  <a:srgbClr val="FF0000"/>
                </a:solidFill>
                <a:cs typeface="微软雅黑" panose="020B0503020204020204" pitchFamily="34" charset="-122"/>
                <a:sym typeface="+mn-ea"/>
              </a:rPr>
              <a:t>事件数量多</a:t>
            </a:r>
            <a:r>
              <a:rPr lang="zh-CN" altLang="en-US" sz="1600" dirty="0">
                <a:cs typeface="微软雅黑" panose="020B0503020204020204" pitchFamily="34" charset="-122"/>
                <a:sym typeface="+mn-ea"/>
              </a:rPr>
              <a:t>的井段，其</a:t>
            </a:r>
            <a:r>
              <a:rPr lang="en-US" altLang="zh-CN" sz="1600" dirty="0">
                <a:solidFill>
                  <a:srgbClr val="FF0000"/>
                </a:solidFill>
                <a:cs typeface="微软雅黑" panose="020B0503020204020204" pitchFamily="34" charset="-122"/>
                <a:sym typeface="+mn-ea"/>
              </a:rPr>
              <a:t>FCI</a:t>
            </a:r>
            <a:r>
              <a:rPr lang="zh-CN" altLang="en-US" sz="1600" dirty="0">
                <a:solidFill>
                  <a:srgbClr val="FF0000"/>
                </a:solidFill>
                <a:cs typeface="微软雅黑" panose="020B0503020204020204" pitchFamily="34" charset="-122"/>
                <a:sym typeface="+mn-ea"/>
              </a:rPr>
              <a:t>指数较大</a:t>
            </a:r>
            <a:r>
              <a:rPr lang="zh-CN" altLang="en-US" sz="1600" dirty="0">
                <a:cs typeface="微软雅黑" panose="020B0503020204020204" pitchFamily="34" charset="-122"/>
                <a:sym typeface="+mn-ea"/>
              </a:rPr>
              <a:t>，能够形成更复杂的缝网</a:t>
            </a:r>
            <a:endParaRPr lang="zh-CN" altLang="en-US" sz="1600" dirty="0">
              <a:cs typeface="微软雅黑" panose="020B0503020204020204" pitchFamily="34" charset="-122"/>
            </a:endParaRPr>
          </a:p>
        </p:txBody>
      </p:sp>
      <p:pic>
        <p:nvPicPr>
          <p:cNvPr id="7" name="图片 6" descr="图片2"/>
          <p:cNvPicPr/>
          <p:nvPr/>
        </p:nvPicPr>
        <p:blipFill>
          <a:blip r:embed="rId1"/>
          <a:stretch>
            <a:fillRect/>
          </a:stretch>
        </p:blipFill>
        <p:spPr>
          <a:xfrm>
            <a:off x="247015" y="2440305"/>
            <a:ext cx="5399405" cy="3420000"/>
          </a:xfrm>
          <a:prstGeom prst="rect">
            <a:avLst/>
          </a:prstGeom>
        </p:spPr>
      </p:pic>
      <p:graphicFrame>
        <p:nvGraphicFramePr>
          <p:cNvPr id="8" name="表格 7"/>
          <p:cNvGraphicFramePr/>
          <p:nvPr>
            <p:custDataLst>
              <p:tags r:id="rId2"/>
            </p:custDataLst>
          </p:nvPr>
        </p:nvGraphicFramePr>
        <p:xfrm>
          <a:off x="5878195" y="2440305"/>
          <a:ext cx="5895975" cy="3310890"/>
        </p:xfrm>
        <a:graphic>
          <a:graphicData uri="http://schemas.openxmlformats.org/drawingml/2006/table">
            <a:tbl>
              <a:tblPr firstRow="1" bandRow="1">
                <a:tableStyleId>{DB0BD17F-7DCC-4A2E-8C67-640216BDF0BC}</a:tableStyleId>
              </a:tblPr>
              <a:tblGrid>
                <a:gridCol w="3139440"/>
                <a:gridCol w="550545"/>
                <a:gridCol w="2205990"/>
              </a:tblGrid>
              <a:tr h="300990">
                <a:tc>
                  <a:txBody>
                    <a:bodyPr/>
                    <a:lstStyle/>
                    <a:p>
                      <a:pPr algn="ctr" fontAlgn="ctr"/>
                      <a:r>
                        <a:rPr lang="zh-CN" altLang="en-US" sz="1600" b="0" dirty="0">
                          <a:solidFill>
                            <a:schemeClr val="bg1"/>
                          </a:solidFill>
                          <a:latin typeface="Times New Roman" panose="02020603050405020304" pitchFamily="18" charset="0"/>
                          <a:ea typeface="黑体" panose="02010609060101010101" charset="-122"/>
                          <a:cs typeface="Times New Roman" panose="02020603050405020304" pitchFamily="18" charset="0"/>
                        </a:rPr>
                        <a:t>井段</a:t>
                      </a:r>
                      <a:endParaRPr lang="zh-CN" altLang="en-US" sz="1600" b="0" dirty="0">
                        <a:solidFill>
                          <a:schemeClr val="bg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zh-CN" altLang="en-US" sz="1600" b="0" dirty="0">
                          <a:solidFill>
                            <a:schemeClr val="bg1"/>
                          </a:solidFill>
                          <a:latin typeface="Times New Roman" panose="02020603050405020304" pitchFamily="18" charset="0"/>
                          <a:ea typeface="黑体" panose="02010609060101010101" charset="-122"/>
                          <a:cs typeface="Times New Roman" panose="02020603050405020304" pitchFamily="18" charset="0"/>
                        </a:rPr>
                        <a:t>FCI</a:t>
                      </a:r>
                      <a:endParaRPr lang="zh-CN" altLang="en-US" sz="1600" b="0" dirty="0">
                        <a:solidFill>
                          <a:schemeClr val="bg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zh-CN" altLang="en-US" sz="1600" b="0" dirty="0">
                          <a:solidFill>
                            <a:schemeClr val="bg1"/>
                          </a:solidFill>
                          <a:latin typeface="Times New Roman" panose="02020603050405020304" pitchFamily="18" charset="0"/>
                          <a:ea typeface="黑体" panose="02010609060101010101" charset="-122"/>
                          <a:cs typeface="Times New Roman" panose="02020603050405020304" pitchFamily="18" charset="0"/>
                        </a:rPr>
                        <a:t>微小裂缝扩展事件数</a:t>
                      </a:r>
                      <a:endParaRPr lang="zh-CN" altLang="en-US" sz="1600" b="0" dirty="0">
                        <a:solidFill>
                          <a:schemeClr val="bg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r h="300990">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泸203H10-1井加砂压裂第10段</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ctr"/>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0.28</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11</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00990">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泸203H10-1井加砂压裂第2段</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0.35</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16</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00990">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泸203H10-1井加砂压裂第9段</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0.27</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8</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00990">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泸203H10-2井加砂压裂第12段</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0.26</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15</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00990">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泸203H10-2井加砂压裂第13段</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0.16</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6</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00990">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泸203H10-2井加砂压裂第1段</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0.29</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9</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00990">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泸203H10-2井加砂压裂第2段</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0.19</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3</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00990">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泸203H10-2井加砂压裂第4段</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0.23</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12</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00990">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泸203H10-4井加砂压裂第19段</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0.16</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3</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r h="300990">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泸203H10-4井加砂压裂第1段</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0.14</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c>
                  <a:txBody>
                    <a:bodyPr/>
                    <a:lstStyle/>
                    <a:p>
                      <a:pPr algn="ctr" fontAlgn="b"/>
                      <a:r>
                        <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rPr>
                        <a:t>5</a:t>
                      </a:r>
                      <a:endParaRPr lang="zh-CN" altLang="en-US" sz="16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b"/>
                </a:tc>
              </a:tr>
            </a:tbl>
          </a:graphicData>
        </a:graphic>
      </p:graphicFrame>
      <p:sp>
        <p:nvSpPr>
          <p:cNvPr id="10" name="文本框 9"/>
          <p:cNvSpPr txBox="1"/>
          <p:nvPr/>
        </p:nvSpPr>
        <p:spPr>
          <a:xfrm>
            <a:off x="221615" y="6075045"/>
            <a:ext cx="587438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微小裂缝扩展事件数与</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FCI</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指数关系</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2" name="文本框 11"/>
          <p:cNvSpPr txBox="1"/>
          <p:nvPr/>
        </p:nvSpPr>
        <p:spPr>
          <a:xfrm>
            <a:off x="6096000" y="6075045"/>
            <a:ext cx="58146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部分微小裂缝扩展事件与</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FCI</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指数统计</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sp>
        <p:nvSpPr>
          <p:cNvPr id="9" name="矩形 8"/>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4</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、识别了未被微地震统计的微小裂缝扩展事件，事件个数与裂缝复杂度呈正相关</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428"/>
            <a:ext cx="88705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5</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、针对主体段、渐进</a:t>
            </a:r>
            <a:r>
              <a:rPr lang="zh-CN" altLang="en-US" dirty="0">
                <a:solidFill>
                  <a:prstClr val="black"/>
                </a:solidFill>
                <a:latin typeface="微软雅黑" panose="020B0503020204020204" pitchFamily="34" charset="-122"/>
                <a:ea typeface="微软雅黑" panose="020B0503020204020204" pitchFamily="34" charset="-122"/>
              </a:rPr>
              <a:t>防控</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段</a:t>
            </a:r>
            <a:r>
              <a:rPr lang="zh-CN" altLang="en-US" dirty="0">
                <a:solidFill>
                  <a:prstClr val="black"/>
                </a:solidFill>
                <a:latin typeface="微软雅黑" panose="020B0503020204020204" pitchFamily="34" charset="-122"/>
                <a:ea typeface="微软雅黑" panose="020B0503020204020204" pitchFamily="34" charset="-122"/>
              </a:rPr>
              <a:t>和</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风险段开展差异化小波分析，分析了各压裂段特征</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经数据统计与分析，</a:t>
            </a:r>
            <a:r>
              <a:rPr lang="zh-CN" altLang="en-US" sz="1600" dirty="0">
                <a:solidFill>
                  <a:srgbClr val="FF0000"/>
                </a:solidFill>
                <a:cs typeface="微软雅黑" panose="020B0503020204020204" pitchFamily="34" charset="-122"/>
                <a:sym typeface="+mn-ea"/>
              </a:rPr>
              <a:t>主体段、渐进防控段、风险段</a:t>
            </a:r>
            <a:r>
              <a:rPr lang="zh-CN" altLang="en-US" sz="1600" dirty="0">
                <a:cs typeface="微软雅黑" panose="020B0503020204020204" pitchFamily="34" charset="-122"/>
                <a:sym typeface="+mn-ea"/>
              </a:rPr>
              <a:t>微小裂缝扩展事件比例分别为</a:t>
            </a:r>
            <a:r>
              <a:rPr lang="en-US" altLang="zh-CN" sz="1600" dirty="0">
                <a:solidFill>
                  <a:srgbClr val="FF0000"/>
                </a:solidFill>
                <a:cs typeface="微软雅黑" panose="020B0503020204020204" pitchFamily="34" charset="-122"/>
                <a:sym typeface="+mn-ea"/>
              </a:rPr>
              <a:t>58%</a:t>
            </a:r>
            <a:r>
              <a:rPr lang="zh-CN" altLang="en-US" sz="1600" dirty="0">
                <a:solidFill>
                  <a:srgbClr val="FF0000"/>
                </a:solidFill>
                <a:cs typeface="微软雅黑" panose="020B0503020204020204" pitchFamily="34" charset="-122"/>
                <a:sym typeface="+mn-ea"/>
              </a:rPr>
              <a:t>，</a:t>
            </a:r>
            <a:r>
              <a:rPr lang="en-US" altLang="zh-CN" sz="1600" dirty="0">
                <a:solidFill>
                  <a:srgbClr val="FF0000"/>
                </a:solidFill>
                <a:cs typeface="微软雅黑" panose="020B0503020204020204" pitchFamily="34" charset="-122"/>
                <a:sym typeface="+mn-ea"/>
              </a:rPr>
              <a:t>56%</a:t>
            </a:r>
            <a:r>
              <a:rPr lang="zh-CN" altLang="en-US" sz="1600" dirty="0">
                <a:solidFill>
                  <a:srgbClr val="FF0000"/>
                </a:solidFill>
                <a:cs typeface="微软雅黑" panose="020B0503020204020204" pitchFamily="34" charset="-122"/>
                <a:sym typeface="+mn-ea"/>
              </a:rPr>
              <a:t>，</a:t>
            </a:r>
            <a:r>
              <a:rPr lang="en-US" altLang="zh-CN" sz="1600" dirty="0">
                <a:solidFill>
                  <a:srgbClr val="FF0000"/>
                </a:solidFill>
                <a:cs typeface="微软雅黑" panose="020B0503020204020204" pitchFamily="34" charset="-122"/>
                <a:sym typeface="+mn-ea"/>
              </a:rPr>
              <a:t>67%</a:t>
            </a:r>
            <a:endParaRPr lang="zh-CN" altLang="en-US" sz="1600" dirty="0">
              <a:cs typeface="微软雅黑" panose="020B0503020204020204" pitchFamily="34" charset="-122"/>
              <a:sym typeface="+mn-ea"/>
            </a:endParaRPr>
          </a:p>
          <a:p>
            <a:pPr algn="just">
              <a:lnSpc>
                <a:spcPct val="150000"/>
              </a:lnSpc>
              <a:buClr>
                <a:srgbClr val="FF0000"/>
              </a:buClr>
              <a:buFont typeface="Wingdings" panose="05000000000000000000" charset="0"/>
              <a:buChar char="l"/>
            </a:pPr>
            <a:r>
              <a:rPr lang="zh-CN" altLang="en-US" sz="1600" dirty="0">
                <a:cs typeface="微软雅黑" panose="020B0503020204020204" pitchFamily="34" charset="-122"/>
                <a:sym typeface="+mn-ea"/>
              </a:rPr>
              <a:t>风险段微小裂缝扩展事件比例最高，此时压力曲线波动平稳，压裂过程中更容易产生微细裂缝</a:t>
            </a:r>
            <a:endParaRPr lang="zh-CN" altLang="en-US" sz="1600" dirty="0">
              <a:cs typeface="微软雅黑" panose="020B0503020204020204" pitchFamily="34" charset="-122"/>
              <a:sym typeface="+mn-ea"/>
            </a:endParaRPr>
          </a:p>
        </p:txBody>
      </p:sp>
      <p:pic>
        <p:nvPicPr>
          <p:cNvPr id="9" name="图片 8"/>
          <p:cNvPicPr>
            <a:picLocks noChangeAspect="1"/>
          </p:cNvPicPr>
          <p:nvPr/>
        </p:nvPicPr>
        <p:blipFill>
          <a:blip r:embed="rId1"/>
          <a:stretch>
            <a:fillRect/>
          </a:stretch>
        </p:blipFill>
        <p:spPr>
          <a:xfrm>
            <a:off x="344805" y="2617470"/>
            <a:ext cx="2700000" cy="1511831"/>
          </a:xfrm>
          <a:prstGeom prst="rect">
            <a:avLst/>
          </a:prstGeom>
        </p:spPr>
      </p:pic>
      <p:pic>
        <p:nvPicPr>
          <p:cNvPr id="18" name="图片 17"/>
          <p:cNvPicPr>
            <a:picLocks noChangeAspect="1"/>
          </p:cNvPicPr>
          <p:nvPr/>
        </p:nvPicPr>
        <p:blipFill>
          <a:blip r:embed="rId2"/>
          <a:stretch>
            <a:fillRect/>
          </a:stretch>
        </p:blipFill>
        <p:spPr>
          <a:xfrm>
            <a:off x="3140710" y="2628900"/>
            <a:ext cx="2700000" cy="1500537"/>
          </a:xfrm>
          <a:prstGeom prst="rect">
            <a:avLst/>
          </a:prstGeom>
        </p:spPr>
      </p:pic>
      <p:pic>
        <p:nvPicPr>
          <p:cNvPr id="22" name="图片 21"/>
          <p:cNvPicPr>
            <a:picLocks noChangeAspect="1"/>
          </p:cNvPicPr>
          <p:nvPr/>
        </p:nvPicPr>
        <p:blipFill>
          <a:blip r:embed="rId3"/>
          <a:stretch>
            <a:fillRect/>
          </a:stretch>
        </p:blipFill>
        <p:spPr>
          <a:xfrm>
            <a:off x="344805" y="4280535"/>
            <a:ext cx="2700000" cy="1534115"/>
          </a:xfrm>
          <a:prstGeom prst="rect">
            <a:avLst/>
          </a:prstGeom>
        </p:spPr>
      </p:pic>
      <p:pic>
        <p:nvPicPr>
          <p:cNvPr id="23" name="图片 22"/>
          <p:cNvPicPr>
            <a:picLocks noChangeAspect="1"/>
          </p:cNvPicPr>
          <p:nvPr/>
        </p:nvPicPr>
        <p:blipFill>
          <a:blip r:embed="rId4"/>
          <a:stretch>
            <a:fillRect/>
          </a:stretch>
        </p:blipFill>
        <p:spPr>
          <a:xfrm>
            <a:off x="3140710" y="4288790"/>
            <a:ext cx="2700000" cy="1526206"/>
          </a:xfrm>
          <a:prstGeom prst="rect">
            <a:avLst/>
          </a:prstGeom>
        </p:spPr>
      </p:pic>
      <p:graphicFrame>
        <p:nvGraphicFramePr>
          <p:cNvPr id="5" name="表格 4"/>
          <p:cNvGraphicFramePr/>
          <p:nvPr>
            <p:custDataLst>
              <p:tags r:id="rId5"/>
            </p:custDataLst>
          </p:nvPr>
        </p:nvGraphicFramePr>
        <p:xfrm>
          <a:off x="6035040" y="2433320"/>
          <a:ext cx="5594985" cy="3381375"/>
        </p:xfrm>
        <a:graphic>
          <a:graphicData uri="http://schemas.openxmlformats.org/drawingml/2006/table">
            <a:tbl>
              <a:tblPr firstRow="1" bandRow="1">
                <a:tableStyleId>{09241C78-A73C-4627-8A06-14EC10E7C83F}</a:tableStyleId>
              </a:tblPr>
              <a:tblGrid>
                <a:gridCol w="1084580"/>
                <a:gridCol w="2601595"/>
                <a:gridCol w="1908810"/>
              </a:tblGrid>
              <a:tr h="544830">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类型</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部分井段</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a:txBody>
                    <a:bodyPr/>
                    <a:lstStyle/>
                    <a:p>
                      <a:pPr algn="ctr">
                        <a:buNone/>
                      </a:pPr>
                      <a:r>
                        <a:rPr lang="zh-CN" altLang="en-US" sz="1400">
                          <a:latin typeface="Times New Roman" panose="02020603050405020304" pitchFamily="18" charset="0"/>
                          <a:ea typeface="黑体" panose="02010609060101010101" charset="-122"/>
                          <a:cs typeface="Times New Roman" panose="02020603050405020304" pitchFamily="18" charset="0"/>
                          <a:sym typeface="+mn-ea"/>
                        </a:rPr>
                        <a:t>微小裂缝扩展事件比例</a:t>
                      </a:r>
                      <a:endParaRPr lang="zh-CN" altLang="en-US" sz="1400">
                        <a:latin typeface="Times New Roman" panose="02020603050405020304" pitchFamily="18" charset="0"/>
                        <a:ea typeface="黑体" panose="02010609060101010101" charset="-122"/>
                        <a:cs typeface="Times New Roman" panose="02020603050405020304" pitchFamily="18" charset="0"/>
                        <a:sym typeface="+mn-ea"/>
                      </a:endParaRPr>
                    </a:p>
                  </a:txBody>
                  <a:tcPr anchor="ctr"/>
                </a:tc>
              </a:tr>
              <a:tr h="314960">
                <a:tc rowSpan="3">
                  <a:txBody>
                    <a:bodyPr/>
                    <a:lstStyle/>
                    <a:p>
                      <a:pPr algn="ctr">
                        <a:buNone/>
                      </a:pPr>
                      <a:r>
                        <a:rPr lang="zh-CN" altLang="en-US" sz="1400">
                          <a:latin typeface="Times New Roman" panose="02020603050405020304" pitchFamily="18" charset="0"/>
                          <a:ea typeface="黑体" panose="02010609060101010101" charset="-122"/>
                          <a:cs typeface="Times New Roman" panose="02020603050405020304" pitchFamily="18" charset="0"/>
                          <a:sym typeface="+mn-ea"/>
                        </a:rPr>
                        <a:t>主体段</a:t>
                      </a:r>
                      <a:endParaRPr lang="zh-CN" altLang="en-US" sz="1400">
                        <a:latin typeface="Times New Roman" panose="02020603050405020304" pitchFamily="18" charset="0"/>
                        <a:ea typeface="黑体" panose="02010609060101010101" charset="-122"/>
                        <a:cs typeface="Times New Roman" panose="02020603050405020304" pitchFamily="18" charset="0"/>
                        <a:sym typeface="+mn-ea"/>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泸</a:t>
                      </a:r>
                      <a:r>
                        <a:rPr lang="en-US" altLang="zh-CN" sz="1400" dirty="0">
                          <a:latin typeface="Times New Roman" panose="02020603050405020304" pitchFamily="18" charset="0"/>
                          <a:ea typeface="黑体" panose="02010609060101010101" charset="-122"/>
                          <a:cs typeface="Times New Roman" panose="02020603050405020304" pitchFamily="18" charset="0"/>
                        </a:rPr>
                        <a:t>203H10-1</a:t>
                      </a:r>
                      <a:r>
                        <a:rPr lang="zh-CN" altLang="en-US" sz="1400" dirty="0">
                          <a:latin typeface="Times New Roman" panose="02020603050405020304" pitchFamily="18" charset="0"/>
                          <a:ea typeface="黑体" panose="02010609060101010101" charset="-122"/>
                          <a:cs typeface="Times New Roman" panose="02020603050405020304" pitchFamily="18" charset="0"/>
                        </a:rPr>
                        <a:t>井</a:t>
                      </a:r>
                      <a:r>
                        <a:rPr lang="en-US" altLang="zh-CN" sz="1400" dirty="0">
                          <a:latin typeface="Times New Roman" panose="02020603050405020304" pitchFamily="18" charset="0"/>
                          <a:ea typeface="黑体" panose="02010609060101010101" charset="-122"/>
                          <a:cs typeface="Times New Roman" panose="02020603050405020304" pitchFamily="18" charset="0"/>
                        </a:rPr>
                        <a:t>2</a:t>
                      </a:r>
                      <a:r>
                        <a:rPr lang="zh-CN" altLang="en-US" sz="1400" dirty="0">
                          <a:latin typeface="Times New Roman" panose="02020603050405020304" pitchFamily="18" charset="0"/>
                          <a:ea typeface="黑体" panose="02010609060101010101" charset="-122"/>
                          <a:cs typeface="Times New Roman" panose="02020603050405020304" pitchFamily="18" charset="0"/>
                        </a:rPr>
                        <a:t>段</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rowSpan="3">
                  <a:txBody>
                    <a:bodyPr/>
                    <a:lstStyle/>
                    <a:p>
                      <a:pPr algn="ctr">
                        <a:buNone/>
                      </a:pPr>
                      <a:r>
                        <a:rPr lang="en-US" altLang="zh-CN" sz="1400">
                          <a:latin typeface="Times New Roman" panose="02020603050405020304" pitchFamily="18" charset="0"/>
                          <a:ea typeface="黑体" panose="02010609060101010101" charset="-122"/>
                          <a:cs typeface="Times New Roman" panose="02020603050405020304" pitchFamily="18" charset="0"/>
                          <a:sym typeface="+mn-ea"/>
                        </a:rPr>
                        <a:t>58%</a:t>
                      </a:r>
                      <a:endParaRPr lang="en-US" altLang="zh-CN" sz="1400">
                        <a:latin typeface="Times New Roman" panose="02020603050405020304" pitchFamily="18" charset="0"/>
                        <a:ea typeface="黑体" panose="02010609060101010101" charset="-122"/>
                        <a:cs typeface="Times New Roman" panose="02020603050405020304" pitchFamily="18" charset="0"/>
                      </a:endParaRPr>
                    </a:p>
                    <a:p>
                      <a:pPr algn="ctr">
                        <a:buNone/>
                      </a:pPr>
                      <a:endParaRPr lang="en-US" altLang="zh-CN" sz="1400">
                        <a:latin typeface="Times New Roman" panose="02020603050405020304" pitchFamily="18" charset="0"/>
                        <a:ea typeface="黑体" panose="02010609060101010101" charset="-122"/>
                        <a:cs typeface="Times New Roman" panose="02020603050405020304" pitchFamily="18" charset="0"/>
                      </a:endParaRPr>
                    </a:p>
                  </a:txBody>
                  <a:tcPr anchor="ctr"/>
                </a:tc>
              </a:tr>
              <a:tr h="314960">
                <a:tc vMerge="1">
                  <a:tcP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泸</a:t>
                      </a:r>
                      <a:r>
                        <a:rPr lang="en-US" altLang="zh-CN" sz="1400" dirty="0">
                          <a:latin typeface="Times New Roman" panose="02020603050405020304" pitchFamily="18" charset="0"/>
                          <a:ea typeface="黑体" panose="02010609060101010101" charset="-122"/>
                          <a:cs typeface="Times New Roman" panose="02020603050405020304" pitchFamily="18" charset="0"/>
                        </a:rPr>
                        <a:t>203H10-2</a:t>
                      </a:r>
                      <a:r>
                        <a:rPr lang="zh-CN" altLang="en-US" sz="1400" dirty="0">
                          <a:latin typeface="Times New Roman" panose="02020603050405020304" pitchFamily="18" charset="0"/>
                          <a:ea typeface="黑体" panose="02010609060101010101" charset="-122"/>
                          <a:cs typeface="Times New Roman" panose="02020603050405020304" pitchFamily="18" charset="0"/>
                        </a:rPr>
                        <a:t>井</a:t>
                      </a:r>
                      <a:r>
                        <a:rPr lang="en-US" altLang="zh-CN" sz="1400" dirty="0">
                          <a:latin typeface="Times New Roman" panose="02020603050405020304" pitchFamily="18" charset="0"/>
                          <a:ea typeface="黑体" panose="02010609060101010101" charset="-122"/>
                          <a:cs typeface="Times New Roman" panose="02020603050405020304" pitchFamily="18" charset="0"/>
                        </a:rPr>
                        <a:t>1</a:t>
                      </a:r>
                      <a:r>
                        <a:rPr lang="zh-CN" altLang="en-US" sz="1400" dirty="0">
                          <a:latin typeface="Times New Roman" panose="02020603050405020304" pitchFamily="18" charset="0"/>
                          <a:ea typeface="黑体" panose="02010609060101010101" charset="-122"/>
                          <a:cs typeface="Times New Roman" panose="02020603050405020304" pitchFamily="18" charset="0"/>
                        </a:rPr>
                        <a:t>段</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vMerge="1">
                  <a:tcPr/>
                </a:tc>
              </a:tr>
              <a:tr h="315595">
                <a:tc vMerge="1">
                  <a:tcP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泸</a:t>
                      </a:r>
                      <a:r>
                        <a:rPr lang="en-US" altLang="zh-CN" sz="1400" dirty="0">
                          <a:latin typeface="Times New Roman" panose="02020603050405020304" pitchFamily="18" charset="0"/>
                          <a:ea typeface="黑体" panose="02010609060101010101" charset="-122"/>
                          <a:cs typeface="Times New Roman" panose="02020603050405020304" pitchFamily="18" charset="0"/>
                        </a:rPr>
                        <a:t>203H10-4</a:t>
                      </a:r>
                      <a:r>
                        <a:rPr lang="zh-CN" altLang="en-US" sz="1400" dirty="0">
                          <a:latin typeface="Times New Roman" panose="02020603050405020304" pitchFamily="18" charset="0"/>
                          <a:ea typeface="黑体" panose="02010609060101010101" charset="-122"/>
                          <a:cs typeface="Times New Roman" panose="02020603050405020304" pitchFamily="18" charset="0"/>
                        </a:rPr>
                        <a:t>井</a:t>
                      </a:r>
                      <a:r>
                        <a:rPr lang="en-US" altLang="zh-CN" sz="1400" dirty="0">
                          <a:latin typeface="Times New Roman" panose="02020603050405020304" pitchFamily="18" charset="0"/>
                          <a:ea typeface="黑体" panose="02010609060101010101" charset="-122"/>
                          <a:cs typeface="Times New Roman" panose="02020603050405020304" pitchFamily="18" charset="0"/>
                        </a:rPr>
                        <a:t>3</a:t>
                      </a:r>
                      <a:r>
                        <a:rPr lang="zh-CN" altLang="en-US" sz="1400" dirty="0">
                          <a:latin typeface="Times New Roman" panose="02020603050405020304" pitchFamily="18" charset="0"/>
                          <a:ea typeface="黑体" panose="02010609060101010101" charset="-122"/>
                          <a:cs typeface="Times New Roman" panose="02020603050405020304" pitchFamily="18" charset="0"/>
                        </a:rPr>
                        <a:t>段</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vMerge="1">
                  <a:tcPr/>
                </a:tc>
              </a:tr>
              <a:tr h="314960">
                <a:tc rowSpan="3">
                  <a:txBody>
                    <a:bodyPr/>
                    <a:lstStyle/>
                    <a:p>
                      <a:pPr algn="ctr">
                        <a:buNone/>
                      </a:pPr>
                      <a:r>
                        <a:rPr lang="zh-CN" altLang="en-US" sz="1400">
                          <a:latin typeface="Times New Roman" panose="02020603050405020304" pitchFamily="18" charset="0"/>
                          <a:ea typeface="黑体" panose="02010609060101010101" charset="-122"/>
                          <a:cs typeface="Times New Roman" panose="02020603050405020304" pitchFamily="18" charset="0"/>
                          <a:sym typeface="+mn-ea"/>
                        </a:rPr>
                        <a:t>渐进</a:t>
                      </a:r>
                      <a:endParaRPr lang="zh-CN" altLang="en-US" sz="1400">
                        <a:latin typeface="Times New Roman" panose="02020603050405020304" pitchFamily="18" charset="0"/>
                        <a:ea typeface="黑体" panose="02010609060101010101" charset="-122"/>
                        <a:cs typeface="Times New Roman" panose="02020603050405020304" pitchFamily="18" charset="0"/>
                        <a:sym typeface="+mn-ea"/>
                      </a:endParaRPr>
                    </a:p>
                    <a:p>
                      <a:pPr algn="ctr">
                        <a:buNone/>
                      </a:pPr>
                      <a:r>
                        <a:rPr lang="zh-CN" altLang="en-US" sz="1400">
                          <a:latin typeface="Times New Roman" panose="02020603050405020304" pitchFamily="18" charset="0"/>
                          <a:ea typeface="黑体" panose="02010609060101010101" charset="-122"/>
                          <a:cs typeface="Times New Roman" panose="02020603050405020304" pitchFamily="18" charset="0"/>
                          <a:sym typeface="+mn-ea"/>
                        </a:rPr>
                        <a:t>防控段</a:t>
                      </a:r>
                      <a:endParaRPr lang="zh-CN" altLang="en-US" sz="1400">
                        <a:latin typeface="Times New Roman" panose="02020603050405020304" pitchFamily="18" charset="0"/>
                        <a:ea typeface="黑体" panose="02010609060101010101" charset="-122"/>
                        <a:cs typeface="Times New Roman" panose="02020603050405020304" pitchFamily="18" charset="0"/>
                        <a:sym typeface="+mn-ea"/>
                      </a:endParaRPr>
                    </a:p>
                  </a:txBody>
                  <a:tcPr anchor="ct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泸</a:t>
                      </a:r>
                      <a:r>
                        <a:rPr lang="en-US" altLang="zh-CN" sz="1400" dirty="0">
                          <a:latin typeface="Times New Roman" panose="02020603050405020304" pitchFamily="18" charset="0"/>
                          <a:ea typeface="黑体" panose="02010609060101010101" charset="-122"/>
                          <a:cs typeface="Times New Roman" panose="02020603050405020304" pitchFamily="18" charset="0"/>
                        </a:rPr>
                        <a:t>203H10-1</a:t>
                      </a:r>
                      <a:r>
                        <a:rPr lang="zh-CN" altLang="en-US" sz="1400" dirty="0">
                          <a:latin typeface="Times New Roman" panose="02020603050405020304" pitchFamily="18" charset="0"/>
                          <a:ea typeface="黑体" panose="02010609060101010101" charset="-122"/>
                          <a:cs typeface="Times New Roman" panose="02020603050405020304" pitchFamily="18" charset="0"/>
                        </a:rPr>
                        <a:t>井</a:t>
                      </a:r>
                      <a:r>
                        <a:rPr lang="en-US" altLang="zh-CN" sz="1400" dirty="0">
                          <a:latin typeface="Times New Roman" panose="02020603050405020304" pitchFamily="18" charset="0"/>
                          <a:ea typeface="黑体" panose="02010609060101010101" charset="-122"/>
                          <a:cs typeface="Times New Roman" panose="02020603050405020304" pitchFamily="18" charset="0"/>
                        </a:rPr>
                        <a:t>1</a:t>
                      </a:r>
                      <a:r>
                        <a:rPr lang="zh-CN" altLang="en-US" sz="1400" dirty="0">
                          <a:latin typeface="Times New Roman" panose="02020603050405020304" pitchFamily="18" charset="0"/>
                          <a:ea typeface="黑体" panose="02010609060101010101" charset="-122"/>
                          <a:cs typeface="Times New Roman" panose="02020603050405020304" pitchFamily="18" charset="0"/>
                        </a:rPr>
                        <a:t>段</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rowSpan="3">
                  <a:txBody>
                    <a:bodyPr/>
                    <a:lstStyle/>
                    <a:p>
                      <a:pPr algn="ctr">
                        <a:buNone/>
                      </a:pPr>
                      <a:r>
                        <a:rPr lang="en-US" altLang="zh-CN" sz="1400">
                          <a:latin typeface="Times New Roman" panose="02020603050405020304" pitchFamily="18" charset="0"/>
                          <a:ea typeface="黑体" panose="02010609060101010101" charset="-122"/>
                          <a:cs typeface="Times New Roman" panose="02020603050405020304" pitchFamily="18" charset="0"/>
                          <a:sym typeface="+mn-ea"/>
                        </a:rPr>
                        <a:t>56%</a:t>
                      </a:r>
                      <a:endParaRPr lang="en-US" altLang="zh-CN" sz="1400">
                        <a:latin typeface="Times New Roman" panose="02020603050405020304" pitchFamily="18" charset="0"/>
                        <a:ea typeface="黑体" panose="02010609060101010101" charset="-122"/>
                        <a:cs typeface="Times New Roman" panose="02020603050405020304" pitchFamily="18" charset="0"/>
                      </a:endParaRPr>
                    </a:p>
                    <a:p>
                      <a:pPr algn="ctr">
                        <a:buNone/>
                      </a:pPr>
                      <a:endParaRPr lang="en-US" altLang="zh-CN" sz="1400">
                        <a:latin typeface="Times New Roman" panose="02020603050405020304" pitchFamily="18" charset="0"/>
                        <a:ea typeface="黑体" panose="02010609060101010101" charset="-122"/>
                        <a:cs typeface="Times New Roman" panose="02020603050405020304" pitchFamily="18" charset="0"/>
                      </a:endParaRPr>
                    </a:p>
                  </a:txBody>
                  <a:tcPr anchor="ctr"/>
                </a:tc>
              </a:tr>
              <a:tr h="314960">
                <a:tc vMerge="1">
                  <a:tcP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泸</a:t>
                      </a:r>
                      <a:r>
                        <a:rPr lang="en-US" altLang="zh-CN" sz="1400" dirty="0">
                          <a:latin typeface="Times New Roman" panose="02020603050405020304" pitchFamily="18" charset="0"/>
                          <a:ea typeface="黑体" panose="02010609060101010101" charset="-122"/>
                          <a:cs typeface="Times New Roman" panose="02020603050405020304" pitchFamily="18" charset="0"/>
                        </a:rPr>
                        <a:t>203H10-2</a:t>
                      </a:r>
                      <a:r>
                        <a:rPr lang="zh-CN" altLang="en-US" sz="1400" dirty="0">
                          <a:latin typeface="Times New Roman" panose="02020603050405020304" pitchFamily="18" charset="0"/>
                          <a:ea typeface="黑体" panose="02010609060101010101" charset="-122"/>
                          <a:cs typeface="Times New Roman" panose="02020603050405020304" pitchFamily="18" charset="0"/>
                        </a:rPr>
                        <a:t>井</a:t>
                      </a:r>
                      <a:r>
                        <a:rPr lang="en-US" altLang="zh-CN" sz="1400" dirty="0">
                          <a:latin typeface="Times New Roman" panose="02020603050405020304" pitchFamily="18" charset="0"/>
                          <a:ea typeface="黑体" panose="02010609060101010101" charset="-122"/>
                          <a:cs typeface="Times New Roman" panose="02020603050405020304" pitchFamily="18" charset="0"/>
                        </a:rPr>
                        <a:t>13</a:t>
                      </a:r>
                      <a:r>
                        <a:rPr lang="zh-CN" altLang="en-US" sz="1400" dirty="0">
                          <a:latin typeface="Times New Roman" panose="02020603050405020304" pitchFamily="18" charset="0"/>
                          <a:ea typeface="黑体" panose="02010609060101010101" charset="-122"/>
                          <a:cs typeface="Times New Roman" panose="02020603050405020304" pitchFamily="18" charset="0"/>
                        </a:rPr>
                        <a:t>段</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vMerge="1">
                  <a:tcPr/>
                </a:tc>
              </a:tr>
              <a:tr h="315595">
                <a:tc vMerge="1">
                  <a:tcP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泸</a:t>
                      </a:r>
                      <a:r>
                        <a:rPr lang="en-US" altLang="zh-CN" sz="1400" dirty="0">
                          <a:latin typeface="Times New Roman" panose="02020603050405020304" pitchFamily="18" charset="0"/>
                          <a:ea typeface="黑体" panose="02010609060101010101" charset="-122"/>
                          <a:cs typeface="Times New Roman" panose="02020603050405020304" pitchFamily="18" charset="0"/>
                        </a:rPr>
                        <a:t>203H10-3</a:t>
                      </a:r>
                      <a:r>
                        <a:rPr lang="zh-CN" altLang="en-US" sz="1400" dirty="0">
                          <a:latin typeface="Times New Roman" panose="02020603050405020304" pitchFamily="18" charset="0"/>
                          <a:ea typeface="黑体" panose="02010609060101010101" charset="-122"/>
                          <a:cs typeface="Times New Roman" panose="02020603050405020304" pitchFamily="18" charset="0"/>
                        </a:rPr>
                        <a:t>井</a:t>
                      </a:r>
                      <a:r>
                        <a:rPr lang="en-US" altLang="zh-CN" sz="1400" dirty="0">
                          <a:latin typeface="Times New Roman" panose="02020603050405020304" pitchFamily="18" charset="0"/>
                          <a:ea typeface="黑体" panose="02010609060101010101" charset="-122"/>
                          <a:cs typeface="Times New Roman" panose="02020603050405020304" pitchFamily="18" charset="0"/>
                        </a:rPr>
                        <a:t>4</a:t>
                      </a:r>
                      <a:r>
                        <a:rPr lang="zh-CN" altLang="en-US" sz="1400" dirty="0">
                          <a:latin typeface="Times New Roman" panose="02020603050405020304" pitchFamily="18" charset="0"/>
                          <a:ea typeface="黑体" panose="02010609060101010101" charset="-122"/>
                          <a:cs typeface="Times New Roman" panose="02020603050405020304" pitchFamily="18" charset="0"/>
                        </a:rPr>
                        <a:t>段</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vMerge="1">
                  <a:tcPr/>
                </a:tc>
              </a:tr>
              <a:tr h="314960">
                <a:tc rowSpan="3">
                  <a:txBody>
                    <a:bodyPr/>
                    <a:lstStyle/>
                    <a:p>
                      <a:pPr algn="ctr">
                        <a:buNone/>
                      </a:pPr>
                      <a:r>
                        <a:rPr lang="zh-CN" altLang="en-US" sz="1400">
                          <a:latin typeface="Times New Roman" panose="02020603050405020304" pitchFamily="18" charset="0"/>
                          <a:ea typeface="黑体" panose="02010609060101010101" charset="-122"/>
                          <a:cs typeface="Times New Roman" panose="02020603050405020304" pitchFamily="18" charset="0"/>
                          <a:sym typeface="+mn-ea"/>
                        </a:rPr>
                        <a:t>风险段</a:t>
                      </a:r>
                      <a:endParaRPr lang="zh-CN" altLang="en-US" sz="1400">
                        <a:latin typeface="Times New Roman" panose="02020603050405020304" pitchFamily="18" charset="0"/>
                        <a:ea typeface="黑体" panose="02010609060101010101" charset="-122"/>
                        <a:cs typeface="Times New Roman" panose="02020603050405020304" pitchFamily="18" charset="0"/>
                        <a:sym typeface="+mn-ea"/>
                      </a:endParaRPr>
                    </a:p>
                  </a:txBody>
                  <a:tcPr anchor="ctr"/>
                </a:tc>
                <a:tc>
                  <a:txBody>
                    <a:bodyPr/>
                    <a:lstStyle/>
                    <a:p>
                      <a:pPr algn="ctr">
                        <a:buNone/>
                      </a:pPr>
                      <a:r>
                        <a:rPr lang="zh-CN" altLang="en-US" sz="1400">
                          <a:latin typeface="Times New Roman" panose="02020603050405020304" pitchFamily="18" charset="0"/>
                          <a:ea typeface="黑体" panose="02010609060101010101" charset="-122"/>
                          <a:cs typeface="Times New Roman" panose="02020603050405020304" pitchFamily="18" charset="0"/>
                        </a:rPr>
                        <a:t>泸</a:t>
                      </a:r>
                      <a:r>
                        <a:rPr lang="en-US" altLang="zh-CN" sz="1400">
                          <a:latin typeface="Times New Roman" panose="02020603050405020304" pitchFamily="18" charset="0"/>
                          <a:ea typeface="黑体" panose="02010609060101010101" charset="-122"/>
                          <a:cs typeface="Times New Roman" panose="02020603050405020304" pitchFamily="18" charset="0"/>
                        </a:rPr>
                        <a:t>203H10-1</a:t>
                      </a:r>
                      <a:r>
                        <a:rPr lang="zh-CN" altLang="en-US" sz="1400">
                          <a:latin typeface="Times New Roman" panose="02020603050405020304" pitchFamily="18" charset="0"/>
                          <a:ea typeface="黑体" panose="02010609060101010101" charset="-122"/>
                          <a:cs typeface="Times New Roman" panose="02020603050405020304" pitchFamily="18" charset="0"/>
                        </a:rPr>
                        <a:t>井</a:t>
                      </a:r>
                      <a:r>
                        <a:rPr lang="en-US" altLang="zh-CN" sz="1400">
                          <a:latin typeface="Times New Roman" panose="02020603050405020304" pitchFamily="18" charset="0"/>
                          <a:ea typeface="黑体" panose="02010609060101010101" charset="-122"/>
                          <a:cs typeface="Times New Roman" panose="02020603050405020304" pitchFamily="18" charset="0"/>
                        </a:rPr>
                        <a:t>4</a:t>
                      </a:r>
                      <a:r>
                        <a:rPr lang="zh-CN" altLang="en-US" sz="1400">
                          <a:latin typeface="Times New Roman" panose="02020603050405020304" pitchFamily="18" charset="0"/>
                          <a:ea typeface="黑体" panose="02010609060101010101" charset="-122"/>
                          <a:cs typeface="Times New Roman" panose="02020603050405020304" pitchFamily="18" charset="0"/>
                        </a:rPr>
                        <a:t>段</a:t>
                      </a:r>
                      <a:endParaRPr lang="zh-CN" altLang="en-US" sz="1400">
                        <a:latin typeface="Times New Roman" panose="02020603050405020304" pitchFamily="18" charset="0"/>
                        <a:ea typeface="黑体" panose="02010609060101010101" charset="-122"/>
                        <a:cs typeface="Times New Roman" panose="02020603050405020304" pitchFamily="18" charset="0"/>
                      </a:endParaRPr>
                    </a:p>
                  </a:txBody>
                  <a:tcPr anchor="ctr"/>
                </a:tc>
                <a:tc rowSpan="3">
                  <a:txBody>
                    <a:bodyPr/>
                    <a:lstStyle/>
                    <a:p>
                      <a:pPr algn="ctr">
                        <a:buNone/>
                      </a:pPr>
                      <a:r>
                        <a:rPr lang="en-US" altLang="zh-CN" sz="1400" dirty="0">
                          <a:latin typeface="Times New Roman" panose="02020603050405020304" pitchFamily="18" charset="0"/>
                          <a:ea typeface="黑体" panose="02010609060101010101" charset="-122"/>
                          <a:cs typeface="Times New Roman" panose="02020603050405020304" pitchFamily="18" charset="0"/>
                          <a:sym typeface="+mn-ea"/>
                        </a:rPr>
                        <a:t>67%</a:t>
                      </a:r>
                      <a:endParaRPr lang="en-US" altLang="zh-CN" sz="1400" dirty="0">
                        <a:latin typeface="Times New Roman" panose="02020603050405020304" pitchFamily="18" charset="0"/>
                        <a:ea typeface="黑体" panose="02010609060101010101" charset="-122"/>
                        <a:cs typeface="Times New Roman" panose="02020603050405020304" pitchFamily="18" charset="0"/>
                      </a:endParaRPr>
                    </a:p>
                    <a:p>
                      <a:pPr algn="ctr">
                        <a:buNone/>
                      </a:pPr>
                      <a:endParaRPr lang="en-US" altLang="zh-CN" sz="1400" dirty="0">
                        <a:latin typeface="Times New Roman" panose="02020603050405020304" pitchFamily="18" charset="0"/>
                        <a:ea typeface="黑体" panose="02010609060101010101" charset="-122"/>
                        <a:cs typeface="Times New Roman" panose="02020603050405020304" pitchFamily="18" charset="0"/>
                      </a:endParaRPr>
                    </a:p>
                  </a:txBody>
                  <a:tcPr anchor="ctr"/>
                </a:tc>
              </a:tr>
              <a:tr h="315595">
                <a:tc vMerge="1">
                  <a:tcP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泸</a:t>
                      </a:r>
                      <a:r>
                        <a:rPr lang="en-US" altLang="zh-CN" sz="1400" dirty="0">
                          <a:latin typeface="Times New Roman" panose="02020603050405020304" pitchFamily="18" charset="0"/>
                          <a:ea typeface="黑体" panose="02010609060101010101" charset="-122"/>
                          <a:cs typeface="Times New Roman" panose="02020603050405020304" pitchFamily="18" charset="0"/>
                        </a:rPr>
                        <a:t>203H10-2</a:t>
                      </a:r>
                      <a:r>
                        <a:rPr lang="zh-CN" altLang="en-US" sz="1400" dirty="0">
                          <a:latin typeface="Times New Roman" panose="02020603050405020304" pitchFamily="18" charset="0"/>
                          <a:ea typeface="黑体" panose="02010609060101010101" charset="-122"/>
                          <a:cs typeface="Times New Roman" panose="02020603050405020304" pitchFamily="18" charset="0"/>
                        </a:rPr>
                        <a:t>井</a:t>
                      </a:r>
                      <a:r>
                        <a:rPr lang="en-US" altLang="zh-CN" sz="1400" dirty="0">
                          <a:latin typeface="Times New Roman" panose="02020603050405020304" pitchFamily="18" charset="0"/>
                          <a:ea typeface="黑体" panose="02010609060101010101" charset="-122"/>
                          <a:cs typeface="Times New Roman" panose="02020603050405020304" pitchFamily="18" charset="0"/>
                        </a:rPr>
                        <a:t>4</a:t>
                      </a:r>
                      <a:r>
                        <a:rPr lang="zh-CN" altLang="en-US" sz="1400" dirty="0">
                          <a:latin typeface="Times New Roman" panose="02020603050405020304" pitchFamily="18" charset="0"/>
                          <a:ea typeface="黑体" panose="02010609060101010101" charset="-122"/>
                          <a:cs typeface="Times New Roman" panose="02020603050405020304" pitchFamily="18" charset="0"/>
                        </a:rPr>
                        <a:t>段</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vMerge="1">
                  <a:tcPr/>
                </a:tc>
              </a:tr>
              <a:tr h="314960">
                <a:tc vMerge="1">
                  <a:tcPr/>
                </a:tc>
                <a:tc>
                  <a:txBody>
                    <a:bodyPr/>
                    <a:lstStyle/>
                    <a:p>
                      <a:pPr algn="ctr">
                        <a:buNone/>
                      </a:pPr>
                      <a:r>
                        <a:rPr lang="zh-CN" altLang="en-US" sz="1400" dirty="0">
                          <a:latin typeface="Times New Roman" panose="02020603050405020304" pitchFamily="18" charset="0"/>
                          <a:ea typeface="黑体" panose="02010609060101010101" charset="-122"/>
                          <a:cs typeface="Times New Roman" panose="02020603050405020304" pitchFamily="18" charset="0"/>
                        </a:rPr>
                        <a:t>泸</a:t>
                      </a:r>
                      <a:r>
                        <a:rPr lang="en-US" altLang="zh-CN" sz="1400" dirty="0">
                          <a:latin typeface="Times New Roman" panose="02020603050405020304" pitchFamily="18" charset="0"/>
                          <a:ea typeface="黑体" panose="02010609060101010101" charset="-122"/>
                          <a:cs typeface="Times New Roman" panose="02020603050405020304" pitchFamily="18" charset="0"/>
                        </a:rPr>
                        <a:t>203H10-4</a:t>
                      </a:r>
                      <a:r>
                        <a:rPr lang="zh-CN" altLang="en-US" sz="1400" dirty="0">
                          <a:latin typeface="Times New Roman" panose="02020603050405020304" pitchFamily="18" charset="0"/>
                          <a:ea typeface="黑体" panose="02010609060101010101" charset="-122"/>
                          <a:cs typeface="Times New Roman" panose="02020603050405020304" pitchFamily="18" charset="0"/>
                        </a:rPr>
                        <a:t>井</a:t>
                      </a:r>
                      <a:r>
                        <a:rPr lang="en-US" altLang="zh-CN" sz="1400" dirty="0">
                          <a:latin typeface="Times New Roman" panose="02020603050405020304" pitchFamily="18" charset="0"/>
                          <a:ea typeface="黑体" panose="02010609060101010101" charset="-122"/>
                          <a:cs typeface="Times New Roman" panose="02020603050405020304" pitchFamily="18" charset="0"/>
                        </a:rPr>
                        <a:t>20</a:t>
                      </a:r>
                      <a:r>
                        <a:rPr lang="zh-CN" altLang="en-US" sz="1400" dirty="0">
                          <a:latin typeface="Times New Roman" panose="02020603050405020304" pitchFamily="18" charset="0"/>
                          <a:ea typeface="黑体" panose="02010609060101010101" charset="-122"/>
                          <a:cs typeface="Times New Roman" panose="02020603050405020304" pitchFamily="18" charset="0"/>
                        </a:rPr>
                        <a:t>段</a:t>
                      </a:r>
                      <a:endParaRPr lang="zh-CN" altLang="en-US" sz="1400" dirty="0">
                        <a:latin typeface="Times New Roman" panose="02020603050405020304" pitchFamily="18" charset="0"/>
                        <a:ea typeface="黑体" panose="02010609060101010101" charset="-122"/>
                        <a:cs typeface="Times New Roman" panose="02020603050405020304" pitchFamily="18" charset="0"/>
                      </a:endParaRPr>
                    </a:p>
                  </a:txBody>
                  <a:tcPr anchor="ctr"/>
                </a:tc>
                <a:tc vMerge="1">
                  <a:tcPr/>
                </a:tc>
              </a:tr>
            </a:tbl>
          </a:graphicData>
        </a:graphic>
      </p:graphicFrame>
      <p:sp>
        <p:nvSpPr>
          <p:cNvPr id="11" name="文本框 10"/>
          <p:cNvSpPr txBox="1"/>
          <p:nvPr/>
        </p:nvSpPr>
        <p:spPr>
          <a:xfrm>
            <a:off x="221615" y="6075045"/>
            <a:ext cx="587438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203H10</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平台</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1~4</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井压裂施工参数表</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6096000" y="6075045"/>
            <a:ext cx="58146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主体段、渐进防控段、风险段微小裂缝扩展事件比例统计</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3"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530"/>
            <a:ext cx="1144905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6</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、地质</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工程参数与小波响应关系：随着地层应力差增大，压力降和小波峰值能量不断减小</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algn="just">
              <a:lnSpc>
                <a:spcPct val="150000"/>
              </a:lnSpc>
              <a:buClr>
                <a:srgbClr val="FF0000"/>
              </a:buClr>
              <a:buFont typeface="Wingdings" panose="05000000000000000000" charset="0"/>
              <a:buChar char="l"/>
            </a:pPr>
            <a:r>
              <a:rPr sz="1600" dirty="0">
                <a:cs typeface="微软雅黑" panose="020B0503020204020204" pitchFamily="34" charset="-122"/>
                <a:sym typeface="+mn-ea"/>
              </a:rPr>
              <a:t>在天然裂缝相遇时刻，当应力差为</a:t>
            </a:r>
            <a:r>
              <a:rPr sz="1600" dirty="0">
                <a:solidFill>
                  <a:srgbClr val="FF0000"/>
                </a:solidFill>
                <a:cs typeface="微软雅黑" panose="020B0503020204020204" pitchFamily="34" charset="-122"/>
                <a:sym typeface="+mn-ea"/>
              </a:rPr>
              <a:t>0</a:t>
            </a:r>
            <a:r>
              <a:rPr lang="en-US" sz="1600" dirty="0">
                <a:solidFill>
                  <a:srgbClr val="FF0000"/>
                </a:solidFill>
                <a:cs typeface="微软雅黑" panose="020B0503020204020204" pitchFamily="34" charset="-122"/>
                <a:sym typeface="+mn-ea"/>
              </a:rPr>
              <a:t>MPa</a:t>
            </a:r>
            <a:r>
              <a:rPr lang="zh-CN" altLang="en-US" sz="1600" dirty="0">
                <a:solidFill>
                  <a:srgbClr val="FF0000"/>
                </a:solidFill>
                <a:cs typeface="微软雅黑" panose="020B0503020204020204" pitchFamily="34" charset="-122"/>
                <a:sym typeface="+mn-ea"/>
              </a:rPr>
              <a:t>、</a:t>
            </a:r>
            <a:r>
              <a:rPr sz="1600" dirty="0">
                <a:solidFill>
                  <a:srgbClr val="FF0000"/>
                </a:solidFill>
                <a:cs typeface="微软雅黑" panose="020B0503020204020204" pitchFamily="34" charset="-122"/>
                <a:sym typeface="+mn-ea"/>
              </a:rPr>
              <a:t>2MPa</a:t>
            </a:r>
            <a:r>
              <a:rPr lang="zh-CN" sz="1600" dirty="0">
                <a:solidFill>
                  <a:srgbClr val="FF0000"/>
                </a:solidFill>
                <a:cs typeface="微软雅黑" panose="020B0503020204020204" pitchFamily="34" charset="-122"/>
                <a:sym typeface="+mn-ea"/>
              </a:rPr>
              <a:t>、</a:t>
            </a:r>
            <a:r>
              <a:rPr sz="1600" dirty="0">
                <a:solidFill>
                  <a:srgbClr val="FF0000"/>
                </a:solidFill>
                <a:cs typeface="微软雅黑" panose="020B0503020204020204" pitchFamily="34" charset="-122"/>
                <a:sym typeface="+mn-ea"/>
              </a:rPr>
              <a:t>5MPa</a:t>
            </a:r>
            <a:r>
              <a:rPr lang="zh-CN" sz="1600" dirty="0">
                <a:cs typeface="微软雅黑" panose="020B0503020204020204" pitchFamily="34" charset="-122"/>
                <a:sym typeface="+mn-ea"/>
              </a:rPr>
              <a:t>的条件下</a:t>
            </a:r>
            <a:r>
              <a:rPr sz="1600" dirty="0">
                <a:cs typeface="微软雅黑" panose="020B0503020204020204" pitchFamily="34" charset="-122"/>
                <a:sym typeface="+mn-ea"/>
              </a:rPr>
              <a:t>，其压力降</a:t>
            </a:r>
            <a:r>
              <a:rPr lang="zh-CN" sz="1600" dirty="0">
                <a:cs typeface="微软雅黑" panose="020B0503020204020204" pitchFamily="34" charset="-122"/>
                <a:sym typeface="+mn-ea"/>
              </a:rPr>
              <a:t>分别</a:t>
            </a:r>
            <a:r>
              <a:rPr sz="1600" dirty="0">
                <a:cs typeface="微软雅黑" panose="020B0503020204020204" pitchFamily="34" charset="-122"/>
                <a:sym typeface="+mn-ea"/>
              </a:rPr>
              <a:t>为0.54MPa</a:t>
            </a:r>
            <a:r>
              <a:rPr lang="zh-CN" sz="1600" dirty="0">
                <a:cs typeface="微软雅黑" panose="020B0503020204020204" pitchFamily="34" charset="-122"/>
                <a:sym typeface="+mn-ea"/>
              </a:rPr>
              <a:t>、0.31MPa、</a:t>
            </a:r>
            <a:r>
              <a:rPr sz="1600" dirty="0">
                <a:cs typeface="微软雅黑" panose="020B0503020204020204" pitchFamily="34" charset="-122"/>
                <a:sym typeface="+mn-ea"/>
              </a:rPr>
              <a:t>0.01MPa，小波峰值能量分别为46.12、1.59、0.39</a:t>
            </a:r>
            <a:r>
              <a:rPr lang="zh-CN" sz="1600" dirty="0">
                <a:cs typeface="微软雅黑" panose="020B0503020204020204" pitchFamily="34" charset="-122"/>
                <a:sym typeface="+mn-ea"/>
              </a:rPr>
              <a:t>。</a:t>
            </a:r>
            <a:r>
              <a:rPr sz="1600" dirty="0" err="1">
                <a:cs typeface="微软雅黑" panose="020B0503020204020204" pitchFamily="34" charset="-122"/>
                <a:sym typeface="+mn-ea"/>
              </a:rPr>
              <a:t>所以随着</a:t>
            </a:r>
            <a:r>
              <a:rPr sz="1600" dirty="0" err="1">
                <a:solidFill>
                  <a:srgbClr val="FF0000"/>
                </a:solidFill>
                <a:cs typeface="微软雅黑" panose="020B0503020204020204" pitchFamily="34" charset="-122"/>
                <a:sym typeface="+mn-ea"/>
              </a:rPr>
              <a:t>应力差的增大</a:t>
            </a:r>
            <a:r>
              <a:rPr sz="1600" dirty="0" err="1">
                <a:cs typeface="微软雅黑" panose="020B0503020204020204" pitchFamily="34" charset="-122"/>
                <a:sym typeface="+mn-ea"/>
              </a:rPr>
              <a:t>，其</a:t>
            </a:r>
            <a:r>
              <a:rPr sz="1600" dirty="0" err="1">
                <a:solidFill>
                  <a:srgbClr val="FF0000"/>
                </a:solidFill>
                <a:cs typeface="微软雅黑" panose="020B0503020204020204" pitchFamily="34" charset="-122"/>
                <a:sym typeface="+mn-ea"/>
              </a:rPr>
              <a:t>压力降逐渐减小</a:t>
            </a:r>
            <a:r>
              <a:rPr sz="1600" dirty="0" err="1">
                <a:cs typeface="微软雅黑" panose="020B0503020204020204" pitchFamily="34" charset="-122"/>
                <a:sym typeface="+mn-ea"/>
              </a:rPr>
              <a:t>，</a:t>
            </a:r>
            <a:r>
              <a:rPr sz="1600" dirty="0" err="1">
                <a:solidFill>
                  <a:srgbClr val="FF0000"/>
                </a:solidFill>
                <a:cs typeface="微软雅黑" panose="020B0503020204020204" pitchFamily="34" charset="-122"/>
                <a:sym typeface="+mn-ea"/>
              </a:rPr>
              <a:t>小波峰值能量也不断减小</a:t>
            </a:r>
            <a:endParaRPr lang="zh-CN" altLang="en-US" sz="1600" dirty="0">
              <a:cs typeface="微软雅黑" panose="020B0503020204020204" pitchFamily="34" charset="-122"/>
            </a:endParaRPr>
          </a:p>
        </p:txBody>
      </p:sp>
      <p:pic>
        <p:nvPicPr>
          <p:cNvPr id="872229315" name="图片 1"/>
          <p:cNvPicPr/>
          <p:nvPr/>
        </p:nvPicPr>
        <p:blipFill>
          <a:blip r:embed="rId1"/>
          <a:stretch>
            <a:fillRect/>
          </a:stretch>
        </p:blipFill>
        <p:spPr>
          <a:xfrm>
            <a:off x="6240780" y="2901315"/>
            <a:ext cx="5688000" cy="2490816"/>
          </a:xfrm>
          <a:prstGeom prst="rect">
            <a:avLst/>
          </a:prstGeom>
        </p:spPr>
      </p:pic>
      <p:sp>
        <p:nvSpPr>
          <p:cNvPr id="7" name="文本框 6"/>
          <p:cNvSpPr txBox="1"/>
          <p:nvPr/>
        </p:nvSpPr>
        <p:spPr>
          <a:xfrm>
            <a:off x="221615" y="6075045"/>
            <a:ext cx="587438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(a)不同应力差下注入压力曲线，(b)不同应力差下小波能量曲线</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2" name="文本框 11"/>
          <p:cNvSpPr txBox="1"/>
          <p:nvPr/>
        </p:nvSpPr>
        <p:spPr>
          <a:xfrm>
            <a:off x="6096000" y="6075045"/>
            <a:ext cx="5814695"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不同应力差下压力降和小波峰值能量，(a)水力裂缝与天然裂缝相遇时刻，(b)停泵时刻</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0" y="3038569"/>
            <a:ext cx="5874385" cy="2417244"/>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530"/>
            <a:ext cx="1144905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6</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、地质</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工程参数与小波响应关系：随着弹性模量增加，压降值和小波峰值能量不断增加</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algn="just">
              <a:lnSpc>
                <a:spcPct val="150000"/>
              </a:lnSpc>
              <a:buClr>
                <a:srgbClr val="FF0000"/>
              </a:buClr>
              <a:buFont typeface="Wingdings" panose="05000000000000000000" charset="0"/>
              <a:buChar char="l"/>
            </a:pPr>
            <a:r>
              <a:rPr lang="zh-CN" sz="1600" dirty="0">
                <a:cs typeface="微软雅黑" panose="020B0503020204020204" pitchFamily="34" charset="-122"/>
                <a:sym typeface="+mn-ea"/>
              </a:rPr>
              <a:t>在不同弹性模量下（</a:t>
            </a:r>
            <a:r>
              <a:rPr lang="zh-CN" sz="1600" dirty="0">
                <a:solidFill>
                  <a:srgbClr val="FF0000"/>
                </a:solidFill>
                <a:cs typeface="微软雅黑" panose="020B0503020204020204" pitchFamily="34" charset="-122"/>
                <a:sym typeface="+mn-ea"/>
              </a:rPr>
              <a:t>15、20、30GPa</a:t>
            </a:r>
            <a:r>
              <a:rPr lang="zh-CN" sz="1600" dirty="0">
                <a:cs typeface="微软雅黑" panose="020B0503020204020204" pitchFamily="34" charset="-122"/>
                <a:sym typeface="+mn-ea"/>
              </a:rPr>
              <a:t>），</a:t>
            </a:r>
            <a:r>
              <a:rPr sz="1600" dirty="0">
                <a:cs typeface="微软雅黑" panose="020B0503020204020204" pitchFamily="34" charset="-122"/>
                <a:sym typeface="+mn-ea"/>
              </a:rPr>
              <a:t>水力裂缝与天然裂缝相遇事件</a:t>
            </a:r>
            <a:r>
              <a:rPr lang="zh-CN" sz="1600" dirty="0">
                <a:cs typeface="微软雅黑" panose="020B0503020204020204" pitchFamily="34" charset="-122"/>
                <a:sym typeface="+mn-ea"/>
              </a:rPr>
              <a:t>时</a:t>
            </a:r>
            <a:r>
              <a:rPr sz="1600" dirty="0">
                <a:cs typeface="微软雅黑" panose="020B0503020204020204" pitchFamily="34" charset="-122"/>
                <a:sym typeface="+mn-ea"/>
              </a:rPr>
              <a:t>其压降值分别为0.54MPa、0.61MPa、0.85MPa，小波峰值能量分别为46.12、68.45、121.36，随着</a:t>
            </a:r>
            <a:r>
              <a:rPr sz="1600" dirty="0">
                <a:solidFill>
                  <a:srgbClr val="FF0000"/>
                </a:solidFill>
                <a:cs typeface="微软雅黑" panose="020B0503020204020204" pitchFamily="34" charset="-122"/>
                <a:sym typeface="+mn-ea"/>
              </a:rPr>
              <a:t>弹性模量的增加</a:t>
            </a:r>
            <a:r>
              <a:rPr sz="1600" dirty="0">
                <a:cs typeface="微软雅黑" panose="020B0503020204020204" pitchFamily="34" charset="-122"/>
                <a:sym typeface="+mn-ea"/>
              </a:rPr>
              <a:t>，其</a:t>
            </a:r>
            <a:r>
              <a:rPr sz="1600" dirty="0">
                <a:solidFill>
                  <a:srgbClr val="FF0000"/>
                </a:solidFill>
                <a:cs typeface="微软雅黑" panose="020B0503020204020204" pitchFamily="34" charset="-122"/>
                <a:sym typeface="+mn-ea"/>
              </a:rPr>
              <a:t>压降值与小波峰值能量都随着增加</a:t>
            </a:r>
            <a:endParaRPr lang="zh-CN" altLang="en-US" sz="1600" dirty="0">
              <a:cs typeface="微软雅黑" panose="020B0503020204020204" pitchFamily="34" charset="-122"/>
            </a:endParaRPr>
          </a:p>
        </p:txBody>
      </p:sp>
      <p:sp>
        <p:nvSpPr>
          <p:cNvPr id="18" name="文本框 17"/>
          <p:cNvSpPr txBox="1"/>
          <p:nvPr/>
        </p:nvSpPr>
        <p:spPr>
          <a:xfrm>
            <a:off x="193040" y="6046470"/>
            <a:ext cx="6179820" cy="261610"/>
          </a:xfrm>
          <a:prstGeom prst="rect">
            <a:avLst/>
          </a:prstGeom>
          <a:noFill/>
        </p:spPr>
        <p:txBody>
          <a:bodyPr wrap="square" rtlCol="0">
            <a:spAutoFit/>
          </a:bodyPr>
          <a:lstStyle/>
          <a:p>
            <a:pPr algn="ct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(a)不同弹性模量下注入压力曲线，(b)不同应力差下小波能量曲线</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5" name="文本框 4"/>
          <p:cNvSpPr txBox="1"/>
          <p:nvPr/>
        </p:nvSpPr>
        <p:spPr>
          <a:xfrm>
            <a:off x="6124575" y="6046470"/>
            <a:ext cx="5874385" cy="261610"/>
          </a:xfrm>
          <a:prstGeom prst="rect">
            <a:avLst/>
          </a:prstGeom>
          <a:noFill/>
        </p:spPr>
        <p:txBody>
          <a:bodyPr wrap="square" rtlCol="0">
            <a:spAutoFit/>
          </a:bodyPr>
          <a:lstStyle/>
          <a:p>
            <a:pPr algn="ctr">
              <a:buClrTx/>
              <a:buSzTx/>
              <a:buFontTx/>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不同弹性模量下压力降和小波峰值能量，(a)水力裂缝与天然裂缝相遇时刻，(b)停泵时刻</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623120558" name="图片 1"/>
          <p:cNvPicPr/>
          <p:nvPr/>
        </p:nvPicPr>
        <p:blipFill>
          <a:blip r:embed="rId1"/>
          <a:stretch>
            <a:fillRect/>
          </a:stretch>
        </p:blipFill>
        <p:spPr>
          <a:xfrm>
            <a:off x="204470" y="2898140"/>
            <a:ext cx="5688000" cy="2340000"/>
          </a:xfrm>
          <a:prstGeom prst="rect">
            <a:avLst/>
          </a:prstGeom>
        </p:spPr>
      </p:pic>
      <p:pic>
        <p:nvPicPr>
          <p:cNvPr id="398822647" name="图片 1"/>
          <p:cNvPicPr/>
          <p:nvPr/>
        </p:nvPicPr>
        <p:blipFill>
          <a:blip r:embed="rId2"/>
          <a:stretch>
            <a:fillRect/>
          </a:stretch>
        </p:blipFill>
        <p:spPr>
          <a:xfrm>
            <a:off x="6311265" y="2898140"/>
            <a:ext cx="5688000" cy="2340000"/>
          </a:xfrm>
          <a:prstGeom prst="rect">
            <a:avLst/>
          </a:prstGeom>
        </p:spPr>
      </p:pic>
      <p:sp>
        <p:nvSpPr>
          <p:cNvPr id="10"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475" y="811530"/>
            <a:ext cx="11449050"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6</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、地质</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工程参数与小波响应关系：用液强度、加砂强度与岩石类事件能量呈正相关</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962" y="1357435"/>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a:buFont typeface="Wingdings" panose="05000000000000000000" charset="0"/>
              <a:buChar char="l"/>
            </a:pPr>
            <a:r>
              <a:rPr lang="zh-CN" altLang="en-US" sz="1600" dirty="0">
                <a:cs typeface="微软雅黑" panose="020B0503020204020204" pitchFamily="34" charset="-122"/>
                <a:sym typeface="+mn-ea"/>
              </a:rPr>
              <a:t>经数据统计与分析，岩石类事件能量与</a:t>
            </a:r>
            <a:r>
              <a:rPr lang="zh-CN" altLang="en-US" sz="1600" dirty="0">
                <a:solidFill>
                  <a:srgbClr val="FF0000"/>
                </a:solidFill>
                <a:cs typeface="微软雅黑" panose="020B0503020204020204" pitchFamily="34" charset="-122"/>
                <a:sym typeface="+mn-ea"/>
              </a:rPr>
              <a:t>用液强度</a:t>
            </a:r>
            <a:r>
              <a:rPr lang="zh-CN" altLang="en-US" sz="1600" dirty="0">
                <a:cs typeface="微软雅黑" panose="020B0503020204020204" pitchFamily="34" charset="-122"/>
                <a:sym typeface="+mn-ea"/>
              </a:rPr>
              <a:t>呈正相关关系，随着用液强度和加砂强度的增大，压裂过程中更容易产生主裂缝，其岩石类事件</a:t>
            </a:r>
            <a:r>
              <a:rPr lang="zh-CN" altLang="en-US" sz="1600" dirty="0">
                <a:solidFill>
                  <a:srgbClr val="FF0000"/>
                </a:solidFill>
                <a:cs typeface="微软雅黑" panose="020B0503020204020204" pitchFamily="34" charset="-122"/>
                <a:sym typeface="+mn-ea"/>
              </a:rPr>
              <a:t>小波能量会更大</a:t>
            </a:r>
            <a:endParaRPr lang="zh-CN" altLang="en-US" sz="1600" dirty="0">
              <a:cs typeface="微软雅黑" panose="020B0503020204020204" pitchFamily="34" charset="-122"/>
              <a:sym typeface="+mn-ea"/>
            </a:endParaRPr>
          </a:p>
        </p:txBody>
      </p:sp>
      <p:pic>
        <p:nvPicPr>
          <p:cNvPr id="5" name="图片 4" descr="图片4"/>
          <p:cNvPicPr>
            <a:picLocks noChangeAspect="1"/>
          </p:cNvPicPr>
          <p:nvPr/>
        </p:nvPicPr>
        <p:blipFill>
          <a:blip r:embed="rId1"/>
          <a:stretch>
            <a:fillRect/>
          </a:stretch>
        </p:blipFill>
        <p:spPr>
          <a:xfrm>
            <a:off x="544660" y="2144942"/>
            <a:ext cx="3613094" cy="2003091"/>
          </a:xfrm>
          <a:prstGeom prst="rect">
            <a:avLst/>
          </a:prstGeom>
        </p:spPr>
      </p:pic>
      <p:graphicFrame>
        <p:nvGraphicFramePr>
          <p:cNvPr id="6" name="表格 5"/>
          <p:cNvGraphicFramePr/>
          <p:nvPr/>
        </p:nvGraphicFramePr>
        <p:xfrm>
          <a:off x="5280660" y="4267966"/>
          <a:ext cx="6012000" cy="1766324"/>
        </p:xfrm>
        <a:graphic>
          <a:graphicData uri="http://schemas.openxmlformats.org/drawingml/2006/table">
            <a:tbl>
              <a:tblPr firstRow="1" bandRow="1">
                <a:tableStyleId>{EC4C6ECB-AAFD-4591-A46D-B0864FAC19FA}</a:tableStyleId>
              </a:tblPr>
              <a:tblGrid>
                <a:gridCol w="2772000"/>
                <a:gridCol w="1620000"/>
                <a:gridCol w="1620000"/>
              </a:tblGrid>
              <a:tr h="252332">
                <a:tc>
                  <a:txBody>
                    <a:bodyPr/>
                    <a:lstStyle/>
                    <a:p>
                      <a:pPr algn="ctr" fontAlgn="b"/>
                      <a:r>
                        <a:rPr lang="en-US" altLang="zh-CN" sz="1100" b="0" dirty="0" err="1">
                          <a:solidFill>
                            <a:schemeClr val="bg1"/>
                          </a:solidFill>
                          <a:latin typeface="Times New Roman" panose="02020603050405020304" pitchFamily="18" charset="0"/>
                          <a:ea typeface="黑体" panose="02010609060101010101" charset="-122"/>
                          <a:cs typeface="Times New Roman" panose="02020603050405020304" pitchFamily="18" charset="0"/>
                        </a:rPr>
                        <a:t>井段</a:t>
                      </a:r>
                      <a:endParaRPr lang="en-US" altLang="zh-CN" sz="1100" b="0" dirty="0">
                        <a:solidFill>
                          <a:schemeClr val="bg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b="0">
                          <a:solidFill>
                            <a:schemeClr val="bg1"/>
                          </a:solidFill>
                          <a:latin typeface="Times New Roman" panose="02020603050405020304" pitchFamily="18" charset="0"/>
                          <a:ea typeface="黑体" panose="02010609060101010101" charset="-122"/>
                          <a:cs typeface="Times New Roman" panose="02020603050405020304" pitchFamily="18" charset="0"/>
                        </a:rPr>
                        <a:t>对数压力能量</a:t>
                      </a:r>
                      <a:endParaRPr lang="en-US" altLang="zh-CN" sz="1100" b="0">
                        <a:solidFill>
                          <a:schemeClr val="bg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b="0">
                          <a:solidFill>
                            <a:schemeClr val="bg1"/>
                          </a:solidFill>
                          <a:latin typeface="Times New Roman" panose="02020603050405020304" pitchFamily="18" charset="0"/>
                          <a:ea typeface="黑体" panose="02010609060101010101" charset="-122"/>
                          <a:cs typeface="Times New Roman" panose="02020603050405020304" pitchFamily="18" charset="0"/>
                        </a:rPr>
                        <a:t>对数用液强度</a:t>
                      </a:r>
                      <a:endParaRPr lang="en-US" altLang="zh-CN" sz="1100" b="0">
                        <a:solidFill>
                          <a:schemeClr val="bg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r h="252332">
                <a:tc>
                  <a:txBody>
                    <a:bodyPr/>
                    <a:lstStyle/>
                    <a:p>
                      <a:pPr algn="ctr" fontAlgn="b"/>
                      <a:r>
                        <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泸203H10-1井加砂压裂第5段</a:t>
                      </a:r>
                      <a:endPar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rPr>
                        <a:t>0.805578441</a:t>
                      </a:r>
                      <a:endPar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rPr>
                        <a:t>0.679427897</a:t>
                      </a:r>
                      <a:endPar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r h="252332">
                <a:tc>
                  <a:txBody>
                    <a:bodyPr/>
                    <a:lstStyle/>
                    <a:p>
                      <a:pPr algn="ctr" fontAlgn="b"/>
                      <a:r>
                        <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rPr>
                        <a:t>泸203H10-1井加砂压裂第10段</a:t>
                      </a:r>
                      <a:endPar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rPr>
                        <a:t>0.631419764</a:t>
                      </a:r>
                      <a:endPar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rPr>
                        <a:t>0.698100546</a:t>
                      </a:r>
                      <a:endPar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r h="252332">
                <a:tc>
                  <a:txBody>
                    <a:bodyPr/>
                    <a:lstStyle/>
                    <a:p>
                      <a:pPr algn="ctr" fontAlgn="b"/>
                      <a:r>
                        <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泸203H10-1井加砂压裂第11段</a:t>
                      </a:r>
                      <a:endPar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rPr>
                        <a:t>0.360997357</a:t>
                      </a:r>
                      <a:endPar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rPr>
                        <a:t>0.710963119</a:t>
                      </a:r>
                      <a:endPar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r h="252332">
                <a:tc>
                  <a:txBody>
                    <a:bodyPr/>
                    <a:lstStyle/>
                    <a:p>
                      <a:pPr algn="ctr" fontAlgn="b"/>
                      <a:r>
                        <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rPr>
                        <a:t>泸203H10-1井加砂压裂第4段</a:t>
                      </a:r>
                      <a:endPar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rPr>
                        <a:t>0.780356173</a:t>
                      </a:r>
                      <a:endPar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rPr>
                        <a:t>0.715167358</a:t>
                      </a:r>
                      <a:endPar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r h="252332">
                <a:tc>
                  <a:txBody>
                    <a:bodyPr/>
                    <a:lstStyle/>
                    <a:p>
                      <a:pPr algn="ctr" fontAlgn="b"/>
                      <a:r>
                        <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rPr>
                        <a:t>泸203H10-3井加砂压裂第13段</a:t>
                      </a:r>
                      <a:endPar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rPr>
                        <a:t>0.731201822</a:t>
                      </a:r>
                      <a:endPar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rPr>
                        <a:t>0.731588765</a:t>
                      </a:r>
                      <a:endPar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r h="252332">
                <a:tc>
                  <a:txBody>
                    <a:bodyPr/>
                    <a:lstStyle/>
                    <a:p>
                      <a:pPr algn="ctr" fontAlgn="b"/>
                      <a:r>
                        <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泸203H10-3井加砂压裂第14段</a:t>
                      </a:r>
                      <a:endPar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rPr>
                        <a:t>0.563182186</a:t>
                      </a:r>
                      <a:endParaRPr lang="en-US" altLang="zh-CN" sz="110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rPr>
                        <a:t>0.731588765</a:t>
                      </a:r>
                      <a:endParaRPr lang="en-US" altLang="zh-CN" sz="110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bl>
          </a:graphicData>
        </a:graphic>
      </p:graphicFrame>
      <p:sp>
        <p:nvSpPr>
          <p:cNvPr id="9" name="文本框 8"/>
          <p:cNvSpPr txBox="1"/>
          <p:nvPr/>
        </p:nvSpPr>
        <p:spPr>
          <a:xfrm>
            <a:off x="5720732" y="6194620"/>
            <a:ext cx="6012815" cy="261610"/>
          </a:xfrm>
          <a:prstGeom prst="rect">
            <a:avLst/>
          </a:prstGeom>
          <a:noFill/>
        </p:spPr>
        <p:txBody>
          <a:bodyPr wrap="square" rtlCol="0">
            <a:spAutoFit/>
          </a:bodyPr>
          <a:lstStyle/>
          <a:p>
            <a:pPr algn="ctr">
              <a:buClrTx/>
              <a:buSzTx/>
              <a:buFontTx/>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加砂强度、用液强度与小波能量关系统计表</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1"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成果三</a:t>
            </a:r>
            <a:r>
              <a:rPr lang="zh-CN" altLang="en-US" sz="2400" b="1" kern="0" dirty="0">
                <a:solidFill>
                  <a:srgbClr val="FF0000"/>
                </a:solidFill>
                <a:latin typeface="微软雅黑" panose="020B0503020204020204" pitchFamily="34" charset="-122"/>
                <a:ea typeface="微软雅黑" panose="020B0503020204020204" pitchFamily="34" charset="-122"/>
              </a:rPr>
              <a:t>、基于三维网格搜索与遗传算法，实现了对裂缝扩展事件的高精度识别</a:t>
            </a:r>
            <a:endParaRPr lang="en-US" altLang="zh-CN" sz="2400" b="1" kern="0" dirty="0">
              <a:solidFill>
                <a:srgbClr val="FF0000"/>
              </a:solidFill>
              <a:latin typeface="微软雅黑" panose="020B0503020204020204" pitchFamily="34" charset="-122"/>
              <a:ea typeface="微软雅黑" panose="020B0503020204020204" pitchFamily="34" charset="-122"/>
            </a:endParaRPr>
          </a:p>
        </p:txBody>
      </p:sp>
      <p:pic>
        <p:nvPicPr>
          <p:cNvPr id="10" name="图片 9" descr="图片6"/>
          <p:cNvPicPr>
            <a:picLocks noChangeAspect="1"/>
          </p:cNvPicPr>
          <p:nvPr/>
        </p:nvPicPr>
        <p:blipFill>
          <a:blip r:embed="rId2"/>
          <a:stretch>
            <a:fillRect/>
          </a:stretch>
        </p:blipFill>
        <p:spPr>
          <a:xfrm>
            <a:off x="458453" y="4267966"/>
            <a:ext cx="3785509" cy="2188264"/>
          </a:xfrm>
          <a:prstGeom prst="rect">
            <a:avLst/>
          </a:prstGeom>
        </p:spPr>
      </p:pic>
      <p:graphicFrame>
        <p:nvGraphicFramePr>
          <p:cNvPr id="12" name="表格 11"/>
          <p:cNvGraphicFramePr/>
          <p:nvPr/>
        </p:nvGraphicFramePr>
        <p:xfrm>
          <a:off x="5280660" y="2305050"/>
          <a:ext cx="6012000" cy="1766548"/>
        </p:xfrm>
        <a:graphic>
          <a:graphicData uri="http://schemas.openxmlformats.org/drawingml/2006/table">
            <a:tbl>
              <a:tblPr firstRow="1" bandRow="1">
                <a:tableStyleId>{EC4C6ECB-AAFD-4591-A46D-B0864FAC19FA}</a:tableStyleId>
              </a:tblPr>
              <a:tblGrid>
                <a:gridCol w="2772000"/>
                <a:gridCol w="1620000"/>
                <a:gridCol w="1620000"/>
              </a:tblGrid>
              <a:tr h="252364">
                <a:tc>
                  <a:txBody>
                    <a:bodyPr/>
                    <a:lstStyle/>
                    <a:p>
                      <a:pPr algn="ctr" fontAlgn="b"/>
                      <a:r>
                        <a:rPr lang="en-US" altLang="zh-CN" sz="1100" b="0" i="0" dirty="0" err="1">
                          <a:solidFill>
                            <a:schemeClr val="bg1"/>
                          </a:solidFill>
                          <a:latin typeface="Times New Roman" panose="02020603050405020304" pitchFamily="18" charset="0"/>
                          <a:ea typeface="黑体" panose="02010609060101010101" charset="-122"/>
                          <a:cs typeface="Times New Roman" panose="02020603050405020304" pitchFamily="18" charset="0"/>
                        </a:rPr>
                        <a:t>井段</a:t>
                      </a:r>
                      <a:endParaRPr lang="en-US" altLang="zh-CN" sz="1100" b="0" i="0" dirty="0">
                        <a:solidFill>
                          <a:schemeClr val="bg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b="0" i="0">
                          <a:solidFill>
                            <a:schemeClr val="bg1"/>
                          </a:solidFill>
                          <a:latin typeface="Times New Roman" panose="02020603050405020304" pitchFamily="18" charset="0"/>
                          <a:ea typeface="黑体" panose="02010609060101010101" charset="-122"/>
                          <a:cs typeface="Times New Roman" panose="02020603050405020304" pitchFamily="18" charset="0"/>
                        </a:rPr>
                        <a:t>对数压力能量</a:t>
                      </a:r>
                      <a:endParaRPr lang="en-US" altLang="zh-CN" sz="1100" b="0" i="0">
                        <a:solidFill>
                          <a:schemeClr val="bg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b="0" i="0">
                          <a:solidFill>
                            <a:schemeClr val="bg1"/>
                          </a:solidFill>
                          <a:latin typeface="Times New Roman" panose="02020603050405020304" pitchFamily="18" charset="0"/>
                          <a:ea typeface="黑体" panose="02010609060101010101" charset="-122"/>
                          <a:cs typeface="Times New Roman" panose="02020603050405020304" pitchFamily="18" charset="0"/>
                        </a:rPr>
                        <a:t>对数加砂浓度</a:t>
                      </a:r>
                      <a:endParaRPr lang="en-US" altLang="zh-CN" sz="1100" b="0" i="0">
                        <a:solidFill>
                          <a:schemeClr val="bg1"/>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r h="252364">
                <a:tc>
                  <a:txBody>
                    <a:bodyPr/>
                    <a:lstStyle/>
                    <a:p>
                      <a:pPr algn="ctr" fontAlgn="b"/>
                      <a:r>
                        <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泸203H10-2井加砂压裂第12段</a:t>
                      </a:r>
                      <a:endPar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rPr>
                        <a:t>0.160138191</a:t>
                      </a:r>
                      <a:endPar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rPr>
                        <a:t>0.324282455</a:t>
                      </a:r>
                      <a:endPar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r h="252364">
                <a:tc>
                  <a:txBody>
                    <a:bodyPr/>
                    <a:lstStyle/>
                    <a:p>
                      <a:pPr algn="ctr" fontAlgn="b"/>
                      <a:r>
                        <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泸203H10-1井加砂压裂第11段</a:t>
                      </a:r>
                      <a:endPar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0.360997357</a:t>
                      </a:r>
                      <a:endPar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rPr>
                        <a:t>0.320146286</a:t>
                      </a:r>
                      <a:endPar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r h="252364">
                <a:tc>
                  <a:txBody>
                    <a:bodyPr/>
                    <a:lstStyle/>
                    <a:p>
                      <a:pPr algn="ctr" fontAlgn="b"/>
                      <a:r>
                        <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rPr>
                        <a:t>泸203H10-2井加砂压裂第4段</a:t>
                      </a:r>
                      <a:endPar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0.365898753</a:t>
                      </a:r>
                      <a:endPar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rPr>
                        <a:t>0.324282455</a:t>
                      </a:r>
                      <a:endPar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r h="252364">
                <a:tc>
                  <a:txBody>
                    <a:bodyPr/>
                    <a:lstStyle/>
                    <a:p>
                      <a:pPr algn="ctr" fontAlgn="b"/>
                      <a:r>
                        <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泸203H10-3井加砂压裂第14段</a:t>
                      </a:r>
                      <a:endPar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0.563182186</a:t>
                      </a:r>
                      <a:endPar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0.324282455</a:t>
                      </a:r>
                      <a:endPar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r h="252364">
                <a:tc>
                  <a:txBody>
                    <a:bodyPr/>
                    <a:lstStyle/>
                    <a:p>
                      <a:pPr algn="ctr" fontAlgn="b"/>
                      <a:r>
                        <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rPr>
                        <a:t>泸203H10-4井加砂压裂第21段</a:t>
                      </a:r>
                      <a:endPar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0.581503616</a:t>
                      </a:r>
                      <a:endPar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0.324282455</a:t>
                      </a:r>
                      <a:endPar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r h="252364">
                <a:tc>
                  <a:txBody>
                    <a:bodyPr/>
                    <a:lstStyle/>
                    <a:p>
                      <a:pPr algn="ctr" fontAlgn="b"/>
                      <a:r>
                        <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rPr>
                        <a:t>泸203H10-4井加砂压裂第14段</a:t>
                      </a:r>
                      <a:endPar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b"/>
                      <a:r>
                        <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rPr>
                        <a:t>0.608021602</a:t>
                      </a:r>
                      <a:endParaRPr lang="en-US" altLang="zh-CN" sz="1100" b="0" i="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c>
                  <a:txBody>
                    <a:bodyPr/>
                    <a:lstStyle/>
                    <a:p>
                      <a:pPr algn="ctr" fontAlgn="ctr"/>
                      <a:r>
                        <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rPr>
                        <a:t>0.324282455</a:t>
                      </a:r>
                      <a:endParaRPr lang="en-US" altLang="zh-CN" sz="1100" b="0" i="0" dirty="0">
                        <a:solidFill>
                          <a:srgbClr val="000000"/>
                        </a:solidFill>
                        <a:latin typeface="Times New Roman" panose="02020603050405020304" pitchFamily="18" charset="0"/>
                        <a:ea typeface="黑体" panose="02010609060101010101" charset="-122"/>
                        <a:cs typeface="Times New Roman" panose="02020603050405020304" pitchFamily="18" charset="0"/>
                      </a:endParaRPr>
                    </a:p>
                  </a:txBody>
                  <a:tcPr marL="7937" marR="7937" marT="7937" marB="0" anchor="ct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100831" y="2379134"/>
            <a:ext cx="10466773" cy="2574606"/>
            <a:chOff x="654367" y="2051504"/>
            <a:chExt cx="10770869" cy="4051435"/>
          </a:xfrm>
        </p:grpSpPr>
        <p:grpSp>
          <p:nvGrpSpPr>
            <p:cNvPr id="6" name="组合 5"/>
            <p:cNvGrpSpPr/>
            <p:nvPr/>
          </p:nvGrpSpPr>
          <p:grpSpPr>
            <a:xfrm>
              <a:off x="654367" y="2051504"/>
              <a:ext cx="2617469" cy="974408"/>
              <a:chOff x="654367" y="2051504"/>
              <a:chExt cx="2617469" cy="974408"/>
            </a:xfrm>
          </p:grpSpPr>
          <p:cxnSp>
            <p:nvCxnSpPr>
              <p:cNvPr id="10" name="直接连接符 9"/>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1" name="半闭框 10"/>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nvGrpSpPr>
            <p:cNvPr id="7" name="组合 6"/>
            <p:cNvGrpSpPr/>
            <p:nvPr/>
          </p:nvGrpSpPr>
          <p:grpSpPr>
            <a:xfrm rot="10800000">
              <a:off x="8807767" y="5128531"/>
              <a:ext cx="2617469" cy="974408"/>
              <a:chOff x="654367" y="2051504"/>
              <a:chExt cx="2617469" cy="974408"/>
            </a:xfrm>
          </p:grpSpPr>
          <p:cxnSp>
            <p:nvCxnSpPr>
              <p:cNvPr id="8" name="直接连接符 7"/>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9" name="半闭框 8"/>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3" name="矩形 12"/>
          <p:cNvSpPr/>
          <p:nvPr/>
        </p:nvSpPr>
        <p:spPr>
          <a:xfrm>
            <a:off x="1" y="932838"/>
            <a:ext cx="12191999" cy="746346"/>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取得</a:t>
            </a:r>
            <a:r>
              <a:rPr lang="zh-CN" altLang="en-US" sz="4400" dirty="0">
                <a:solidFill>
                  <a:srgbClr val="FF0000"/>
                </a:solidFill>
                <a:latin typeface="方正大黑简体" panose="03000509000000000000" pitchFamily="65" charset="-122"/>
                <a:ea typeface="方正大黑简体" panose="03000509000000000000" pitchFamily="65" charset="-122"/>
              </a:rPr>
              <a:t>四</a:t>
            </a:r>
            <a:r>
              <a:rPr kumimoji="0" lang="zh-CN" altLang="en-US" sz="36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项主要成果和创新点</a:t>
            </a:r>
            <a:endParaRPr kumimoji="0" lang="zh-CN" altLang="en-US" sz="36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p:txBody>
      </p:sp>
      <p:sp>
        <p:nvSpPr>
          <p:cNvPr id="12" name="Text Box 6"/>
          <p:cNvSpPr txBox="1">
            <a:spLocks noChangeArrowheads="1"/>
          </p:cNvSpPr>
          <p:nvPr/>
        </p:nvSpPr>
        <p:spPr bwMode="auto">
          <a:xfrm>
            <a:off x="1402923" y="1453245"/>
            <a:ext cx="10023871" cy="4431135"/>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一、压力曲线特征与微地震解释成果相结合，明确了裂缝改造体积的影响因素</a:t>
            </a:r>
            <a:endParaRPr kumimoji="0" lang="en-US" altLang="zh-CN"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二、基于井口施工曲线多级小波分解，创建了井下压裂过程流固事件判别模型</a:t>
            </a:r>
            <a:endParaRPr kumimoji="0" lang="en-US" altLang="zh-CN"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三、基于三维网格搜索与遗传算法，实现了对裂缝扩展事件的高精度识别</a:t>
            </a:r>
            <a:endParaRPr kumimoji="0" lang="zh-CN" altLang="en-US" sz="20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20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四、建立了停泵期裂缝尺寸反演的半解析模型，</a:t>
            </a:r>
            <a:r>
              <a:rPr lang="zh-CN" altLang="en-US" sz="2000" dirty="0">
                <a:solidFill>
                  <a:srgbClr val="FF0000"/>
                </a:solidFill>
                <a:latin typeface="微软雅黑" panose="020B0503020204020204" pitchFamily="34" charset="-122"/>
                <a:ea typeface="微软雅黑" panose="020B0503020204020204" pitchFamily="34" charset="-122"/>
              </a:rPr>
              <a:t>搭建了大数据库可视化云平台架构</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468911"/>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现状及存在问题</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 name="TextBox 2"/>
          <p:cNvSpPr txBox="1">
            <a:spLocks noChangeArrowheads="1"/>
          </p:cNvSpPr>
          <p:nvPr/>
        </p:nvSpPr>
        <p:spPr bwMode="auto">
          <a:xfrm>
            <a:off x="334962" y="1351991"/>
            <a:ext cx="11485563" cy="1564643"/>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裂缝尺寸诊断能够为作业优化设计提供评价依据，提高压裂效果。准确</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表征水力压裂裂缝参数</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进而评价压裂效果是目前非常规油气储层改造的重要研究内容，而诊断识别压裂施工曲线是实现我国页岩气高效开发的重要突破口</a:t>
            </a:r>
            <a:endPar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停泵压降曲线分析是裂缝尺寸诊断的重要方法之一，具有</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成本低</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实时性强</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的特点。然而现场页岩气井压裂均为</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多段多簇</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，应力阴影的存在使压降分析具有一定</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多解性</a:t>
            </a:r>
            <a:endPar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grpSp>
        <p:nvGrpSpPr>
          <p:cNvPr id="12" name="组合 11"/>
          <p:cNvGrpSpPr/>
          <p:nvPr/>
        </p:nvGrpSpPr>
        <p:grpSpPr>
          <a:xfrm>
            <a:off x="614427" y="2891580"/>
            <a:ext cx="4680520" cy="3023173"/>
            <a:chOff x="108000" y="3727002"/>
            <a:chExt cx="4103774" cy="2635250"/>
          </a:xfrm>
        </p:grpSpPr>
        <p:pic>
          <p:nvPicPr>
            <p:cNvPr id="17" name="图片 16"/>
            <p:cNvPicPr/>
            <p:nvPr/>
          </p:nvPicPr>
          <p:blipFill rotWithShape="1">
            <a:blip r:embed="rId1"/>
            <a:srcRect l="1834" b="12558"/>
            <a:stretch>
              <a:fillRect/>
            </a:stretch>
          </p:blipFill>
          <p:spPr bwMode="auto">
            <a:xfrm>
              <a:off x="108000" y="3727002"/>
              <a:ext cx="4100584" cy="2635250"/>
            </a:xfrm>
            <a:prstGeom prst="rect">
              <a:avLst/>
            </a:prstGeom>
            <a:ln>
              <a:noFill/>
            </a:ln>
          </p:spPr>
        </p:pic>
        <p:pic>
          <p:nvPicPr>
            <p:cNvPr id="18"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3921761"/>
              <a:ext cx="2879861" cy="241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 name="矩形 22"/>
          <p:cNvSpPr>
            <a:spLocks noChangeArrowheads="1"/>
          </p:cNvSpPr>
          <p:nvPr/>
        </p:nvSpPr>
        <p:spPr bwMode="auto">
          <a:xfrm>
            <a:off x="1631504" y="6061020"/>
            <a:ext cx="2194832"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 基于</a:t>
            </a:r>
            <a:r>
              <a:rPr lang="en-US" altLang="zh-CN" sz="1200" dirty="0">
                <a:latin typeface="微软雅黑" panose="020B0503020204020204" pitchFamily="34" charset="-122"/>
                <a:ea typeface="微软雅黑" panose="020B0503020204020204" pitchFamily="34" charset="-122"/>
              </a:rPr>
              <a:t>G</a:t>
            </a:r>
            <a:r>
              <a:rPr lang="zh-CN" altLang="en-US" sz="1200" dirty="0">
                <a:latin typeface="微软雅黑" panose="020B0503020204020204" pitchFamily="34" charset="-122"/>
                <a:ea typeface="微软雅黑" panose="020B0503020204020204" pitchFamily="34" charset="-122"/>
              </a:rPr>
              <a:t>函数分析裂缝尺寸模拟</a:t>
            </a:r>
            <a:endParaRPr lang="zh-CN" altLang="en-US" sz="1200" dirty="0">
              <a:latin typeface="微软雅黑" panose="020B0503020204020204" pitchFamily="34" charset="-122"/>
              <a:ea typeface="微软雅黑" panose="020B0503020204020204" pitchFamily="34" charset="-122"/>
            </a:endParaRPr>
          </a:p>
        </p:txBody>
      </p:sp>
      <p:pic>
        <p:nvPicPr>
          <p:cNvPr id="20" name="图片 19"/>
          <p:cNvPicPr>
            <a:picLocks noChangeAspect="1"/>
          </p:cNvPicPr>
          <p:nvPr/>
        </p:nvPicPr>
        <p:blipFill>
          <a:blip r:embed="rId3"/>
          <a:stretch>
            <a:fillRect/>
          </a:stretch>
        </p:blipFill>
        <p:spPr>
          <a:xfrm>
            <a:off x="6446431" y="2887606"/>
            <a:ext cx="4918197" cy="2945204"/>
          </a:xfrm>
          <a:prstGeom prst="rect">
            <a:avLst/>
          </a:prstGeom>
        </p:spPr>
      </p:pic>
      <p:sp>
        <p:nvSpPr>
          <p:cNvPr id="21" name="矩形 22"/>
          <p:cNvSpPr>
            <a:spLocks noChangeArrowheads="1"/>
          </p:cNvSpPr>
          <p:nvPr/>
        </p:nvSpPr>
        <p:spPr bwMode="auto">
          <a:xfrm>
            <a:off x="8302608" y="6066552"/>
            <a:ext cx="2320956"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水力压裂停泵压降数据分析流程</a:t>
            </a:r>
            <a:endParaRPr lang="zh-CN" altLang="en-US" sz="1200" dirty="0">
              <a:latin typeface="微软雅黑" panose="020B0503020204020204" pitchFamily="34" charset="-122"/>
              <a:ea typeface="微软雅黑" panose="020B0503020204020204" pitchFamily="34" charset="-122"/>
            </a:endParaRPr>
          </a:p>
        </p:txBody>
      </p:sp>
      <p:sp>
        <p:nvSpPr>
          <p:cNvPr id="22"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成果四</a:t>
            </a:r>
            <a:r>
              <a:rPr lang="zh-CN" altLang="en-US" sz="2400" b="1" kern="0" dirty="0">
                <a:solidFill>
                  <a:srgbClr val="FF0000"/>
                </a:solidFill>
                <a:latin typeface="微软雅黑" panose="020B0503020204020204" pitchFamily="34" charset="-122"/>
                <a:ea typeface="微软雅黑" panose="020B0503020204020204" pitchFamily="34" charset="-122"/>
              </a:rPr>
              <a:t>、建立了停泵期裂缝尺寸反演模型，搭建了大数据库可视化云平台架构</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468911"/>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现状及存在问题</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 name="TextBox 2"/>
          <p:cNvSpPr txBox="1">
            <a:spLocks noChangeArrowheads="1"/>
          </p:cNvSpPr>
          <p:nvPr/>
        </p:nvSpPr>
        <p:spPr bwMode="auto">
          <a:xfrm>
            <a:off x="334962" y="1351991"/>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R="0" lvl="0" defTabSz="914400" rtl="0" eaLnBrk="1" fontAlgn="auto" latinLnBrk="0" hangingPunct="1">
              <a:lnSpc>
                <a:spcPct val="150000"/>
              </a:lnSpc>
              <a:spcBef>
                <a:spcPts val="0"/>
              </a:spcBef>
              <a:spcAft>
                <a:spcPts val="0"/>
              </a:spcAft>
              <a:buClr>
                <a:srgbClr val="FF0000"/>
              </a:buClr>
              <a:buSzTx/>
              <a:buFont typeface="Wingdings" panose="05000000000000000000" pitchFamily="2" charset="2"/>
              <a:buChar char="l"/>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页岩气井现场压裂施工数据具有</a:t>
            </a:r>
            <a:r>
              <a:rPr kumimoji="0" lang="zh-CN" altLang="en-US"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数据类型多、数据量差异大、数据质量参差不齐</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等特点</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R="0" lvl="0" defTabSz="914400" rtl="0" eaLnBrk="1" fontAlgn="auto" latinLnBrk="0" hangingPunct="1">
              <a:lnSpc>
                <a:spcPct val="150000"/>
              </a:lnSpc>
              <a:spcBef>
                <a:spcPts val="0"/>
              </a:spcBef>
              <a:spcAft>
                <a:spcPts val="0"/>
              </a:spcAft>
              <a:buClr>
                <a:srgbClr val="FF0000"/>
              </a:buClr>
              <a:buSzTx/>
              <a:buFont typeface="Wingdings" panose="05000000000000000000" pitchFamily="2" charset="2"/>
              <a:buChar char="l"/>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解决</a:t>
            </a:r>
            <a:r>
              <a:rPr kumimoji="0" lang="zh-CN" altLang="en-US"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多种来源、不同结构类型数据</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的融合问题，构建包含地质</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工程参数的“多源异构”数据库对于揭示压裂参数与压裂改造效果的关联特征具有重要意义</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2" name="组合 11"/>
          <p:cNvGrpSpPr/>
          <p:nvPr/>
        </p:nvGrpSpPr>
        <p:grpSpPr>
          <a:xfrm>
            <a:off x="288684" y="2354866"/>
            <a:ext cx="11704358" cy="4170478"/>
            <a:chOff x="1173304" y="1916832"/>
            <a:chExt cx="9629963" cy="4170478"/>
          </a:xfrm>
        </p:grpSpPr>
        <p:sp>
          <p:nvSpPr>
            <p:cNvPr id="17" name="矩形 16"/>
            <p:cNvSpPr/>
            <p:nvPr/>
          </p:nvSpPr>
          <p:spPr>
            <a:xfrm>
              <a:off x="5676211" y="1949072"/>
              <a:ext cx="719091" cy="63031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Rectangle 11"/>
            <p:cNvSpPr>
              <a:spLocks noChangeArrowheads="1"/>
            </p:cNvSpPr>
            <p:nvPr/>
          </p:nvSpPr>
          <p:spPr bwMode="auto">
            <a:xfrm>
              <a:off x="5825980" y="1916832"/>
              <a:ext cx="277516" cy="662554"/>
            </a:xfrm>
            <a:prstGeom prst="rect">
              <a:avLst/>
            </a:prstGeom>
            <a:noFill/>
            <a:ln w="9525">
              <a:noFill/>
            </a:ln>
          </p:spPr>
          <p:txBody>
            <a:bodyPr wrap="square">
              <a:spAutoFit/>
            </a:bodyPr>
            <a:lstStyle/>
            <a:p>
              <a:pPr algn="just" eaLnBrk="0" fontAlgn="base" hangingPunct="0">
                <a:lnSpc>
                  <a:spcPct val="150000"/>
                </a:lnSpc>
                <a:spcBef>
                  <a:spcPts val="300"/>
                </a:spcBef>
                <a:spcAft>
                  <a:spcPct val="0"/>
                </a:spcAft>
                <a:buClr>
                  <a:srgbClr val="FF0000"/>
                </a:buClr>
              </a:pPr>
              <a:r>
                <a:rPr kumimoji="1" lang="en-US" altLang="zh-CN" sz="28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endParaRPr kumimoji="1" lang="zh-CN" altLang="en-US" sz="28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19" name="矩形 18"/>
            <p:cNvSpPr/>
            <p:nvPr/>
          </p:nvSpPr>
          <p:spPr>
            <a:xfrm>
              <a:off x="5676211" y="3349479"/>
              <a:ext cx="719091" cy="63031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5676211" y="4666667"/>
              <a:ext cx="719091" cy="63031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ctangle 11"/>
            <p:cNvSpPr>
              <a:spLocks noChangeArrowheads="1"/>
            </p:cNvSpPr>
            <p:nvPr/>
          </p:nvSpPr>
          <p:spPr bwMode="auto">
            <a:xfrm>
              <a:off x="5825980" y="3279225"/>
              <a:ext cx="277516" cy="662554"/>
            </a:xfrm>
            <a:prstGeom prst="rect">
              <a:avLst/>
            </a:prstGeom>
            <a:noFill/>
            <a:ln w="9525">
              <a:noFill/>
            </a:ln>
          </p:spPr>
          <p:txBody>
            <a:bodyPr wrap="square">
              <a:spAutoFit/>
            </a:bodyPr>
            <a:lstStyle/>
            <a:p>
              <a:pPr algn="just" eaLnBrk="0" fontAlgn="base" hangingPunct="0">
                <a:lnSpc>
                  <a:spcPct val="150000"/>
                </a:lnSpc>
                <a:spcBef>
                  <a:spcPts val="300"/>
                </a:spcBef>
                <a:spcAft>
                  <a:spcPct val="0"/>
                </a:spcAft>
                <a:buClr>
                  <a:srgbClr val="FF0000"/>
                </a:buClr>
              </a:pPr>
              <a:r>
                <a:rPr kumimoji="1" lang="en-US" altLang="zh-CN" sz="28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endParaRPr kumimoji="1" lang="zh-CN" altLang="en-US" sz="28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22" name="Rectangle 11"/>
            <p:cNvSpPr>
              <a:spLocks noChangeArrowheads="1"/>
            </p:cNvSpPr>
            <p:nvPr/>
          </p:nvSpPr>
          <p:spPr bwMode="auto">
            <a:xfrm>
              <a:off x="5830415" y="4522651"/>
              <a:ext cx="277516" cy="662554"/>
            </a:xfrm>
            <a:prstGeom prst="rect">
              <a:avLst/>
            </a:prstGeom>
            <a:noFill/>
            <a:ln w="9525">
              <a:noFill/>
            </a:ln>
          </p:spPr>
          <p:txBody>
            <a:bodyPr wrap="square">
              <a:spAutoFit/>
            </a:bodyPr>
            <a:lstStyle/>
            <a:p>
              <a:pPr algn="just" eaLnBrk="0" fontAlgn="base" hangingPunct="0">
                <a:lnSpc>
                  <a:spcPct val="150000"/>
                </a:lnSpc>
                <a:spcBef>
                  <a:spcPts val="300"/>
                </a:spcBef>
                <a:spcAft>
                  <a:spcPct val="0"/>
                </a:spcAft>
                <a:buClr>
                  <a:srgbClr val="FF0000"/>
                </a:buClr>
              </a:pPr>
              <a:r>
                <a:rPr kumimoji="1" lang="en-US" altLang="zh-CN" sz="28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endParaRPr kumimoji="1" lang="zh-CN" altLang="en-US" sz="28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23" name="Rectangle 11"/>
            <p:cNvSpPr>
              <a:spLocks noChangeArrowheads="1"/>
            </p:cNvSpPr>
            <p:nvPr/>
          </p:nvSpPr>
          <p:spPr bwMode="auto">
            <a:xfrm>
              <a:off x="6604927" y="1965627"/>
              <a:ext cx="4189468" cy="1385379"/>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4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多源异构数据库的构建</a:t>
              </a:r>
              <a:endParaRPr kumimoji="1" lang="en-US" altLang="zh-CN" sz="14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742950" lvl="1" indent="-285750"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4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多源异构数据库通过采集施工过程中多种来源、不同结构及类型的数据，包括压裂施工数据和产能数据等实现数据的整合和标准化处理</a:t>
              </a:r>
              <a:endParaRPr kumimoji="1" lang="zh-CN" altLang="en-US" sz="14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24" name="Rectangle 11"/>
            <p:cNvSpPr>
              <a:spLocks noChangeArrowheads="1"/>
            </p:cNvSpPr>
            <p:nvPr/>
          </p:nvSpPr>
          <p:spPr bwMode="auto">
            <a:xfrm>
              <a:off x="1173304" y="3370523"/>
              <a:ext cx="4254979" cy="1385379"/>
            </a:xfrm>
            <a:prstGeom prst="rect">
              <a:avLst/>
            </a:prstGeom>
            <a:noFill/>
            <a:ln w="9525">
              <a:noFill/>
            </a:ln>
          </p:spPr>
          <p:txBody>
            <a:bodyPr wrap="square">
              <a:spAutoFit/>
            </a:bodyPr>
            <a:lstStyle/>
            <a:p>
              <a:pPr marL="285750" indent="-285750" algn="r"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4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文本数据与表格数据的应用</a:t>
              </a:r>
              <a:endParaRPr kumimoji="1" lang="en-US" altLang="zh-CN" sz="14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4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在多源异构数据库中，文本数据和表格数据是常见的数据类型，它们分别用于存储和分析非结构化和结构化的信息，为施工过程提供全面的数据支持。</a:t>
              </a:r>
              <a:endParaRPr kumimoji="1" lang="zh-CN" altLang="en-US" sz="14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25" name="Rectangle 11"/>
            <p:cNvSpPr>
              <a:spLocks noChangeArrowheads="1"/>
            </p:cNvSpPr>
            <p:nvPr/>
          </p:nvSpPr>
          <p:spPr bwMode="auto">
            <a:xfrm>
              <a:off x="6613799" y="4666667"/>
              <a:ext cx="4189468" cy="1385379"/>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4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主控因素的识别与分析</a:t>
              </a:r>
              <a:endParaRPr kumimoji="1" lang="en-US" altLang="zh-CN" sz="14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742950" lvl="1" indent="-285750"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4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利用多源异构数据分析方法，可以识别影响施工过程的主控因素，从而优化施工方案，提高施工效率和质量</a:t>
              </a:r>
              <a:endParaRPr kumimoji="1" lang="zh-CN" altLang="en-US" sz="14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cxnSp>
          <p:nvCxnSpPr>
            <p:cNvPr id="26" name="直接连接符 25"/>
            <p:cNvCxnSpPr/>
            <p:nvPr/>
          </p:nvCxnSpPr>
          <p:spPr>
            <a:xfrm>
              <a:off x="6395302" y="2154631"/>
              <a:ext cx="2664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6395888" y="4882691"/>
              <a:ext cx="2664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428283" y="3631685"/>
              <a:ext cx="2592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0" idx="0"/>
            </p:cNvCxnSpPr>
            <p:nvPr/>
          </p:nvCxnSpPr>
          <p:spPr>
            <a:xfrm flipH="1" flipV="1">
              <a:off x="6033994" y="3982445"/>
              <a:ext cx="1763" cy="684222"/>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6022688" y="2584606"/>
              <a:ext cx="5653" cy="76932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V="1">
              <a:off x="6018202" y="5317982"/>
              <a:ext cx="5653" cy="76932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83039" y="2774942"/>
              <a:ext cx="900000" cy="900000"/>
            </a:xfrm>
            <a:prstGeom prst="rect">
              <a:avLst/>
            </a:prstGeom>
          </p:spPr>
        </p:pic>
        <p:pic>
          <p:nvPicPr>
            <p:cNvPr id="33" name="图片 3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9772" y="3979793"/>
              <a:ext cx="1148400" cy="1148400"/>
            </a:xfrm>
            <a:prstGeom prst="rect">
              <a:avLst/>
            </a:prstGeom>
          </p:spPr>
        </p:pic>
      </p:grpSp>
      <p:sp>
        <p:nvSpPr>
          <p:cNvPr id="35"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成果四</a:t>
            </a:r>
            <a:r>
              <a:rPr lang="zh-CN" altLang="en-US" sz="2400" b="1" kern="0" dirty="0">
                <a:solidFill>
                  <a:srgbClr val="FF0000"/>
                </a:solidFill>
                <a:latin typeface="微软雅黑" panose="020B0503020204020204" pitchFamily="34" charset="-122"/>
                <a:ea typeface="微软雅黑" panose="020B0503020204020204" pitchFamily="34" charset="-122"/>
              </a:rPr>
              <a:t>、建立了停泵期裂缝尺寸反演模型，搭建了大数据库可视化云平台架构</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a:spLocks noChangeArrowheads="1"/>
          </p:cNvSpPr>
          <p:nvPr/>
        </p:nvSpPr>
        <p:spPr bwMode="auto">
          <a:xfrm>
            <a:off x="334962" y="1351991"/>
            <a:ext cx="11485563" cy="1195311"/>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R="0" lvl="0" algn="just" defTabSz="914400" rtl="0" eaLnBrk="0" fontAlgn="base" latinLnBrk="0" hangingPunct="0">
              <a:lnSpc>
                <a:spcPct val="150000"/>
              </a:lnSpc>
              <a:spcBef>
                <a:spcPts val="300"/>
              </a:spcBef>
              <a:spcAft>
                <a:spcPct val="0"/>
              </a:spcAft>
              <a:buClr>
                <a:srgbClr val="FF0000"/>
              </a:buClr>
              <a:buSzTx/>
              <a:buFont typeface="Wingdings" panose="05000000000000000000" pitchFamily="2" charset="2"/>
              <a:buChar char="l"/>
              <a:defRPr/>
            </a:pP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基于水力压裂停泵阶段的压力</a:t>
            </a: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裂缝尺寸响应规律建立停泵期裂缝尺寸反演的半解析模型</a:t>
            </a:r>
            <a:r>
              <a:rPr lang="zh-CN" altLang="en-US" sz="1600" kern="0" dirty="0">
                <a:cs typeface="Times New Roman" panose="02020603050405020304" pitchFamily="18" charset="0"/>
                <a:sym typeface="Arial" panose="020B0604020202020204" pitchFamily="34" charset="0"/>
              </a:rPr>
              <a:t>，可以很好的</a:t>
            </a:r>
            <a:r>
              <a:rPr kumimoji="1" lang="zh-CN" altLang="en-US" sz="16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考虑多裂缝之间应力阴影</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，进而反演计算停泵时刻二维平面</a:t>
            </a: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三维裂缝长度及缝宽分布</a:t>
            </a:r>
            <a:endPar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R="0" lvl="0" algn="just" defTabSz="914400" rtl="0" eaLnBrk="0" fontAlgn="base" latinLnBrk="0" hangingPunct="0">
              <a:lnSpc>
                <a:spcPct val="150000"/>
              </a:lnSpc>
              <a:spcBef>
                <a:spcPts val="300"/>
              </a:spcBef>
              <a:spcAft>
                <a:spcPct val="0"/>
              </a:spcAft>
              <a:buClr>
                <a:srgbClr val="FF0000"/>
              </a:buClr>
              <a:buSzTx/>
              <a:buFont typeface="Wingdings" panose="05000000000000000000" pitchFamily="2" charset="2"/>
              <a:buChar char="l"/>
              <a:defRPr/>
            </a:pP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开展多源异构数据融合，基于</a:t>
            </a:r>
            <a:r>
              <a:rPr kumimoji="1" lang="en-US" altLang="zh-CN" sz="16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Django</a:t>
            </a:r>
            <a:r>
              <a:rPr kumimoji="1" lang="zh-CN" altLang="en-US" sz="16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框架</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开发基于地质工程一体化的多源异构大数据库的数据可视化云平台</a:t>
            </a:r>
            <a:endPar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10" name="矩形 9"/>
          <p:cNvSpPr/>
          <p:nvPr/>
        </p:nvSpPr>
        <p:spPr>
          <a:xfrm>
            <a:off x="429601" y="811428"/>
            <a:ext cx="8320877" cy="468911"/>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zh-CN" altLang="en-US" dirty="0">
                <a:solidFill>
                  <a:prstClr val="black"/>
                </a:solidFill>
                <a:latin typeface="微软雅黑" panose="020B0503020204020204" pitchFamily="34" charset="-122"/>
                <a:ea typeface="微软雅黑" panose="020B0503020204020204" pitchFamily="34" charset="-122"/>
              </a:rPr>
              <a:t>研究思路</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59412" y="2568446"/>
            <a:ext cx="5769732" cy="3308826"/>
          </a:xfrm>
          <a:prstGeom prst="rect">
            <a:avLst/>
          </a:prstGeom>
        </p:spPr>
      </p:pic>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59412" y="3328149"/>
            <a:ext cx="3537484" cy="2518265"/>
          </a:xfrm>
          <a:prstGeom prst="rect">
            <a:avLst/>
          </a:prstGeom>
        </p:spPr>
      </p:pic>
      <p:sp>
        <p:nvSpPr>
          <p:cNvPr id="15" name="矩形 43"/>
          <p:cNvSpPr/>
          <p:nvPr/>
        </p:nvSpPr>
        <p:spPr>
          <a:xfrm>
            <a:off x="6660131" y="6072414"/>
            <a:ext cx="4180693"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rPr>
              <a:t>构建地质</a:t>
            </a:r>
            <a:r>
              <a:rPr lang="en-US" altLang="zh-CN" sz="1100" dirty="0">
                <a:solidFill>
                  <a:srgbClr val="000000"/>
                </a:solidFill>
                <a:latin typeface="微软雅黑" panose="020B0503020204020204" pitchFamily="34" charset="-122"/>
                <a:ea typeface="微软雅黑" panose="020B0503020204020204" pitchFamily="34" charset="-122"/>
              </a:rPr>
              <a:t>-</a:t>
            </a:r>
            <a:r>
              <a:rPr lang="zh-CN" altLang="en-US" sz="1100" dirty="0">
                <a:solidFill>
                  <a:srgbClr val="000000"/>
                </a:solidFill>
                <a:latin typeface="微软雅黑" panose="020B0503020204020204" pitchFamily="34" charset="-122"/>
                <a:ea typeface="微软雅黑" panose="020B0503020204020204" pitchFamily="34" charset="-122"/>
              </a:rPr>
              <a:t>工程参数多源异构大数据库</a:t>
            </a:r>
            <a:endParaRPr lang="zh-CN" altLang="en-US" sz="1100" dirty="0">
              <a:solidFill>
                <a:srgbClr val="000000"/>
              </a:solidFill>
              <a:latin typeface="微软雅黑" panose="020B0503020204020204" pitchFamily="34" charset="-122"/>
              <a:ea typeface="微软雅黑" panose="020B0503020204020204" pitchFamily="34" charset="-122"/>
            </a:endParaRPr>
          </a:p>
        </p:txBody>
      </p:sp>
      <p:sp>
        <p:nvSpPr>
          <p:cNvPr id="16" name="矩形 15"/>
          <p:cNvSpPr/>
          <p:nvPr/>
        </p:nvSpPr>
        <p:spPr>
          <a:xfrm>
            <a:off x="1469351" y="6072978"/>
            <a:ext cx="3042243" cy="276999"/>
          </a:xfrm>
          <a:prstGeom prst="rect">
            <a:avLst/>
          </a:prstGeom>
        </p:spPr>
        <p:txBody>
          <a:bodyPr wrap="none">
            <a:spAutoFit/>
          </a:bodyPr>
          <a:lstStyle/>
          <a:p>
            <a:pPr algn="ctr" eaLnBrk="0" fontAlgn="base" hangingPunct="0">
              <a:spcBef>
                <a:spcPct val="0"/>
              </a:spcBef>
              <a:spcAft>
                <a:spcPct val="0"/>
              </a:spcAft>
              <a:buClr>
                <a:srgbClr val="FF0000"/>
              </a:buClr>
              <a:buSzPct val="60000"/>
              <a:defRPr/>
            </a:pPr>
            <a:r>
              <a:rPr lang="zh-CN" altLang="en-US" sz="1200" dirty="0">
                <a:solidFill>
                  <a:srgbClr val="000000"/>
                </a:solidFill>
                <a:latin typeface="微软雅黑" panose="020B0503020204020204" pitchFamily="34" charset="-122"/>
                <a:ea typeface="微软雅黑" panose="020B0503020204020204" pitchFamily="34" charset="-122"/>
              </a:rPr>
              <a:t>基于停泵期压降曲线的裂缝尺寸反演过程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nvGrpSpPr>
          <p:cNvPr id="23" name="组合 22"/>
          <p:cNvGrpSpPr/>
          <p:nvPr/>
        </p:nvGrpSpPr>
        <p:grpSpPr>
          <a:xfrm>
            <a:off x="618489" y="2706115"/>
            <a:ext cx="4886962" cy="3197449"/>
            <a:chOff x="9145743" y="876452"/>
            <a:chExt cx="4500249" cy="3419703"/>
          </a:xfrm>
        </p:grpSpPr>
        <p:pic>
          <p:nvPicPr>
            <p:cNvPr id="2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87858" y="960785"/>
              <a:ext cx="2490780" cy="1456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图片 24"/>
            <p:cNvPicPr/>
            <p:nvPr/>
          </p:nvPicPr>
          <p:blipFill>
            <a:blip r:embed="rId4"/>
            <a:stretch>
              <a:fillRect/>
            </a:stretch>
          </p:blipFill>
          <p:spPr>
            <a:xfrm>
              <a:off x="11949482" y="2798642"/>
              <a:ext cx="1663512" cy="1420456"/>
            </a:xfrm>
            <a:prstGeom prst="rect">
              <a:avLst/>
            </a:prstGeom>
          </p:spPr>
        </p:pic>
        <p:pic>
          <p:nvPicPr>
            <p:cNvPr id="26" name="Picture 2"/>
            <p:cNvPicPr/>
            <p:nvPr/>
          </p:nvPicPr>
          <p:blipFill rotWithShape="1">
            <a:blip r:embed="rId5"/>
            <a:srcRect t="9716" r="9788" b="2361"/>
            <a:stretch>
              <a:fillRect/>
            </a:stretch>
          </p:blipFill>
          <p:spPr bwMode="auto">
            <a:xfrm>
              <a:off x="9216101" y="2814110"/>
              <a:ext cx="1899671" cy="1482045"/>
            </a:xfrm>
            <a:prstGeom prst="rect">
              <a:avLst/>
            </a:prstGeom>
            <a:ln>
              <a:noFill/>
            </a:ln>
          </p:spPr>
        </p:pic>
        <p:pic>
          <p:nvPicPr>
            <p:cNvPr id="27" name="图片 26"/>
            <p:cNvPicPr>
              <a:picLocks noChangeAspect="1"/>
            </p:cNvPicPr>
            <p:nvPr/>
          </p:nvPicPr>
          <p:blipFill rotWithShape="1">
            <a:blip r:embed="rId6"/>
            <a:srcRect t="24113"/>
            <a:stretch>
              <a:fillRect/>
            </a:stretch>
          </p:blipFill>
          <p:spPr>
            <a:xfrm rot="5400000">
              <a:off x="10787341" y="3187087"/>
              <a:ext cx="1420457" cy="643569"/>
            </a:xfrm>
            <a:prstGeom prst="rect">
              <a:avLst/>
            </a:prstGeom>
          </p:spPr>
        </p:pic>
        <p:pic>
          <p:nvPicPr>
            <p:cNvPr id="28" name="图片 27"/>
            <p:cNvPicPr/>
            <p:nvPr/>
          </p:nvPicPr>
          <p:blipFill>
            <a:blip r:embed="rId7"/>
            <a:stretch>
              <a:fillRect/>
            </a:stretch>
          </p:blipFill>
          <p:spPr>
            <a:xfrm>
              <a:off x="11861751" y="960785"/>
              <a:ext cx="1716558" cy="1473221"/>
            </a:xfrm>
            <a:prstGeom prst="rect">
              <a:avLst/>
            </a:prstGeom>
          </p:spPr>
        </p:pic>
        <p:sp>
          <p:nvSpPr>
            <p:cNvPr id="29" name="箭头: 右 28"/>
            <p:cNvSpPr/>
            <p:nvPr/>
          </p:nvSpPr>
          <p:spPr>
            <a:xfrm>
              <a:off x="11678638" y="1473848"/>
              <a:ext cx="140998" cy="247609"/>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圆角 29"/>
            <p:cNvSpPr/>
            <p:nvPr/>
          </p:nvSpPr>
          <p:spPr>
            <a:xfrm>
              <a:off x="9145743" y="876452"/>
              <a:ext cx="4467251" cy="1635589"/>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圆角 30"/>
            <p:cNvSpPr/>
            <p:nvPr/>
          </p:nvSpPr>
          <p:spPr>
            <a:xfrm>
              <a:off x="9145743" y="2797176"/>
              <a:ext cx="4500249" cy="1498979"/>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箭头: 右 31"/>
            <p:cNvSpPr/>
            <p:nvPr/>
          </p:nvSpPr>
          <p:spPr>
            <a:xfrm rot="5400000">
              <a:off x="11295749" y="2373881"/>
              <a:ext cx="214513" cy="55126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右 32"/>
            <p:cNvSpPr/>
            <p:nvPr/>
          </p:nvSpPr>
          <p:spPr>
            <a:xfrm>
              <a:off x="11889712" y="3411261"/>
              <a:ext cx="140998" cy="247609"/>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成果四</a:t>
            </a:r>
            <a:r>
              <a:rPr lang="zh-CN" altLang="en-US" sz="2400" b="1" kern="0" dirty="0">
                <a:solidFill>
                  <a:srgbClr val="FF0000"/>
                </a:solidFill>
                <a:latin typeface="微软雅黑" panose="020B0503020204020204" pitchFamily="34" charset="-122"/>
                <a:ea typeface="微软雅黑" panose="020B0503020204020204" pitchFamily="34" charset="-122"/>
              </a:rPr>
              <a:t>、建立了停泵期裂缝尺寸反演模型，搭建了大数据库可视化云平台架构</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rcRect/>
          <a:stretch>
            <a:fillRect/>
          </a:stretch>
        </p:blipFill>
        <p:spPr>
          <a:xfrm>
            <a:off x="429601" y="2667000"/>
            <a:ext cx="4470634" cy="3229534"/>
          </a:xfrm>
          <a:prstGeom prst="rect">
            <a:avLst/>
          </a:prstGeom>
        </p:spPr>
      </p:pic>
      <p:sp>
        <p:nvSpPr>
          <p:cNvPr id="5" name="文本框 1"/>
          <p:cNvSpPr txBox="1">
            <a:spLocks noChangeArrowheads="1"/>
          </p:cNvSpPr>
          <p:nvPr/>
        </p:nvSpPr>
        <p:spPr bwMode="auto">
          <a:xfrm>
            <a:off x="-535365" y="6056097"/>
            <a:ext cx="54356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压裂曲线分析流程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9" name="矩形 8"/>
          <p:cNvSpPr/>
          <p:nvPr/>
        </p:nvSpPr>
        <p:spPr>
          <a:xfrm>
            <a:off x="429601" y="811428"/>
            <a:ext cx="9200174"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a:t>
            </a:r>
            <a:r>
              <a:rPr lang="zh-CN" altLang="en-US" dirty="0">
                <a:solidFill>
                  <a:prstClr val="black"/>
                </a:solidFill>
                <a:latin typeface="微软雅黑" panose="020B0503020204020204" pitchFamily="34" charset="-122"/>
                <a:ea typeface="微软雅黑" panose="020B0503020204020204" pitchFamily="34" charset="-122"/>
              </a:rPr>
              <a:t>、建立了停泵期裂缝尺寸反演的半解析模型，实现了基于压降曲线分析的裂缝尺寸反演</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2" name="TextBox 2"/>
          <p:cNvSpPr txBox="1">
            <a:spLocks noChangeArrowheads="1"/>
          </p:cNvSpPr>
          <p:nvPr/>
        </p:nvSpPr>
        <p:spPr bwMode="auto">
          <a:xfrm>
            <a:off x="334962" y="1351991"/>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R="0" lvl="0" algn="just" defTabSz="914400" rtl="0" eaLnBrk="0" fontAlgn="base" latinLnBrk="0" hangingPunct="0">
              <a:lnSpc>
                <a:spcPct val="150000"/>
              </a:lnSpc>
              <a:spcBef>
                <a:spcPts val="300"/>
              </a:spcBef>
              <a:spcAft>
                <a:spcPct val="0"/>
              </a:spcAft>
              <a:buClr>
                <a:srgbClr val="FF0000"/>
              </a:buClr>
              <a:buSzTx/>
              <a:buFont typeface="Wingdings" panose="05000000000000000000" pitchFamily="2" charset="2"/>
              <a:buChar char="l"/>
              <a:defRPr/>
            </a:pPr>
            <a:r>
              <a:rPr kumimoji="1" lang="zh-CN" altLang="en-US" sz="16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压降曲线分析原理：</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地面停泵后，注入量为</a:t>
            </a: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，裂缝内压裂液在内外压差的作用下继续滤失到地层，从而导致裂缝和井底（井口）压力下降，而</a:t>
            </a:r>
            <a:r>
              <a:rPr kumimoji="1" lang="zh-CN" altLang="en-US" sz="16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压力下降的速率反映滤失系数和滤失面积的大小</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，因而通过对压降曲线的分析，可以确定地层的滤失系数和压裂液效率等参数</a:t>
            </a:r>
            <a:endPar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pic>
        <p:nvPicPr>
          <p:cNvPr id="2" name="图片 1"/>
          <p:cNvPicPr>
            <a:picLocks noChangeAspect="1"/>
          </p:cNvPicPr>
          <p:nvPr/>
        </p:nvPicPr>
        <p:blipFill>
          <a:blip r:embed="rId2"/>
          <a:stretch>
            <a:fillRect/>
          </a:stretch>
        </p:blipFill>
        <p:spPr>
          <a:xfrm>
            <a:off x="5975785" y="2470125"/>
            <a:ext cx="4939865" cy="3596952"/>
          </a:xfrm>
          <a:prstGeom prst="rect">
            <a:avLst/>
          </a:prstGeom>
        </p:spPr>
      </p:pic>
      <p:sp>
        <p:nvSpPr>
          <p:cNvPr id="15" name="文本框 1"/>
          <p:cNvSpPr txBox="1">
            <a:spLocks noChangeArrowheads="1"/>
          </p:cNvSpPr>
          <p:nvPr/>
        </p:nvSpPr>
        <p:spPr bwMode="auto">
          <a:xfrm>
            <a:off x="5827335" y="6067077"/>
            <a:ext cx="54356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压降曲线分析实例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0"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成果四</a:t>
            </a:r>
            <a:r>
              <a:rPr lang="zh-CN" altLang="en-US" sz="2400" b="1" kern="0" dirty="0">
                <a:solidFill>
                  <a:srgbClr val="FF0000"/>
                </a:solidFill>
                <a:latin typeface="微软雅黑" panose="020B0503020204020204" pitchFamily="34" charset="-122"/>
                <a:ea typeface="微软雅黑" panose="020B0503020204020204" pitchFamily="34" charset="-122"/>
              </a:rPr>
              <a:t>、建立了停泵期裂缝尺寸反演模型，搭建了大数据库可视化云平台架构</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371475" y="2813051"/>
            <a:ext cx="11147425" cy="3521074"/>
            <a:chOff x="383084" y="2907738"/>
            <a:chExt cx="8578666" cy="4265679"/>
          </a:xfrm>
        </p:grpSpPr>
        <p:pic>
          <p:nvPicPr>
            <p:cNvPr id="3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399079" y="2996952"/>
              <a:ext cx="2549185" cy="1540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图片 35"/>
            <p:cNvPicPr/>
            <p:nvPr/>
          </p:nvPicPr>
          <p:blipFill>
            <a:blip r:embed="rId2"/>
            <a:stretch>
              <a:fillRect/>
            </a:stretch>
          </p:blipFill>
          <p:spPr>
            <a:xfrm>
              <a:off x="7225459" y="4941168"/>
              <a:ext cx="1702519" cy="1502660"/>
            </a:xfrm>
            <a:prstGeom prst="rect">
              <a:avLst/>
            </a:prstGeom>
          </p:spPr>
        </p:pic>
        <p:pic>
          <p:nvPicPr>
            <p:cNvPr id="37" name="Picture 2"/>
            <p:cNvPicPr/>
            <p:nvPr/>
          </p:nvPicPr>
          <p:blipFill rotWithShape="1">
            <a:blip r:embed="rId3"/>
            <a:srcRect t="9716" r="9788" b="2361"/>
            <a:stretch>
              <a:fillRect/>
            </a:stretch>
          </p:blipFill>
          <p:spPr bwMode="auto">
            <a:xfrm>
              <a:off x="4427984" y="4957530"/>
              <a:ext cx="1941605" cy="1828146"/>
            </a:xfrm>
            <a:prstGeom prst="rect">
              <a:avLst/>
            </a:prstGeom>
            <a:ln>
              <a:noFill/>
            </a:ln>
          </p:spPr>
        </p:pic>
        <p:pic>
          <p:nvPicPr>
            <p:cNvPr id="38" name="图片 37"/>
            <p:cNvPicPr>
              <a:picLocks noChangeAspect="1"/>
            </p:cNvPicPr>
            <p:nvPr/>
          </p:nvPicPr>
          <p:blipFill rotWithShape="1">
            <a:blip r:embed="rId4"/>
            <a:srcRect t="24113"/>
            <a:stretch>
              <a:fillRect/>
            </a:stretch>
          </p:blipFill>
          <p:spPr>
            <a:xfrm rot="5400000">
              <a:off x="6011619" y="5363170"/>
              <a:ext cx="1502661" cy="658660"/>
            </a:xfrm>
            <a:prstGeom prst="rect">
              <a:avLst/>
            </a:prstGeom>
          </p:spPr>
        </p:pic>
        <p:pic>
          <p:nvPicPr>
            <p:cNvPr id="39" name="图片 38"/>
            <p:cNvPicPr/>
            <p:nvPr/>
          </p:nvPicPr>
          <p:blipFill>
            <a:blip r:embed="rId5"/>
            <a:stretch>
              <a:fillRect/>
            </a:stretch>
          </p:blipFill>
          <p:spPr>
            <a:xfrm>
              <a:off x="7135671" y="2996952"/>
              <a:ext cx="1756809" cy="1558479"/>
            </a:xfrm>
            <a:prstGeom prst="rect">
              <a:avLst/>
            </a:prstGeom>
          </p:spPr>
        </p:pic>
        <p:sp>
          <p:nvSpPr>
            <p:cNvPr id="40" name="箭头: 右 39"/>
            <p:cNvSpPr/>
            <p:nvPr/>
          </p:nvSpPr>
          <p:spPr>
            <a:xfrm>
              <a:off x="6948264" y="3539706"/>
              <a:ext cx="144304" cy="261938"/>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圆角 40"/>
            <p:cNvSpPr/>
            <p:nvPr/>
          </p:nvSpPr>
          <p:spPr>
            <a:xfrm>
              <a:off x="4355976" y="2907738"/>
              <a:ext cx="4572002" cy="1730243"/>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p:cNvSpPr/>
            <p:nvPr/>
          </p:nvSpPr>
          <p:spPr>
            <a:xfrm>
              <a:off x="4355976" y="4939617"/>
              <a:ext cx="4605774" cy="1828146"/>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p:cNvSpPr/>
            <p:nvPr/>
          </p:nvSpPr>
          <p:spPr>
            <a:xfrm rot="5400000">
              <a:off x="6552705" y="4501314"/>
              <a:ext cx="226927" cy="564191"/>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右 43"/>
            <p:cNvSpPr/>
            <p:nvPr/>
          </p:nvSpPr>
          <p:spPr>
            <a:xfrm>
              <a:off x="7164288" y="5589240"/>
              <a:ext cx="144304" cy="261938"/>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5" name="图片 44"/>
            <p:cNvPicPr>
              <a:picLocks noChangeAspect="1"/>
            </p:cNvPicPr>
            <p:nvPr/>
          </p:nvPicPr>
          <p:blipFill>
            <a:blip r:embed="rId6"/>
            <a:stretch>
              <a:fillRect/>
            </a:stretch>
          </p:blipFill>
          <p:spPr>
            <a:xfrm>
              <a:off x="395536" y="3016250"/>
              <a:ext cx="1010412" cy="1132829"/>
            </a:xfrm>
            <a:prstGeom prst="rect">
              <a:avLst/>
            </a:prstGeom>
          </p:spPr>
        </p:pic>
        <p:pic>
          <p:nvPicPr>
            <p:cNvPr id="46" name="图片 45"/>
            <p:cNvPicPr>
              <a:picLocks noChangeAspect="1"/>
            </p:cNvPicPr>
            <p:nvPr/>
          </p:nvPicPr>
          <p:blipFill>
            <a:blip r:embed="rId7"/>
            <a:stretch>
              <a:fillRect/>
            </a:stretch>
          </p:blipFill>
          <p:spPr>
            <a:xfrm>
              <a:off x="1814953" y="2943976"/>
              <a:ext cx="2235708" cy="1277112"/>
            </a:xfrm>
            <a:prstGeom prst="rect">
              <a:avLst/>
            </a:prstGeom>
          </p:spPr>
        </p:pic>
        <p:cxnSp>
          <p:nvCxnSpPr>
            <p:cNvPr id="47" name="直接箭头连接符 46"/>
            <p:cNvCxnSpPr/>
            <p:nvPr/>
          </p:nvCxnSpPr>
          <p:spPr>
            <a:xfrm>
              <a:off x="1405948" y="3143718"/>
              <a:ext cx="62848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45" idx="3"/>
              <a:endCxn id="46" idx="1"/>
            </p:cNvCxnSpPr>
            <p:nvPr/>
          </p:nvCxnSpPr>
          <p:spPr>
            <a:xfrm flipV="1">
              <a:off x="1405948" y="3582532"/>
              <a:ext cx="409005" cy="1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a:off x="1405948" y="3973169"/>
              <a:ext cx="62848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0" name="图片 49"/>
            <p:cNvPicPr>
              <a:picLocks noChangeAspect="1"/>
            </p:cNvPicPr>
            <p:nvPr/>
          </p:nvPicPr>
          <p:blipFill>
            <a:blip r:embed="rId8"/>
            <a:stretch>
              <a:fillRect/>
            </a:stretch>
          </p:blipFill>
          <p:spPr>
            <a:xfrm>
              <a:off x="395536" y="4355421"/>
              <a:ext cx="1655064" cy="621792"/>
            </a:xfrm>
            <a:prstGeom prst="rect">
              <a:avLst/>
            </a:prstGeom>
          </p:spPr>
        </p:pic>
        <p:pic>
          <p:nvPicPr>
            <p:cNvPr id="51" name="图片 50"/>
            <p:cNvPicPr>
              <a:picLocks noChangeAspect="1"/>
            </p:cNvPicPr>
            <p:nvPr/>
          </p:nvPicPr>
          <p:blipFill>
            <a:blip r:embed="rId9"/>
            <a:stretch>
              <a:fillRect/>
            </a:stretch>
          </p:blipFill>
          <p:spPr>
            <a:xfrm>
              <a:off x="395536" y="5157192"/>
              <a:ext cx="3655125" cy="417153"/>
            </a:xfrm>
            <a:prstGeom prst="rect">
              <a:avLst/>
            </a:prstGeom>
          </p:spPr>
        </p:pic>
        <p:pic>
          <p:nvPicPr>
            <p:cNvPr id="52" name="图片 51"/>
            <p:cNvPicPr>
              <a:picLocks noChangeAspect="1"/>
            </p:cNvPicPr>
            <p:nvPr/>
          </p:nvPicPr>
          <p:blipFill>
            <a:blip r:embed="rId10"/>
            <a:stretch>
              <a:fillRect/>
            </a:stretch>
          </p:blipFill>
          <p:spPr>
            <a:xfrm>
              <a:off x="561202" y="5589240"/>
              <a:ext cx="3428286" cy="1196436"/>
            </a:xfrm>
            <a:prstGeom prst="rect">
              <a:avLst/>
            </a:prstGeom>
          </p:spPr>
        </p:pic>
        <p:sp>
          <p:nvSpPr>
            <p:cNvPr id="53" name="矩形: 圆角 52"/>
            <p:cNvSpPr/>
            <p:nvPr/>
          </p:nvSpPr>
          <p:spPr>
            <a:xfrm>
              <a:off x="383084" y="5117538"/>
              <a:ext cx="3828876" cy="1751311"/>
            </a:xfrm>
            <a:prstGeom prst="roundRect">
              <a:avLst>
                <a:gd name="adj" fmla="val 0"/>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圆角 53"/>
            <p:cNvSpPr/>
            <p:nvPr/>
          </p:nvSpPr>
          <p:spPr>
            <a:xfrm>
              <a:off x="383085" y="2919877"/>
              <a:ext cx="3839712" cy="2093299"/>
            </a:xfrm>
            <a:prstGeom prst="roundRect">
              <a:avLst>
                <a:gd name="adj" fmla="val 0"/>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2120133" y="4545683"/>
              <a:ext cx="1828817" cy="335576"/>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体积守恒及滤失方程</a:t>
              </a:r>
              <a:endParaRPr lang="zh-CN" altLang="en-US" sz="1200" dirty="0"/>
            </a:p>
          </p:txBody>
        </p:sp>
        <p:sp>
          <p:nvSpPr>
            <p:cNvPr id="56" name="文本框 55"/>
            <p:cNvSpPr txBox="1"/>
            <p:nvPr/>
          </p:nvSpPr>
          <p:spPr>
            <a:xfrm>
              <a:off x="3319247" y="6490666"/>
              <a:ext cx="964721" cy="316933"/>
            </a:xfrm>
            <a:prstGeom prst="rect">
              <a:avLst/>
            </a:prstGeom>
            <a:noFill/>
          </p:spPr>
          <p:txBody>
            <a:bodyPr wrap="square">
              <a:spAutoFit/>
            </a:bodyPr>
            <a:lstStyle/>
            <a:p>
              <a:r>
                <a:rPr lang="zh-CN" altLang="en-US" sz="1100" dirty="0">
                  <a:latin typeface="黑体" panose="02010609060101010101" charset="-122"/>
                  <a:ea typeface="黑体" panose="02010609060101010101" charset="-122"/>
                </a:rPr>
                <a:t>缝长方程</a:t>
              </a:r>
              <a:endParaRPr lang="zh-CN" altLang="en-US" sz="1100" dirty="0">
                <a:latin typeface="黑体" panose="02010609060101010101" charset="-122"/>
                <a:ea typeface="黑体" panose="02010609060101010101" charset="-122"/>
              </a:endParaRPr>
            </a:p>
          </p:txBody>
        </p:sp>
        <p:sp>
          <p:nvSpPr>
            <p:cNvPr id="57" name="文本框 56"/>
            <p:cNvSpPr txBox="1"/>
            <p:nvPr/>
          </p:nvSpPr>
          <p:spPr>
            <a:xfrm>
              <a:off x="5843896" y="6804666"/>
              <a:ext cx="1861371" cy="368751"/>
            </a:xfrm>
            <a:prstGeom prst="rect">
              <a:avLst/>
            </a:prstGeom>
            <a:noFill/>
          </p:spPr>
          <p:txBody>
            <a:bodyPr wrap="square">
              <a:spAutoFit/>
            </a:bodyPr>
            <a:lstStyle/>
            <a:p>
              <a:r>
                <a:rPr lang="zh-CN" altLang="en-US" sz="1200" dirty="0">
                  <a:solidFill>
                    <a:srgbClr val="000000"/>
                  </a:solidFill>
                  <a:latin typeface="微软雅黑" panose="020B0503020204020204" pitchFamily="34" charset="-122"/>
                  <a:ea typeface="微软雅黑" panose="020B0503020204020204" pitchFamily="34" charset="-122"/>
                </a:rPr>
                <a:t>裂缝尺寸反演过程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sp>
        <p:nvSpPr>
          <p:cNvPr id="29" name="TextBox 2"/>
          <p:cNvSpPr txBox="1">
            <a:spLocks noChangeArrowheads="1"/>
          </p:cNvSpPr>
          <p:nvPr/>
        </p:nvSpPr>
        <p:spPr bwMode="auto">
          <a:xfrm>
            <a:off x="334962" y="1351991"/>
            <a:ext cx="11485563" cy="1233783"/>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R="0" lvl="0" algn="just" defTabSz="914400" rtl="0" eaLnBrk="0" fontAlgn="base" latinLnBrk="0" hangingPunct="0">
              <a:lnSpc>
                <a:spcPct val="150000"/>
              </a:lnSpc>
              <a:spcBef>
                <a:spcPts val="300"/>
              </a:spcBef>
              <a:spcAft>
                <a:spcPct val="0"/>
              </a:spcAft>
              <a:buClr>
                <a:srgbClr val="FF0000"/>
              </a:buClr>
              <a:buSzTx/>
              <a:buFont typeface="Wingdings" panose="05000000000000000000" pitchFamily="2" charset="2"/>
              <a:buChar char="l"/>
              <a:defRPr/>
            </a:pP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通过停泵压降曲线</a:t>
            </a: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G</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函数分析，确定瞬时停泵压力、裂缝系统滤失系数和拟合压力</a:t>
            </a:r>
            <a:endPar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R="0" lvl="0" algn="just" defTabSz="914400" rtl="0" eaLnBrk="0" fontAlgn="base" latinLnBrk="0" hangingPunct="0">
              <a:lnSpc>
                <a:spcPct val="150000"/>
              </a:lnSpc>
              <a:spcBef>
                <a:spcPts val="300"/>
              </a:spcBef>
              <a:spcAft>
                <a:spcPct val="0"/>
              </a:spcAft>
              <a:buClr>
                <a:srgbClr val="FF0000"/>
              </a:buClr>
              <a:buSzTx/>
              <a:buFont typeface="Wingdings" panose="05000000000000000000" pitchFamily="2" charset="2"/>
              <a:buChar char="l"/>
              <a:defRPr/>
            </a:pP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结合</a:t>
            </a: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G</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函数模型和连续性方程，表征裂缝系统滤失速度和体积衰减速度响应关系</a:t>
            </a:r>
            <a:endPar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R="0" lvl="0" algn="just" defTabSz="914400" rtl="0" eaLnBrk="0" fontAlgn="base" latinLnBrk="0" hangingPunct="0">
              <a:lnSpc>
                <a:spcPct val="150000"/>
              </a:lnSpc>
              <a:spcBef>
                <a:spcPts val="300"/>
              </a:spcBef>
              <a:spcAft>
                <a:spcPct val="0"/>
              </a:spcAft>
              <a:buClr>
                <a:srgbClr val="FF0000"/>
              </a:buClr>
              <a:buSzTx/>
              <a:buFont typeface="Wingdings" panose="05000000000000000000" pitchFamily="2" charset="2"/>
              <a:buChar char="l"/>
              <a:defRPr/>
            </a:pP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计算各裂缝的诱导应力矩阵，确定净压力矩阵，耦合求解确定裂缝缝长、缝宽分布</a:t>
            </a:r>
            <a:endPar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3" name="矩形 32"/>
          <p:cNvSpPr/>
          <p:nvPr/>
        </p:nvSpPr>
        <p:spPr>
          <a:xfrm>
            <a:off x="429601" y="811428"/>
            <a:ext cx="9200174"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a:t>
            </a:r>
            <a:r>
              <a:rPr lang="zh-CN" altLang="en-US" dirty="0">
                <a:solidFill>
                  <a:prstClr val="black"/>
                </a:solidFill>
                <a:latin typeface="微软雅黑" panose="020B0503020204020204" pitchFamily="34" charset="-122"/>
                <a:ea typeface="微软雅黑" panose="020B0503020204020204" pitchFamily="34" charset="-122"/>
              </a:rPr>
              <a:t>、建立了停泵期裂缝尺寸反演的半解析模型，实现了基于压降曲线分析的裂缝尺寸反演</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成果四</a:t>
            </a:r>
            <a:r>
              <a:rPr lang="zh-CN" altLang="en-US" sz="2400" b="1" kern="0" dirty="0">
                <a:solidFill>
                  <a:srgbClr val="FF0000"/>
                </a:solidFill>
                <a:latin typeface="微软雅黑" panose="020B0503020204020204" pitchFamily="34" charset="-122"/>
                <a:ea typeface="微软雅黑" panose="020B0503020204020204" pitchFamily="34" charset="-122"/>
              </a:rPr>
              <a:t>、建立了停泵期裂缝尺寸反演模型，搭建了大数据库可视化云平台架构</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651645" y="6069397"/>
            <a:ext cx="1107996" cy="276999"/>
          </a:xfrm>
          <a:prstGeom prst="rect">
            <a:avLst/>
          </a:prstGeom>
        </p:spPr>
        <p:txBody>
          <a:bodyPr wrap="none">
            <a:spAutoFit/>
          </a:bodyPr>
          <a:lstStyle/>
          <a:p>
            <a:pPr lvl="0"/>
            <a:r>
              <a:rPr lang="zh-CN" altLang="en-US" sz="1200" dirty="0">
                <a:solidFill>
                  <a:srgbClr val="000000"/>
                </a:solidFill>
                <a:latin typeface="微软雅黑" panose="020B0503020204020204" pitchFamily="34" charset="-122"/>
                <a:ea typeface="微软雅黑" panose="020B0503020204020204" pitchFamily="34" charset="-122"/>
              </a:rPr>
              <a:t>压降曲线解释</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4" name="矩形 13"/>
          <p:cNvSpPr/>
          <p:nvPr/>
        </p:nvSpPr>
        <p:spPr>
          <a:xfrm>
            <a:off x="4271663" y="6057900"/>
            <a:ext cx="1221808" cy="276999"/>
          </a:xfrm>
          <a:prstGeom prst="rect">
            <a:avLst/>
          </a:prstGeom>
        </p:spPr>
        <p:txBody>
          <a:bodyPr wrap="none">
            <a:spAutoFit/>
          </a:bodyPr>
          <a:lstStyle/>
          <a:p>
            <a:r>
              <a:rPr lang="en-US" altLang="zh-CN" sz="1200" dirty="0">
                <a:solidFill>
                  <a:srgbClr val="000000"/>
                </a:solidFill>
                <a:latin typeface="微软雅黑" panose="020B0503020204020204" pitchFamily="34" charset="-122"/>
                <a:ea typeface="微软雅黑" panose="020B0503020204020204" pitchFamily="34" charset="-122"/>
              </a:rPr>
              <a:t>G</a:t>
            </a:r>
            <a:r>
              <a:rPr lang="zh-CN" altLang="en-US" sz="1200" dirty="0">
                <a:solidFill>
                  <a:srgbClr val="000000"/>
                </a:solidFill>
                <a:latin typeface="微软雅黑" panose="020B0503020204020204" pitchFamily="34" charset="-122"/>
                <a:ea typeface="微软雅黑" panose="020B0503020204020204" pitchFamily="34" charset="-122"/>
              </a:rPr>
              <a:t>函数曲线分析</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5" name="矩形 14"/>
          <p:cNvSpPr/>
          <p:nvPr/>
        </p:nvSpPr>
        <p:spPr>
          <a:xfrm>
            <a:off x="8984166" y="6047217"/>
            <a:ext cx="1107996" cy="276999"/>
          </a:xfrm>
          <a:prstGeom prst="rect">
            <a:avLst/>
          </a:prstGeom>
        </p:spPr>
        <p:txBody>
          <a:bodyPr wrap="none">
            <a:spAutoFit/>
          </a:bodyPr>
          <a:lstStyle/>
          <a:p>
            <a:r>
              <a:rPr lang="zh-CN" altLang="en-US" sz="1200" dirty="0">
                <a:solidFill>
                  <a:srgbClr val="000000"/>
                </a:solidFill>
                <a:latin typeface="微软雅黑" panose="020B0503020204020204" pitchFamily="34" charset="-122"/>
                <a:ea typeface="微软雅黑" panose="020B0503020204020204" pitchFamily="34" charset="-122"/>
              </a:rPr>
              <a:t>裂缝参数反演</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412749" y="2724150"/>
            <a:ext cx="11198225" cy="3200400"/>
            <a:chOff x="412749" y="2879342"/>
            <a:chExt cx="11198225" cy="2732823"/>
          </a:xfrm>
        </p:grpSpPr>
        <p:grpSp>
          <p:nvGrpSpPr>
            <p:cNvPr id="9" name="组合 8"/>
            <p:cNvGrpSpPr/>
            <p:nvPr/>
          </p:nvGrpSpPr>
          <p:grpSpPr>
            <a:xfrm>
              <a:off x="412749" y="2879342"/>
              <a:ext cx="11198225" cy="2732823"/>
              <a:chOff x="466725" y="4300538"/>
              <a:chExt cx="9621837" cy="2568577"/>
            </a:xfrm>
          </p:grpSpPr>
          <p:grpSp>
            <p:nvGrpSpPr>
              <p:cNvPr id="27" name="组合 4"/>
              <p:cNvGrpSpPr/>
              <p:nvPr/>
            </p:nvGrpSpPr>
            <p:grpSpPr bwMode="auto">
              <a:xfrm>
                <a:off x="466725" y="4300538"/>
                <a:ext cx="1878013" cy="2568576"/>
                <a:chOff x="462110" y="4341294"/>
                <a:chExt cx="1877642" cy="2568263"/>
              </a:xfrm>
            </p:grpSpPr>
            <p:pic>
              <p:nvPicPr>
                <p:cNvPr id="61" name="图片 12"/>
                <p:cNvPicPr>
                  <a:picLocks noChangeAspect="1" noChangeArrowheads="1"/>
                </p:cNvPicPr>
                <p:nvPr/>
              </p:nvPicPr>
              <p:blipFill>
                <a:blip r:embed="rId1" cstate="print">
                  <a:extLst>
                    <a:ext uri="{28A0092B-C50C-407E-A947-70E740481C1C}">
                      <a14:useLocalDpi xmlns:a14="http://schemas.microsoft.com/office/drawing/2010/main" val="0"/>
                    </a:ext>
                  </a:extLst>
                </a:blip>
                <a:srcRect l="3674" t="4848" r="1611"/>
                <a:stretch>
                  <a:fillRect/>
                </a:stretch>
              </p:blipFill>
              <p:spPr bwMode="auto">
                <a:xfrm>
                  <a:off x="462110" y="5774343"/>
                  <a:ext cx="1838375" cy="1081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箭头: 下 61"/>
                <p:cNvSpPr/>
                <p:nvPr/>
              </p:nvSpPr>
              <p:spPr>
                <a:xfrm>
                  <a:off x="1258878" y="5484470"/>
                  <a:ext cx="360292" cy="290161"/>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3" name="矩形 62"/>
                <p:cNvSpPr/>
                <p:nvPr/>
              </p:nvSpPr>
              <p:spPr>
                <a:xfrm>
                  <a:off x="501790" y="4341294"/>
                  <a:ext cx="1837962" cy="256826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28" name="组合 6"/>
              <p:cNvGrpSpPr/>
              <p:nvPr/>
            </p:nvGrpSpPr>
            <p:grpSpPr bwMode="auto">
              <a:xfrm>
                <a:off x="2688821" y="4300539"/>
                <a:ext cx="3524238" cy="2568576"/>
                <a:chOff x="2688037" y="4301004"/>
                <a:chExt cx="3525636" cy="2567833"/>
              </a:xfrm>
            </p:grpSpPr>
            <p:pic>
              <p:nvPicPr>
                <p:cNvPr id="32" name="图片 2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7293" y="4360119"/>
                  <a:ext cx="1703924" cy="1242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图片 2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70483" y="4360119"/>
                  <a:ext cx="1743190" cy="1242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图片 2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55109" y="5626434"/>
                  <a:ext cx="1580498" cy="1242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图片 2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88037" y="5599815"/>
                  <a:ext cx="1743191" cy="1242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矩形 59"/>
                <p:cNvSpPr/>
                <p:nvPr/>
              </p:nvSpPr>
              <p:spPr>
                <a:xfrm>
                  <a:off x="2722964" y="4301004"/>
                  <a:ext cx="3490709" cy="256783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grpSp>
          <p:pic>
            <p:nvPicPr>
              <p:cNvPr id="29" name="图片 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599238" y="5635625"/>
                <a:ext cx="3463966"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矩形 29"/>
              <p:cNvSpPr/>
              <p:nvPr/>
            </p:nvSpPr>
            <p:spPr>
              <a:xfrm>
                <a:off x="6599238" y="4300538"/>
                <a:ext cx="3489324" cy="2568576"/>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1" name="矩形 30"/>
              <p:cNvSpPr/>
              <p:nvPr/>
            </p:nvSpPr>
            <p:spPr>
              <a:xfrm>
                <a:off x="9406925" y="6013449"/>
                <a:ext cx="216752" cy="712788"/>
              </a:xfrm>
              <a:prstGeom prst="rect">
                <a:avLst/>
              </a:prstGeom>
              <a:no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0" name="箭头: 右 9"/>
            <p:cNvSpPr/>
            <p:nvPr/>
          </p:nvSpPr>
          <p:spPr>
            <a:xfrm>
              <a:off x="2619597" y="4016046"/>
              <a:ext cx="449490" cy="398607"/>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sp>
        <p:sp>
          <p:nvSpPr>
            <p:cNvPr id="11" name="箭头: 右 10"/>
            <p:cNvSpPr/>
            <p:nvPr/>
          </p:nvSpPr>
          <p:spPr>
            <a:xfrm>
              <a:off x="7111597" y="4016046"/>
              <a:ext cx="449490" cy="398607"/>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sp>
        <p:grpSp>
          <p:nvGrpSpPr>
            <p:cNvPr id="16" name="组合 15"/>
            <p:cNvGrpSpPr/>
            <p:nvPr/>
          </p:nvGrpSpPr>
          <p:grpSpPr>
            <a:xfrm>
              <a:off x="7572153" y="2966447"/>
              <a:ext cx="4009308" cy="1129320"/>
              <a:chOff x="107950" y="4830763"/>
              <a:chExt cx="8577263" cy="1982787"/>
            </a:xfrm>
          </p:grpSpPr>
          <p:pic>
            <p:nvPicPr>
              <p:cNvPr id="18" name="图片 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7950" y="5078413"/>
                <a:ext cx="4583113"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45"/>
              <p:cNvPicPr>
                <a:picLocks noChangeAspect="1" noChangeArrowheads="1"/>
              </p:cNvPicPr>
              <p:nvPr/>
            </p:nvPicPr>
            <p:blipFill>
              <a:blip r:embed="rId8" cstate="print">
                <a:extLst>
                  <a:ext uri="{28A0092B-C50C-407E-A947-70E740481C1C}">
                    <a14:useLocalDpi xmlns:a14="http://schemas.microsoft.com/office/drawing/2010/main" val="0"/>
                  </a:ext>
                </a:extLst>
              </a:blip>
              <a:srcRect l="1901"/>
              <a:stretch>
                <a:fillRect/>
              </a:stretch>
            </p:blipFill>
            <p:spPr bwMode="auto">
              <a:xfrm>
                <a:off x="1331913" y="4973638"/>
                <a:ext cx="12700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46"/>
              <p:cNvPicPr>
                <a:picLocks noChangeAspect="1" noChangeArrowheads="1"/>
              </p:cNvPicPr>
              <p:nvPr/>
            </p:nvPicPr>
            <p:blipFill>
              <a:blip r:embed="rId9" cstate="print">
                <a:extLst>
                  <a:ext uri="{28A0092B-C50C-407E-A947-70E740481C1C}">
                    <a14:useLocalDpi xmlns:a14="http://schemas.microsoft.com/office/drawing/2010/main" val="0"/>
                  </a:ext>
                </a:extLst>
              </a:blip>
              <a:srcRect l="1901"/>
              <a:stretch>
                <a:fillRect/>
              </a:stretch>
            </p:blipFill>
            <p:spPr bwMode="auto">
              <a:xfrm>
                <a:off x="2552700" y="4930775"/>
                <a:ext cx="12858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47"/>
              <p:cNvPicPr>
                <a:picLocks noChangeAspect="1" noChangeArrowheads="1"/>
              </p:cNvPicPr>
              <p:nvPr/>
            </p:nvPicPr>
            <p:blipFill>
              <a:blip r:embed="rId10" cstate="print">
                <a:extLst>
                  <a:ext uri="{28A0092B-C50C-407E-A947-70E740481C1C}">
                    <a14:useLocalDpi xmlns:a14="http://schemas.microsoft.com/office/drawing/2010/main" val="0"/>
                  </a:ext>
                </a:extLst>
              </a:blip>
              <a:srcRect l="1901"/>
              <a:stretch>
                <a:fillRect/>
              </a:stretch>
            </p:blipFill>
            <p:spPr bwMode="auto">
              <a:xfrm>
                <a:off x="3811588" y="4892675"/>
                <a:ext cx="13462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2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568950" y="4830763"/>
                <a:ext cx="3116263" cy="198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矩形 22"/>
              <p:cNvSpPr/>
              <p:nvPr/>
            </p:nvSpPr>
            <p:spPr>
              <a:xfrm>
                <a:off x="1331913" y="4881563"/>
                <a:ext cx="3825875" cy="660400"/>
              </a:xfrm>
              <a:prstGeom prst="rect">
                <a:avLst/>
              </a:prstGeom>
              <a:no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 name="箭头: 下 23"/>
              <p:cNvSpPr/>
              <p:nvPr/>
            </p:nvSpPr>
            <p:spPr>
              <a:xfrm rot="16200000">
                <a:off x="5319713" y="5567363"/>
                <a:ext cx="358775" cy="59372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5" name="左大括号 24"/>
              <p:cNvSpPr/>
              <p:nvPr/>
            </p:nvSpPr>
            <p:spPr>
              <a:xfrm rot="5400000">
                <a:off x="2783681" y="5455445"/>
                <a:ext cx="193675" cy="938212"/>
              </a:xfrm>
              <a:prstGeom prst="leftBrace">
                <a:avLst>
                  <a:gd name="adj1" fmla="val 36168"/>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26" name="箭头: 下 25"/>
              <p:cNvSpPr/>
              <p:nvPr/>
            </p:nvSpPr>
            <p:spPr>
              <a:xfrm rot="10800000">
                <a:off x="2700338" y="5580063"/>
                <a:ext cx="358775" cy="22542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7" name="箭头: 下 16"/>
            <p:cNvSpPr/>
            <p:nvPr/>
          </p:nvSpPr>
          <p:spPr>
            <a:xfrm>
              <a:off x="10817661" y="4154548"/>
              <a:ext cx="243379" cy="253708"/>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8" name="图片 7"/>
            <p:cNvPicPr>
              <a:picLocks noChangeAspect="1"/>
            </p:cNvPicPr>
            <p:nvPr/>
          </p:nvPicPr>
          <p:blipFill>
            <a:blip r:embed="rId12"/>
            <a:stretch>
              <a:fillRect/>
            </a:stretch>
          </p:blipFill>
          <p:spPr>
            <a:xfrm>
              <a:off x="509753" y="2918824"/>
              <a:ext cx="2065818" cy="1150527"/>
            </a:xfrm>
            <a:prstGeom prst="rect">
              <a:avLst/>
            </a:prstGeom>
          </p:spPr>
        </p:pic>
      </p:grpSp>
      <p:sp>
        <p:nvSpPr>
          <p:cNvPr id="38" name="TextBox 2"/>
          <p:cNvSpPr txBox="1">
            <a:spLocks noChangeArrowheads="1"/>
          </p:cNvSpPr>
          <p:nvPr/>
        </p:nvSpPr>
        <p:spPr bwMode="auto">
          <a:xfrm>
            <a:off x="334962" y="1351991"/>
            <a:ext cx="11485563" cy="1156839"/>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eaLnBrk="0" fontAlgn="base">
              <a:spcBef>
                <a:spcPts val="300"/>
              </a:spcBef>
              <a:spcAft>
                <a:spcPct val="0"/>
              </a:spcAft>
              <a:buFont typeface="Wingdings" panose="05000000000000000000" pitchFamily="2" charset="2"/>
              <a:buChar char="l"/>
              <a:defRPr/>
            </a:pP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技术优势：</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基于水力压裂停泵阶段的压力</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裂缝尺寸响应规律，结合 </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G </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函数分析和现场压裂数据首次建立了停泵期裂缝尺寸反演的半解析模型。</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考虑</a:t>
            </a:r>
            <a:r>
              <a:rPr lang="zh-CN" altLang="en-US" sz="1600" kern="0" dirty="0">
                <a:solidFill>
                  <a:srgbClr val="FF0000"/>
                </a:solidFill>
                <a:cs typeface="Times New Roman" panose="02020603050405020304" pitchFamily="18" charset="0"/>
                <a:sym typeface="Arial" panose="020B0604020202020204" pitchFamily="34" charset="0"/>
              </a:rPr>
              <a:t>了</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多裂缝之间应力阴影影响</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，结合叠加原理建立多缝尺寸反演模型，进而反演计算停泵时刻二维平面</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三维裂缝长度及缝宽分布，可用于评价多裂缝水力压裂的性能，有助于提高油井产能。</a:t>
            </a:r>
            <a:endPar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42" name="矩形 41"/>
          <p:cNvSpPr/>
          <p:nvPr/>
        </p:nvSpPr>
        <p:spPr>
          <a:xfrm>
            <a:off x="429601" y="811428"/>
            <a:ext cx="9200174"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a:t>
            </a:r>
            <a:r>
              <a:rPr lang="zh-CN" altLang="en-US" dirty="0">
                <a:solidFill>
                  <a:prstClr val="black"/>
                </a:solidFill>
                <a:latin typeface="微软雅黑" panose="020B0503020204020204" pitchFamily="34" charset="-122"/>
                <a:ea typeface="微软雅黑" panose="020B0503020204020204" pitchFamily="34" charset="-122"/>
              </a:rPr>
              <a:t>、建立了停泵期裂缝尺寸反演的半解析模型，实现了基于压降曲线分析的裂缝尺寸反演</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成果四</a:t>
            </a:r>
            <a:r>
              <a:rPr lang="zh-CN" altLang="en-US" sz="2400" b="1" kern="0" dirty="0">
                <a:solidFill>
                  <a:srgbClr val="FF0000"/>
                </a:solidFill>
                <a:latin typeface="微软雅黑" panose="020B0503020204020204" pitchFamily="34" charset="-122"/>
                <a:ea typeface="微软雅黑" panose="020B0503020204020204" pitchFamily="34" charset="-122"/>
              </a:rPr>
              <a:t>、建立了停泵期裂缝尺寸反演模型，搭建了大数据库可视化云平台架构</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9332"/>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、矿场应用表明压降反演模型具有良好的反演效果</a:t>
            </a:r>
            <a:endParaRPr lang="zh-CN" altLang="en-US" dirty="0">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nvGraphicFramePr>
        <p:xfrm>
          <a:off x="308171" y="4389968"/>
          <a:ext cx="3388726" cy="1442088"/>
        </p:xfrm>
        <a:graphic>
          <a:graphicData uri="http://schemas.openxmlformats.org/drawingml/2006/table">
            <a:tbl>
              <a:tblPr firstRow="1" firstCol="1" bandRow="1"/>
              <a:tblGrid>
                <a:gridCol w="1143231"/>
                <a:gridCol w="541306"/>
                <a:gridCol w="568063"/>
                <a:gridCol w="568063"/>
                <a:gridCol w="568063"/>
              </a:tblGrid>
              <a:tr h="196960">
                <a:tc>
                  <a:txBody>
                    <a:bodyPr/>
                    <a:lstStyle/>
                    <a:p>
                      <a:pPr algn="ctr">
                        <a:lnSpc>
                          <a:spcPct val="150000"/>
                        </a:lnSpc>
                      </a:pPr>
                      <a:r>
                        <a:rPr lang="zh-CN" sz="900" b="1" kern="100" dirty="0">
                          <a:solidFill>
                            <a:srgbClr val="000000"/>
                          </a:solidFill>
                          <a:effectLst/>
                          <a:latin typeface="Times New Roman" panose="02020603050405020304" pitchFamily="18" charset="0"/>
                          <a:ea typeface="宋体" panose="02010600030101010101" pitchFamily="2" charset="-122"/>
                        </a:rPr>
                        <a:t>参数</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900" b="1" kern="100" dirty="0">
                          <a:solidFill>
                            <a:srgbClr val="000000"/>
                          </a:solidFill>
                          <a:effectLst/>
                          <a:latin typeface="Times New Roman" panose="02020603050405020304" pitchFamily="18" charset="0"/>
                          <a:ea typeface="宋体" panose="02010600030101010101" pitchFamily="2" charset="-122"/>
                        </a:rPr>
                        <a:t>第</a:t>
                      </a:r>
                      <a:r>
                        <a:rPr lang="en-US" sz="900" b="1" kern="100" dirty="0">
                          <a:solidFill>
                            <a:srgbClr val="000000"/>
                          </a:solidFill>
                          <a:effectLst/>
                          <a:latin typeface="Times New Roman" panose="02020603050405020304" pitchFamily="18" charset="0"/>
                          <a:ea typeface="宋体" panose="02010600030101010101" pitchFamily="2" charset="-122"/>
                        </a:rPr>
                        <a:t>1</a:t>
                      </a:r>
                      <a:r>
                        <a:rPr lang="zh-CN" sz="900" b="1" kern="100" dirty="0">
                          <a:solidFill>
                            <a:srgbClr val="000000"/>
                          </a:solidFill>
                          <a:effectLst/>
                          <a:latin typeface="Times New Roman" panose="02020603050405020304" pitchFamily="18" charset="0"/>
                          <a:ea typeface="宋体" panose="02010600030101010101" pitchFamily="2" charset="-122"/>
                        </a:rPr>
                        <a:t>段</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900" b="1" kern="100" dirty="0">
                          <a:solidFill>
                            <a:srgbClr val="000000"/>
                          </a:solidFill>
                          <a:effectLst/>
                          <a:latin typeface="Times New Roman" panose="02020603050405020304" pitchFamily="18" charset="0"/>
                          <a:ea typeface="宋体" panose="02010600030101010101" pitchFamily="2" charset="-122"/>
                        </a:rPr>
                        <a:t>第</a:t>
                      </a:r>
                      <a:r>
                        <a:rPr lang="en-US" sz="900" b="1" kern="100" dirty="0">
                          <a:solidFill>
                            <a:srgbClr val="000000"/>
                          </a:solidFill>
                          <a:effectLst/>
                          <a:latin typeface="Times New Roman" panose="02020603050405020304" pitchFamily="18" charset="0"/>
                          <a:ea typeface="宋体" panose="02010600030101010101" pitchFamily="2" charset="-122"/>
                        </a:rPr>
                        <a:t>7</a:t>
                      </a:r>
                      <a:r>
                        <a:rPr lang="zh-CN" sz="900" b="1" kern="100" dirty="0">
                          <a:solidFill>
                            <a:srgbClr val="000000"/>
                          </a:solidFill>
                          <a:effectLst/>
                          <a:latin typeface="Times New Roman" panose="02020603050405020304" pitchFamily="18" charset="0"/>
                          <a:ea typeface="宋体" panose="02010600030101010101" pitchFamily="2" charset="-122"/>
                        </a:rPr>
                        <a:t>段</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900" b="1" kern="100">
                          <a:solidFill>
                            <a:srgbClr val="000000"/>
                          </a:solidFill>
                          <a:effectLst/>
                          <a:latin typeface="Times New Roman" panose="02020603050405020304" pitchFamily="18" charset="0"/>
                          <a:ea typeface="宋体" panose="02010600030101010101" pitchFamily="2" charset="-122"/>
                        </a:rPr>
                        <a:t>第</a:t>
                      </a:r>
                      <a:r>
                        <a:rPr lang="en-US" sz="900" b="1" kern="100">
                          <a:solidFill>
                            <a:srgbClr val="000000"/>
                          </a:solidFill>
                          <a:effectLst/>
                          <a:latin typeface="Times New Roman" panose="02020603050405020304" pitchFamily="18" charset="0"/>
                          <a:ea typeface="宋体" panose="02010600030101010101" pitchFamily="2" charset="-122"/>
                        </a:rPr>
                        <a:t>8</a:t>
                      </a:r>
                      <a:r>
                        <a:rPr lang="zh-CN" sz="900" b="1" kern="100">
                          <a:solidFill>
                            <a:srgbClr val="000000"/>
                          </a:solidFill>
                          <a:effectLst/>
                          <a:latin typeface="Times New Roman" panose="02020603050405020304" pitchFamily="18" charset="0"/>
                          <a:ea typeface="宋体" panose="02010600030101010101" pitchFamily="2" charset="-122"/>
                        </a:rPr>
                        <a:t>段</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900" b="1" kern="100">
                          <a:solidFill>
                            <a:srgbClr val="000000"/>
                          </a:solidFill>
                          <a:effectLst/>
                          <a:latin typeface="Times New Roman" panose="02020603050405020304" pitchFamily="18" charset="0"/>
                          <a:ea typeface="宋体" panose="02010600030101010101" pitchFamily="2" charset="-122"/>
                        </a:rPr>
                        <a:t>第</a:t>
                      </a:r>
                      <a:r>
                        <a:rPr lang="en-US" sz="900" b="1" kern="100">
                          <a:solidFill>
                            <a:srgbClr val="000000"/>
                          </a:solidFill>
                          <a:effectLst/>
                          <a:latin typeface="Times New Roman" panose="02020603050405020304" pitchFamily="18" charset="0"/>
                          <a:ea typeface="宋体" panose="02010600030101010101" pitchFamily="2" charset="-122"/>
                        </a:rPr>
                        <a:t>9</a:t>
                      </a:r>
                      <a:r>
                        <a:rPr lang="zh-CN" sz="900" b="1" kern="100">
                          <a:solidFill>
                            <a:srgbClr val="000000"/>
                          </a:solidFill>
                          <a:effectLst/>
                          <a:latin typeface="Times New Roman" panose="02020603050405020304" pitchFamily="18" charset="0"/>
                          <a:ea typeface="宋体" panose="02010600030101010101" pitchFamily="2" charset="-122"/>
                        </a:rPr>
                        <a:t>段</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282">
                <a:tc>
                  <a:txBody>
                    <a:bodyPr/>
                    <a:lstStyle/>
                    <a:p>
                      <a:pPr algn="ctr">
                        <a:lnSpc>
                          <a:spcPct val="150000"/>
                        </a:lnSpc>
                      </a:pPr>
                      <a:r>
                        <a:rPr lang="zh-CN" sz="900" kern="100" dirty="0">
                          <a:solidFill>
                            <a:srgbClr val="000000"/>
                          </a:solidFill>
                          <a:effectLst/>
                          <a:latin typeface="Times New Roman" panose="02020603050405020304" pitchFamily="18" charset="0"/>
                          <a:ea typeface="宋体" panose="02010600030101010101" pitchFamily="2" charset="-122"/>
                        </a:rPr>
                        <a:t>裂缝长度，</a:t>
                      </a:r>
                      <a:r>
                        <a:rPr lang="en-US" sz="900" kern="100" dirty="0">
                          <a:effectLst/>
                          <a:latin typeface="Times New Roman" panose="02020603050405020304" pitchFamily="18" charset="0"/>
                          <a:ea typeface="宋体" panose="02010600030101010101" pitchFamily="2" charset="-122"/>
                        </a:rPr>
                        <a:t>m</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146.108</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322.727</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253.941</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264.428</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311282">
                <a:tc>
                  <a:txBody>
                    <a:bodyPr/>
                    <a:lstStyle/>
                    <a:p>
                      <a:pPr algn="ctr">
                        <a:lnSpc>
                          <a:spcPct val="150000"/>
                        </a:lnSpc>
                      </a:pPr>
                      <a:r>
                        <a:rPr lang="zh-CN" sz="900" kern="100">
                          <a:solidFill>
                            <a:srgbClr val="000000"/>
                          </a:solidFill>
                          <a:effectLst/>
                          <a:latin typeface="Times New Roman" panose="02020603050405020304" pitchFamily="18" charset="0"/>
                          <a:ea typeface="宋体" panose="02010600030101010101" pitchFamily="2" charset="-122"/>
                        </a:rPr>
                        <a:t>最大缝宽，</a:t>
                      </a:r>
                      <a:r>
                        <a:rPr lang="en-US" sz="900" kern="100">
                          <a:effectLst/>
                          <a:latin typeface="Times New Roman" panose="02020603050405020304" pitchFamily="18" charset="0"/>
                          <a:ea typeface="宋体" panose="02010600030101010101" pitchFamily="2" charset="-122"/>
                        </a:rPr>
                        <a:t>m</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a:solidFill>
                            <a:srgbClr val="000000"/>
                          </a:solidFill>
                          <a:effectLst/>
                          <a:latin typeface="Times New Roman" panose="02020603050405020304" pitchFamily="18" charset="0"/>
                          <a:ea typeface="宋体" panose="02010600030101010101" pitchFamily="2" charset="-122"/>
                        </a:rPr>
                        <a:t>0.0188</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0.0242</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0.0166</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0.0165</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r>
              <a:tr h="311282">
                <a:tc>
                  <a:txBody>
                    <a:bodyPr/>
                    <a:lstStyle/>
                    <a:p>
                      <a:pPr algn="ctr">
                        <a:lnSpc>
                          <a:spcPct val="150000"/>
                        </a:lnSpc>
                      </a:pPr>
                      <a:r>
                        <a:rPr lang="zh-CN" sz="900" kern="100" dirty="0">
                          <a:solidFill>
                            <a:srgbClr val="000000"/>
                          </a:solidFill>
                          <a:effectLst/>
                          <a:latin typeface="Times New Roman" panose="02020603050405020304" pitchFamily="18" charset="0"/>
                          <a:ea typeface="宋体" panose="02010600030101010101" pitchFamily="2" charset="-122"/>
                        </a:rPr>
                        <a:t>压裂液效率，</a:t>
                      </a:r>
                      <a:r>
                        <a:rPr lang="en-US" sz="900" kern="100" dirty="0">
                          <a:effectLst/>
                          <a:latin typeface="Times New Roman" panose="02020603050405020304" pitchFamily="18" charset="0"/>
                          <a:ea typeface="宋体" panose="02010600030101010101" pitchFamily="2" charset="-122"/>
                        </a:rPr>
                        <a:t>%</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21.835</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20.298</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21.968</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22.674</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r>
              <a:tr h="311282">
                <a:tc>
                  <a:txBody>
                    <a:bodyPr/>
                    <a:lstStyle/>
                    <a:p>
                      <a:pPr algn="ctr">
                        <a:lnSpc>
                          <a:spcPct val="150000"/>
                        </a:lnSpc>
                      </a:pPr>
                      <a:r>
                        <a:rPr lang="zh-CN" sz="900" kern="100">
                          <a:solidFill>
                            <a:srgbClr val="000000"/>
                          </a:solidFill>
                          <a:effectLst/>
                          <a:latin typeface="Times New Roman" panose="02020603050405020304" pitchFamily="18" charset="0"/>
                          <a:ea typeface="宋体" panose="02010600030101010101" pitchFamily="2" charset="-122"/>
                        </a:rPr>
                        <a:t>滤失系数，</a:t>
                      </a:r>
                      <a:r>
                        <a:rPr lang="en-US" sz="900" kern="100">
                          <a:effectLst/>
                          <a:latin typeface="Times New Roman" panose="02020603050405020304" pitchFamily="18" charset="0"/>
                          <a:ea typeface="宋体" panose="02010600030101010101" pitchFamily="2" charset="-122"/>
                        </a:rPr>
                        <a:t>m/s</a:t>
                      </a:r>
                      <a:r>
                        <a:rPr lang="en-US" sz="900" kern="100" baseline="30000">
                          <a:effectLst/>
                          <a:latin typeface="Times New Roman" panose="02020603050405020304" pitchFamily="18" charset="0"/>
                          <a:ea typeface="宋体" panose="02010600030101010101" pitchFamily="2" charset="-122"/>
                        </a:rPr>
                        <a:t>0.5</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900" kern="100">
                          <a:solidFill>
                            <a:srgbClr val="000000"/>
                          </a:solidFill>
                          <a:effectLst/>
                          <a:latin typeface="Times New Roman" panose="02020603050405020304" pitchFamily="18" charset="0"/>
                          <a:ea typeface="宋体" panose="02010600030101010101" pitchFamily="2" charset="-122"/>
                        </a:rPr>
                        <a:t>0.00037</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0.00047</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0.00027</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0.00026</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r>
            </a:tbl>
          </a:graphicData>
        </a:graphic>
      </p:graphicFrame>
      <p:grpSp>
        <p:nvGrpSpPr>
          <p:cNvPr id="10" name="组合 9"/>
          <p:cNvGrpSpPr/>
          <p:nvPr/>
        </p:nvGrpSpPr>
        <p:grpSpPr>
          <a:xfrm>
            <a:off x="3678309" y="2448177"/>
            <a:ext cx="2592262" cy="1681706"/>
            <a:chOff x="3671575" y="2865636"/>
            <a:chExt cx="2592262" cy="1681706"/>
          </a:xfrm>
        </p:grpSpPr>
        <p:pic>
          <p:nvPicPr>
            <p:cNvPr id="22" name="图片 19"/>
            <p:cNvPicPr>
              <a:picLocks noChangeAspect="1" noChangeArrowheads="1"/>
            </p:cNvPicPr>
            <p:nvPr/>
          </p:nvPicPr>
          <p:blipFill>
            <a:blip r:embed="rId1" cstate="print">
              <a:extLst>
                <a:ext uri="{28A0092B-C50C-407E-A947-70E740481C1C}">
                  <a14:useLocalDpi xmlns:a14="http://schemas.microsoft.com/office/drawing/2010/main" val="0"/>
                </a:ext>
              </a:extLst>
            </a:blip>
            <a:srcRect l="9686" t="2521" r="4675" b="9604"/>
            <a:stretch>
              <a:fillRect/>
            </a:stretch>
          </p:blipFill>
          <p:spPr bwMode="auto">
            <a:xfrm rot="16200000">
              <a:off x="3863161" y="2674050"/>
              <a:ext cx="813342" cy="1196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20"/>
            <p:cNvPicPr>
              <a:picLocks noChangeAspect="1" noChangeArrowheads="1"/>
            </p:cNvPicPr>
            <p:nvPr/>
          </p:nvPicPr>
          <p:blipFill>
            <a:blip r:embed="rId2" cstate="print">
              <a:extLst>
                <a:ext uri="{28A0092B-C50C-407E-A947-70E740481C1C}">
                  <a14:useLocalDpi xmlns:a14="http://schemas.microsoft.com/office/drawing/2010/main" val="0"/>
                </a:ext>
              </a:extLst>
            </a:blip>
            <a:srcRect l="9975" t="2724" r="2805" b="9676"/>
            <a:stretch>
              <a:fillRect/>
            </a:stretch>
          </p:blipFill>
          <p:spPr bwMode="auto">
            <a:xfrm rot="16200000">
              <a:off x="5048578" y="2690192"/>
              <a:ext cx="815208" cy="117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图片 26"/>
            <p:cNvPicPr>
              <a:picLocks noChangeAspect="1" noChangeArrowheads="1"/>
            </p:cNvPicPr>
            <p:nvPr/>
          </p:nvPicPr>
          <p:blipFill>
            <a:blip r:embed="rId3" cstate="print">
              <a:extLst>
                <a:ext uri="{28A0092B-C50C-407E-A947-70E740481C1C}">
                  <a14:useLocalDpi xmlns:a14="http://schemas.microsoft.com/office/drawing/2010/main" val="0"/>
                </a:ext>
              </a:extLst>
            </a:blip>
            <a:srcRect l="9448" t="3175" r="3650" b="9735"/>
            <a:stretch>
              <a:fillRect/>
            </a:stretch>
          </p:blipFill>
          <p:spPr bwMode="auto">
            <a:xfrm rot="16200000">
              <a:off x="3860636" y="3501316"/>
              <a:ext cx="822878" cy="119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图片 27"/>
            <p:cNvPicPr>
              <a:picLocks noChangeAspect="1" noChangeArrowheads="1"/>
            </p:cNvPicPr>
            <p:nvPr/>
          </p:nvPicPr>
          <p:blipFill>
            <a:blip r:embed="rId4" cstate="print">
              <a:extLst>
                <a:ext uri="{28A0092B-C50C-407E-A947-70E740481C1C}">
                  <a14:useLocalDpi xmlns:a14="http://schemas.microsoft.com/office/drawing/2010/main" val="0"/>
                </a:ext>
              </a:extLst>
            </a:blip>
            <a:srcRect l="9103" t="3740" r="5135" b="8919"/>
            <a:stretch>
              <a:fillRect/>
            </a:stretch>
          </p:blipFill>
          <p:spPr bwMode="auto">
            <a:xfrm rot="16200000">
              <a:off x="5044740" y="3509235"/>
              <a:ext cx="822880" cy="117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文本框 25"/>
            <p:cNvSpPr txBox="1"/>
            <p:nvPr/>
          </p:nvSpPr>
          <p:spPr>
            <a:xfrm>
              <a:off x="4429524" y="4270343"/>
              <a:ext cx="1834313"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微地震解释结果</a:t>
              </a:r>
              <a:endParaRPr lang="zh-CN" altLang="en-US" sz="1200" dirty="0"/>
            </a:p>
          </p:txBody>
        </p:sp>
      </p:grpSp>
      <p:grpSp>
        <p:nvGrpSpPr>
          <p:cNvPr id="6" name="组合 5"/>
          <p:cNvGrpSpPr/>
          <p:nvPr/>
        </p:nvGrpSpPr>
        <p:grpSpPr>
          <a:xfrm>
            <a:off x="3745032" y="4189776"/>
            <a:ext cx="2350968" cy="1779458"/>
            <a:chOff x="3791744" y="4649935"/>
            <a:chExt cx="2350968" cy="1659385"/>
          </a:xfrm>
        </p:grpSpPr>
        <p:pic>
          <p:nvPicPr>
            <p:cNvPr id="2"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91744" y="4649935"/>
              <a:ext cx="2350968" cy="1659385"/>
            </a:xfrm>
            <a:prstGeom prst="rect">
              <a:avLst/>
            </a:prstGeom>
          </p:spPr>
        </p:pic>
        <p:sp>
          <p:nvSpPr>
            <p:cNvPr id="27" name="文本框 26"/>
            <p:cNvSpPr txBox="1"/>
            <p:nvPr/>
          </p:nvSpPr>
          <p:spPr>
            <a:xfrm>
              <a:off x="3942089" y="4725144"/>
              <a:ext cx="1834313"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准确性对比</a:t>
              </a:r>
              <a:endParaRPr lang="zh-CN" altLang="en-US" sz="1200" dirty="0"/>
            </a:p>
          </p:txBody>
        </p:sp>
      </p:grpSp>
      <p:sp>
        <p:nvSpPr>
          <p:cNvPr id="28" name="矩形 22"/>
          <p:cNvSpPr>
            <a:spLocks noChangeArrowheads="1"/>
          </p:cNvSpPr>
          <p:nvPr/>
        </p:nvSpPr>
        <p:spPr bwMode="auto">
          <a:xfrm>
            <a:off x="1096381" y="6065532"/>
            <a:ext cx="4031873"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新疆某压裂井压降模型反演结果与微地震解释结果对比</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9" name="矩形 22"/>
          <p:cNvSpPr>
            <a:spLocks noChangeArrowheads="1"/>
          </p:cNvSpPr>
          <p:nvPr/>
        </p:nvSpPr>
        <p:spPr bwMode="auto">
          <a:xfrm>
            <a:off x="7001673" y="6038446"/>
            <a:ext cx="4663456"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宁</a:t>
            </a:r>
            <a:r>
              <a:rPr lang="en-US" altLang="zh-CN" sz="1200" dirty="0">
                <a:solidFill>
                  <a:srgbClr val="000000"/>
                </a:solidFill>
                <a:latin typeface="微软雅黑" panose="020B0503020204020204" pitchFamily="34" charset="-122"/>
                <a:ea typeface="微软雅黑" panose="020B0503020204020204" pitchFamily="34" charset="-122"/>
              </a:rPr>
              <a:t>209H5</a:t>
            </a:r>
            <a:r>
              <a:rPr lang="zh-CN" altLang="en-US" sz="1200" dirty="0">
                <a:solidFill>
                  <a:srgbClr val="000000"/>
                </a:solidFill>
                <a:latin typeface="微软雅黑" panose="020B0503020204020204" pitchFamily="34" charset="-122"/>
                <a:ea typeface="微软雅黑" panose="020B0503020204020204" pitchFamily="34" charset="-122"/>
              </a:rPr>
              <a:t>平台某压裂井压降模型反演结果与广域电磁解释结果对比</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221777" y="2466975"/>
            <a:ext cx="3160966" cy="1659681"/>
            <a:chOff x="247651" y="2924944"/>
            <a:chExt cx="3160966" cy="1659681"/>
          </a:xfrm>
        </p:grpSpPr>
        <p:pic>
          <p:nvPicPr>
            <p:cNvPr id="17" name="图片 21"/>
            <p:cNvPicPr>
              <a:picLocks noChangeAspect="1" noChangeArrowheads="1"/>
            </p:cNvPicPr>
            <p:nvPr/>
          </p:nvPicPr>
          <p:blipFill>
            <a:blip r:embed="rId6" cstate="print">
              <a:extLst>
                <a:ext uri="{28A0092B-C50C-407E-A947-70E740481C1C}">
                  <a14:useLocalDpi xmlns:a14="http://schemas.microsoft.com/office/drawing/2010/main" val="0"/>
                </a:ext>
              </a:extLst>
            </a:blip>
            <a:srcRect l="4121" t="10498" r="9720" b="2789"/>
            <a:stretch>
              <a:fillRect/>
            </a:stretch>
          </p:blipFill>
          <p:spPr bwMode="auto">
            <a:xfrm>
              <a:off x="267823" y="2924944"/>
              <a:ext cx="1535383" cy="815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22"/>
            <p:cNvPicPr>
              <a:picLocks noChangeAspect="1" noChangeArrowheads="1"/>
            </p:cNvPicPr>
            <p:nvPr/>
          </p:nvPicPr>
          <p:blipFill>
            <a:blip r:embed="rId7" cstate="print">
              <a:extLst>
                <a:ext uri="{28A0092B-C50C-407E-A947-70E740481C1C}">
                  <a14:useLocalDpi xmlns:a14="http://schemas.microsoft.com/office/drawing/2010/main" val="0"/>
                </a:ext>
              </a:extLst>
            </a:blip>
            <a:srcRect t="11154" r="11195" b="2625"/>
            <a:stretch>
              <a:fillRect/>
            </a:stretch>
          </p:blipFill>
          <p:spPr bwMode="auto">
            <a:xfrm>
              <a:off x="1814441" y="2924944"/>
              <a:ext cx="1516159" cy="804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24"/>
            <p:cNvPicPr>
              <a:picLocks noChangeAspect="1" noChangeArrowheads="1"/>
            </p:cNvPicPr>
            <p:nvPr/>
          </p:nvPicPr>
          <p:blipFill>
            <a:blip r:embed="rId8" cstate="print">
              <a:extLst>
                <a:ext uri="{28A0092B-C50C-407E-A947-70E740481C1C}">
                  <a14:useLocalDpi xmlns:a14="http://schemas.microsoft.com/office/drawing/2010/main" val="0"/>
                </a:ext>
              </a:extLst>
            </a:blip>
            <a:srcRect l="2829" t="10252" r="10950"/>
            <a:stretch>
              <a:fillRect/>
            </a:stretch>
          </p:blipFill>
          <p:spPr bwMode="auto">
            <a:xfrm>
              <a:off x="1832341" y="3729779"/>
              <a:ext cx="1508810" cy="854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23"/>
            <p:cNvPicPr>
              <a:picLocks noChangeAspect="1" noChangeArrowheads="1"/>
            </p:cNvPicPr>
            <p:nvPr/>
          </p:nvPicPr>
          <p:blipFill>
            <a:blip r:embed="rId9" cstate="print">
              <a:extLst>
                <a:ext uri="{28A0092B-C50C-407E-A947-70E740481C1C}">
                  <a14:useLocalDpi xmlns:a14="http://schemas.microsoft.com/office/drawing/2010/main" val="0"/>
                </a:ext>
              </a:extLst>
            </a:blip>
            <a:srcRect l="2829" t="10580" r="11380" b="2953"/>
            <a:stretch>
              <a:fillRect/>
            </a:stretch>
          </p:blipFill>
          <p:spPr bwMode="auto">
            <a:xfrm>
              <a:off x="247651" y="3729779"/>
              <a:ext cx="1535383" cy="854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文本框 29"/>
            <p:cNvSpPr txBox="1"/>
            <p:nvPr/>
          </p:nvSpPr>
          <p:spPr>
            <a:xfrm>
              <a:off x="1515855" y="4305279"/>
              <a:ext cx="1892762"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压降模型反演结果</a:t>
              </a:r>
              <a:endParaRPr lang="zh-CN" altLang="en-US" sz="1200" b="1" dirty="0"/>
            </a:p>
          </p:txBody>
        </p:sp>
      </p:grpSp>
      <p:grpSp>
        <p:nvGrpSpPr>
          <p:cNvPr id="39" name="组合 38"/>
          <p:cNvGrpSpPr/>
          <p:nvPr/>
        </p:nvGrpSpPr>
        <p:grpSpPr>
          <a:xfrm>
            <a:off x="6277907" y="2466975"/>
            <a:ext cx="5646270" cy="3365081"/>
            <a:chOff x="6304992" y="2996991"/>
            <a:chExt cx="5646270" cy="3175268"/>
          </a:xfrm>
        </p:grpSpPr>
        <p:pic>
          <p:nvPicPr>
            <p:cNvPr id="13" name="图片 12"/>
            <p:cNvPicPr>
              <a:picLocks noChangeAspect="1"/>
            </p:cNvPicPr>
            <p:nvPr/>
          </p:nvPicPr>
          <p:blipFill>
            <a:blip r:embed="rId10"/>
            <a:stretch>
              <a:fillRect/>
            </a:stretch>
          </p:blipFill>
          <p:spPr>
            <a:xfrm>
              <a:off x="9577373" y="4730033"/>
              <a:ext cx="2189657" cy="1391531"/>
            </a:xfrm>
            <a:prstGeom prst="rect">
              <a:avLst/>
            </a:prstGeom>
          </p:spPr>
        </p:pic>
        <p:grpSp>
          <p:nvGrpSpPr>
            <p:cNvPr id="38" name="组合 37"/>
            <p:cNvGrpSpPr/>
            <p:nvPr/>
          </p:nvGrpSpPr>
          <p:grpSpPr>
            <a:xfrm>
              <a:off x="6304992" y="2996991"/>
              <a:ext cx="5537979" cy="3175268"/>
              <a:chOff x="6304992" y="2996991"/>
              <a:chExt cx="5537979" cy="3175268"/>
            </a:xfrm>
          </p:grpSpPr>
          <p:pic>
            <p:nvPicPr>
              <p:cNvPr id="8" name="图片 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463212" y="3085951"/>
                <a:ext cx="1370588" cy="1293052"/>
              </a:xfrm>
              <a:prstGeom prst="rect">
                <a:avLst/>
              </a:prstGeom>
            </p:spPr>
          </p:pic>
          <p:pic>
            <p:nvPicPr>
              <p:cNvPr id="7" name="图片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350525" y="3111693"/>
                <a:ext cx="1377008" cy="1354498"/>
              </a:xfrm>
              <a:prstGeom prst="rect">
                <a:avLst/>
              </a:prstGeom>
            </p:spPr>
          </p:pic>
          <p:sp>
            <p:nvSpPr>
              <p:cNvPr id="9" name="文本框 8"/>
              <p:cNvSpPr txBox="1"/>
              <p:nvPr/>
            </p:nvSpPr>
            <p:spPr>
              <a:xfrm>
                <a:off x="10261601" y="4283290"/>
                <a:ext cx="1581370"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压降模型反演结果</a:t>
                </a:r>
                <a:endParaRPr lang="zh-CN" altLang="en-US" sz="1200" dirty="0"/>
              </a:p>
            </p:txBody>
          </p:sp>
          <p:grpSp>
            <p:nvGrpSpPr>
              <p:cNvPr id="21" name="组合 20"/>
              <p:cNvGrpSpPr/>
              <p:nvPr/>
            </p:nvGrpSpPr>
            <p:grpSpPr>
              <a:xfrm>
                <a:off x="6304992" y="2996991"/>
                <a:ext cx="3307819" cy="3175268"/>
                <a:chOff x="6304992" y="2996991"/>
                <a:chExt cx="3307819" cy="3175268"/>
              </a:xfrm>
            </p:grpSpPr>
            <p:sp>
              <p:nvSpPr>
                <p:cNvPr id="12" name="椭圆 11"/>
                <p:cNvSpPr/>
                <p:nvPr/>
              </p:nvSpPr>
              <p:spPr>
                <a:xfrm>
                  <a:off x="8878924" y="4889129"/>
                  <a:ext cx="570751" cy="327359"/>
                </a:xfrm>
                <a:prstGeom prst="ellipse">
                  <a:avLst/>
                </a:prstGeom>
                <a:noFill/>
                <a:ln w="25400">
                  <a:solidFill>
                    <a:srgbClr val="171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13"/>
                <a:stretch>
                  <a:fillRect/>
                </a:stretch>
              </p:blipFill>
              <p:spPr>
                <a:xfrm>
                  <a:off x="6304992" y="2996991"/>
                  <a:ext cx="3117544" cy="3175268"/>
                </a:xfrm>
                <a:prstGeom prst="rect">
                  <a:avLst/>
                </a:prstGeom>
              </p:spPr>
            </p:pic>
            <p:cxnSp>
              <p:nvCxnSpPr>
                <p:cNvPr id="14" name="直接箭头连接符 13"/>
                <p:cNvCxnSpPr/>
                <p:nvPr/>
              </p:nvCxnSpPr>
              <p:spPr>
                <a:xfrm flipV="1">
                  <a:off x="9108162" y="4393145"/>
                  <a:ext cx="504649" cy="51887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31" name="文本框 30"/>
            <p:cNvSpPr txBox="1"/>
            <p:nvPr/>
          </p:nvSpPr>
          <p:spPr>
            <a:xfrm>
              <a:off x="10369893" y="5877272"/>
              <a:ext cx="1581369"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广域电磁解释结果</a:t>
              </a:r>
              <a:endParaRPr lang="zh-CN" altLang="en-US" sz="1200" dirty="0"/>
            </a:p>
          </p:txBody>
        </p:sp>
      </p:grpSp>
      <p:sp>
        <p:nvSpPr>
          <p:cNvPr id="32" name="TextBox 2"/>
          <p:cNvSpPr txBox="1">
            <a:spLocks noChangeArrowheads="1"/>
          </p:cNvSpPr>
          <p:nvPr/>
        </p:nvSpPr>
        <p:spPr bwMode="auto">
          <a:xfrm>
            <a:off x="334962" y="1351991"/>
            <a:ext cx="11485563" cy="787507"/>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eaLnBrk="0" fontAlgn="base">
              <a:spcBef>
                <a:spcPts val="300"/>
              </a:spcBef>
              <a:spcAft>
                <a:spcPct val="0"/>
              </a:spcAft>
              <a:buFont typeface="Wingdings" panose="05000000000000000000" pitchFamily="2" charset="2"/>
              <a:buChar char="l"/>
              <a:defRP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矿场应用实践表明，</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G</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函数反演裂缝尺寸计算模型与现场微震解释结果和广域电磁裂缝波及长宽解释结果相符，具有良好的反演效果</a:t>
            </a:r>
            <a:r>
              <a:rPr lang="zh-CN" altLang="en-US" sz="1600" kern="0" dirty="0">
                <a:solidFill>
                  <a:prstClr val="black"/>
                </a:solidFill>
                <a:cs typeface="Times New Roman" panose="02020603050405020304" pitchFamily="18" charset="0"/>
                <a:sym typeface="Arial" panose="020B0604020202020204" pitchFamily="34" charset="0"/>
              </a:rPr>
              <a:t>，</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能够较好的解释压后裂缝形态及规模</a:t>
            </a:r>
            <a:endPar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7"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成果四</a:t>
            </a:r>
            <a:r>
              <a:rPr lang="zh-CN" altLang="en-US" sz="2400" b="1" kern="0" dirty="0">
                <a:solidFill>
                  <a:srgbClr val="FF0000"/>
                </a:solidFill>
                <a:latin typeface="微软雅黑" panose="020B0503020204020204" pitchFamily="34" charset="-122"/>
                <a:ea typeface="微软雅黑" panose="020B0503020204020204" pitchFamily="34" charset="-122"/>
              </a:rPr>
              <a:t>、建立了停泵期裂缝尺寸反演模型，搭建了大数据库可视化云平台架构</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7"/>
          <p:cNvSpPr txBox="1"/>
          <p:nvPr/>
        </p:nvSpPr>
        <p:spPr bwMode="auto">
          <a:xfrm>
            <a:off x="320061" y="888766"/>
            <a:ext cx="11551878" cy="369332"/>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、对泸</a:t>
            </a:r>
            <a:r>
              <a:rPr lang="en-US" altLang="zh-CN" dirty="0">
                <a:latin typeface="微软雅黑" panose="020B0503020204020204" pitchFamily="34" charset="-122"/>
                <a:ea typeface="微软雅黑" panose="020B0503020204020204" pitchFamily="34" charset="-122"/>
              </a:rPr>
              <a:t>203H10-1</a:t>
            </a:r>
            <a:r>
              <a:rPr lang="zh-CN" altLang="en-US" dirty="0">
                <a:latin typeface="微软雅黑" panose="020B0503020204020204" pitchFamily="34" charset="-122"/>
                <a:ea typeface="微软雅黑" panose="020B0503020204020204" pitchFamily="34" charset="-122"/>
              </a:rPr>
              <a:t>井进行了压降曲线反演裂缝尺寸实例分析</a:t>
            </a:r>
            <a:endParaRPr lang="zh-CN" altLang="en-US" dirty="0">
              <a:latin typeface="微软雅黑" panose="020B0503020204020204" pitchFamily="34" charset="-122"/>
              <a:ea typeface="微软雅黑" panose="020B0503020204020204" pitchFamily="34" charset="-122"/>
            </a:endParaRPr>
          </a:p>
        </p:txBody>
      </p:sp>
      <p:sp>
        <p:nvSpPr>
          <p:cNvPr id="14" name="TextBox 2"/>
          <p:cNvSpPr txBox="1">
            <a:spLocks noChangeArrowheads="1"/>
          </p:cNvSpPr>
          <p:nvPr/>
        </p:nvSpPr>
        <p:spPr bwMode="auto">
          <a:xfrm>
            <a:off x="334962" y="1351991"/>
            <a:ext cx="11485563" cy="160311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eaLnBrk="0" fontAlgn="base">
              <a:spcBef>
                <a:spcPts val="300"/>
              </a:spcBef>
              <a:spcAft>
                <a:spcPct val="0"/>
              </a:spcAft>
              <a:buFont typeface="Wingdings" panose="05000000000000000000" pitchFamily="2" charset="2"/>
              <a:buChar char="l"/>
              <a:defRP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泸</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203H10-1</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井累计压裂改造</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14</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段，其中主体段</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段（</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7</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13</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14</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）占比</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29% </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，渐进防控段</a:t>
            </a:r>
            <a:r>
              <a:rPr lang="en-US" altLang="zh-CN" sz="1600" kern="0" dirty="0">
                <a:solidFill>
                  <a:prstClr val="black"/>
                </a:solidFill>
                <a:cs typeface="Times New Roman" panose="02020603050405020304" pitchFamily="18" charset="0"/>
                <a:sym typeface="Arial" panose="020B0604020202020204" pitchFamily="34" charset="0"/>
              </a:rPr>
              <a:t>6</a:t>
            </a:r>
            <a:r>
              <a:rPr lang="zh-CN" altLang="en-US" sz="1600" kern="0" dirty="0">
                <a:solidFill>
                  <a:prstClr val="black"/>
                </a:solidFill>
                <a:cs typeface="Times New Roman" panose="02020603050405020304" pitchFamily="18" charset="0"/>
                <a:sym typeface="Arial" panose="020B0604020202020204" pitchFamily="34" charset="0"/>
              </a:rPr>
              <a:t>段（</a:t>
            </a:r>
            <a:r>
              <a:rPr lang="en-US" altLang="zh-CN" sz="1600" kern="0" dirty="0">
                <a:solidFill>
                  <a:prstClr val="black"/>
                </a:solidFill>
                <a:cs typeface="Times New Roman" panose="02020603050405020304" pitchFamily="18" charset="0"/>
                <a:sym typeface="Arial" panose="020B0604020202020204" pitchFamily="34" charset="0"/>
              </a:rPr>
              <a:t>1</a:t>
            </a:r>
            <a:r>
              <a:rPr lang="zh-CN" altLang="en-US" sz="1600" kern="0" dirty="0">
                <a:solidFill>
                  <a:prstClr val="black"/>
                </a:solidFill>
                <a:cs typeface="Times New Roman" panose="02020603050405020304" pitchFamily="18" charset="0"/>
                <a:sym typeface="Arial" panose="020B0604020202020204" pitchFamily="34" charset="0"/>
              </a:rPr>
              <a:t>、</a:t>
            </a:r>
            <a:r>
              <a:rPr lang="en-US" altLang="zh-CN" sz="1600" kern="0" dirty="0">
                <a:solidFill>
                  <a:prstClr val="black"/>
                </a:solidFill>
                <a:cs typeface="Times New Roman" panose="02020603050405020304" pitchFamily="18" charset="0"/>
                <a:sym typeface="Arial" panose="020B0604020202020204" pitchFamily="34" charset="0"/>
              </a:rPr>
              <a:t>3</a:t>
            </a:r>
            <a:r>
              <a:rPr lang="zh-CN" altLang="en-US" sz="1600" kern="0" dirty="0">
                <a:solidFill>
                  <a:prstClr val="black"/>
                </a:solidFill>
                <a:cs typeface="Times New Roman" panose="02020603050405020304" pitchFamily="18" charset="0"/>
                <a:sym typeface="Arial" panose="020B0604020202020204" pitchFamily="34" charset="0"/>
              </a:rPr>
              <a:t>、</a:t>
            </a:r>
            <a:r>
              <a:rPr lang="en-US" altLang="zh-CN" sz="1600" kern="0" dirty="0">
                <a:solidFill>
                  <a:prstClr val="black"/>
                </a:solidFill>
                <a:cs typeface="Times New Roman" panose="02020603050405020304" pitchFamily="18" charset="0"/>
                <a:sym typeface="Arial" panose="020B0604020202020204" pitchFamily="34" charset="0"/>
              </a:rPr>
              <a:t>6</a:t>
            </a:r>
            <a:r>
              <a:rPr lang="zh-CN" altLang="en-US" sz="1600" kern="0" dirty="0">
                <a:solidFill>
                  <a:prstClr val="black"/>
                </a:solidFill>
                <a:cs typeface="Times New Roman" panose="02020603050405020304" pitchFamily="18" charset="0"/>
                <a:sym typeface="Arial" panose="020B0604020202020204" pitchFamily="34" charset="0"/>
              </a:rPr>
              <a:t>、</a:t>
            </a:r>
            <a:r>
              <a:rPr lang="en-US" altLang="zh-CN" sz="1600" kern="0" dirty="0">
                <a:solidFill>
                  <a:prstClr val="black"/>
                </a:solidFill>
                <a:cs typeface="Times New Roman" panose="02020603050405020304" pitchFamily="18" charset="0"/>
                <a:sym typeface="Arial" panose="020B0604020202020204" pitchFamily="34" charset="0"/>
              </a:rPr>
              <a:t>7</a:t>
            </a:r>
            <a:r>
              <a:rPr lang="zh-CN" altLang="en-US" sz="1600" kern="0" dirty="0">
                <a:solidFill>
                  <a:prstClr val="black"/>
                </a:solidFill>
                <a:cs typeface="Times New Roman" panose="02020603050405020304" pitchFamily="18" charset="0"/>
                <a:sym typeface="Arial" panose="020B0604020202020204" pitchFamily="34" charset="0"/>
              </a:rPr>
              <a:t>、</a:t>
            </a:r>
            <a:r>
              <a:rPr lang="en-US" altLang="zh-CN" sz="1600" kern="0" dirty="0">
                <a:solidFill>
                  <a:prstClr val="black"/>
                </a:solidFill>
                <a:cs typeface="Times New Roman" panose="02020603050405020304" pitchFamily="18" charset="0"/>
                <a:sym typeface="Arial" panose="020B0604020202020204" pitchFamily="34" charset="0"/>
              </a:rPr>
              <a:t>9</a:t>
            </a:r>
            <a:r>
              <a:rPr lang="zh-CN" altLang="en-US" sz="1600" kern="0" dirty="0">
                <a:solidFill>
                  <a:prstClr val="black"/>
                </a:solidFill>
                <a:cs typeface="Times New Roman" panose="02020603050405020304" pitchFamily="18" charset="0"/>
                <a:sym typeface="Arial" panose="020B0604020202020204" pitchFamily="34" charset="0"/>
              </a:rPr>
              <a:t>、</a:t>
            </a:r>
            <a:r>
              <a:rPr lang="en-US" altLang="zh-CN" sz="1600" kern="0" dirty="0">
                <a:solidFill>
                  <a:prstClr val="black"/>
                </a:solidFill>
                <a:cs typeface="Times New Roman" panose="02020603050405020304" pitchFamily="18" charset="0"/>
                <a:sym typeface="Arial" panose="020B0604020202020204" pitchFamily="34" charset="0"/>
              </a:rPr>
              <a:t>12</a:t>
            </a:r>
            <a:r>
              <a:rPr lang="zh-CN" altLang="en-US" sz="1600" kern="0" dirty="0">
                <a:solidFill>
                  <a:prstClr val="black"/>
                </a:solidFill>
                <a:cs typeface="Times New Roman" panose="02020603050405020304" pitchFamily="18" charset="0"/>
                <a:sym typeface="Arial" panose="020B0604020202020204" pitchFamily="34" charset="0"/>
              </a:rPr>
              <a:t>）占比</a:t>
            </a:r>
            <a:r>
              <a:rPr lang="en-US" altLang="zh-CN" sz="1600" kern="0" dirty="0">
                <a:solidFill>
                  <a:prstClr val="black"/>
                </a:solidFill>
                <a:cs typeface="Times New Roman" panose="02020603050405020304" pitchFamily="18" charset="0"/>
                <a:sym typeface="Arial" panose="020B0604020202020204" pitchFamily="34" charset="0"/>
              </a:rPr>
              <a:t>42%</a:t>
            </a:r>
            <a:r>
              <a:rPr lang="zh-CN" altLang="en-US" sz="1600" kern="0" dirty="0">
                <a:solidFill>
                  <a:prstClr val="black"/>
                </a:solidFill>
                <a:cs typeface="Times New Roman" panose="02020603050405020304" pitchFamily="18" charset="0"/>
                <a:sym typeface="Arial" panose="020B0604020202020204" pitchFamily="34" charset="0"/>
              </a:rPr>
              <a:t>，风险段</a:t>
            </a:r>
            <a:r>
              <a:rPr lang="en-US" altLang="zh-CN" sz="1600" kern="0" dirty="0">
                <a:solidFill>
                  <a:prstClr val="black"/>
                </a:solidFill>
                <a:cs typeface="Times New Roman" panose="02020603050405020304" pitchFamily="18" charset="0"/>
                <a:sym typeface="Arial" panose="020B0604020202020204" pitchFamily="34" charset="0"/>
              </a:rPr>
              <a:t>4</a:t>
            </a:r>
            <a:r>
              <a:rPr lang="zh-CN" altLang="en-US" sz="1600" kern="0" dirty="0">
                <a:solidFill>
                  <a:prstClr val="black"/>
                </a:solidFill>
                <a:cs typeface="Times New Roman" panose="02020603050405020304" pitchFamily="18" charset="0"/>
                <a:sym typeface="Arial" panose="020B0604020202020204" pitchFamily="34" charset="0"/>
              </a:rPr>
              <a:t>段（</a:t>
            </a:r>
            <a:r>
              <a:rPr lang="en-US" altLang="zh-CN" sz="1600" kern="0" dirty="0">
                <a:solidFill>
                  <a:prstClr val="black"/>
                </a:solidFill>
                <a:cs typeface="Times New Roman" panose="02020603050405020304" pitchFamily="18" charset="0"/>
                <a:sym typeface="Arial" panose="020B0604020202020204" pitchFamily="34" charset="0"/>
              </a:rPr>
              <a:t>4</a:t>
            </a:r>
            <a:r>
              <a:rPr lang="zh-CN" altLang="en-US" sz="1600" kern="0" dirty="0">
                <a:solidFill>
                  <a:prstClr val="black"/>
                </a:solidFill>
                <a:cs typeface="Times New Roman" panose="02020603050405020304" pitchFamily="18" charset="0"/>
                <a:sym typeface="Arial" panose="020B0604020202020204" pitchFamily="34" charset="0"/>
              </a:rPr>
              <a:t>、</a:t>
            </a:r>
            <a:r>
              <a:rPr lang="en-US" altLang="zh-CN" sz="1600" kern="0" dirty="0">
                <a:solidFill>
                  <a:prstClr val="black"/>
                </a:solidFill>
                <a:cs typeface="Times New Roman" panose="02020603050405020304" pitchFamily="18" charset="0"/>
                <a:sym typeface="Arial" panose="020B0604020202020204" pitchFamily="34" charset="0"/>
              </a:rPr>
              <a:t>5</a:t>
            </a:r>
            <a:r>
              <a:rPr lang="zh-CN" altLang="en-US" sz="1600" kern="0" dirty="0">
                <a:solidFill>
                  <a:prstClr val="black"/>
                </a:solidFill>
                <a:cs typeface="Times New Roman" panose="02020603050405020304" pitchFamily="18" charset="0"/>
                <a:sym typeface="Arial" panose="020B0604020202020204" pitchFamily="34" charset="0"/>
              </a:rPr>
              <a:t>、</a:t>
            </a:r>
            <a:r>
              <a:rPr lang="en-US" altLang="zh-CN" sz="1600" kern="0" dirty="0">
                <a:solidFill>
                  <a:prstClr val="black"/>
                </a:solidFill>
                <a:cs typeface="Times New Roman" panose="02020603050405020304" pitchFamily="18" charset="0"/>
                <a:sym typeface="Arial" panose="020B0604020202020204" pitchFamily="34" charset="0"/>
              </a:rPr>
              <a:t>10</a:t>
            </a:r>
            <a:r>
              <a:rPr lang="zh-CN" altLang="en-US" sz="1600" kern="0" dirty="0">
                <a:solidFill>
                  <a:prstClr val="black"/>
                </a:solidFill>
                <a:cs typeface="Times New Roman" panose="02020603050405020304" pitchFamily="18" charset="0"/>
                <a:sym typeface="Arial" panose="020B0604020202020204" pitchFamily="34" charset="0"/>
              </a:rPr>
              <a:t>、</a:t>
            </a:r>
            <a:r>
              <a:rPr lang="en-US" altLang="zh-CN" sz="1600" kern="0" dirty="0">
                <a:solidFill>
                  <a:prstClr val="black"/>
                </a:solidFill>
                <a:cs typeface="Times New Roman" panose="02020603050405020304" pitchFamily="18" charset="0"/>
                <a:sym typeface="Arial" panose="020B0604020202020204" pitchFamily="34" charset="0"/>
              </a:rPr>
              <a:t>11</a:t>
            </a:r>
            <a:r>
              <a:rPr lang="zh-CN" altLang="en-US" sz="1600" kern="0" dirty="0">
                <a:solidFill>
                  <a:prstClr val="black"/>
                </a:solidFill>
                <a:cs typeface="Times New Roman" panose="02020603050405020304" pitchFamily="18" charset="0"/>
                <a:sym typeface="Arial" panose="020B0604020202020204" pitchFamily="34" charset="0"/>
              </a:rPr>
              <a:t>）占比</a:t>
            </a:r>
            <a:r>
              <a:rPr lang="en-US" altLang="zh-CN" sz="1600" kern="0" dirty="0">
                <a:solidFill>
                  <a:prstClr val="black"/>
                </a:solidFill>
                <a:cs typeface="Times New Roman" panose="02020603050405020304" pitchFamily="18" charset="0"/>
                <a:sym typeface="Arial" panose="020B0604020202020204" pitchFamily="34" charset="0"/>
              </a:rPr>
              <a:t>29%</a:t>
            </a:r>
            <a:endParaRPr lang="en-US" altLang="zh-CN" sz="1600" kern="0" dirty="0">
              <a:solidFill>
                <a:prstClr val="black"/>
              </a:solidFill>
              <a:cs typeface="Times New Roman" panose="02020603050405020304" pitchFamily="18" charset="0"/>
              <a:sym typeface="Arial" panose="020B0604020202020204" pitchFamily="34" charset="0"/>
            </a:endParaRPr>
          </a:p>
          <a:p>
            <a:pPr eaLnBrk="0" fontAlgn="base">
              <a:spcBef>
                <a:spcPts val="300"/>
              </a:spcBef>
              <a:spcAft>
                <a:spcPct val="0"/>
              </a:spcAft>
              <a:buFont typeface="Wingdings" panose="05000000000000000000" pitchFamily="2" charset="2"/>
              <a:buChar char="l"/>
              <a:defRPr/>
            </a:pPr>
            <a:r>
              <a:rPr lang="zh-CN" altLang="en-US" sz="1600" kern="0" dirty="0">
                <a:solidFill>
                  <a:prstClr val="black"/>
                </a:solidFill>
                <a:cs typeface="Times New Roman" panose="02020603050405020304" pitchFamily="18" charset="0"/>
                <a:sym typeface="Arial" panose="020B0604020202020204" pitchFamily="34" charset="0"/>
              </a:rPr>
              <a:t>结合压力曲线的</a:t>
            </a:r>
            <a:r>
              <a:rPr lang="en-US" altLang="zh-CN" sz="1600" kern="0" dirty="0" err="1">
                <a:solidFill>
                  <a:prstClr val="black"/>
                </a:solidFill>
                <a:cs typeface="Times New Roman" panose="02020603050405020304" pitchFamily="18" charset="0"/>
                <a:sym typeface="Arial" panose="020B0604020202020204" pitchFamily="34" charset="0"/>
              </a:rPr>
              <a:t>dP</a:t>
            </a:r>
            <a:r>
              <a:rPr lang="en-US" altLang="zh-CN" sz="1600" kern="0" dirty="0">
                <a:solidFill>
                  <a:prstClr val="black"/>
                </a:solidFill>
                <a:cs typeface="Times New Roman" panose="02020603050405020304" pitchFamily="18" charset="0"/>
                <a:sym typeface="Arial" panose="020B0604020202020204" pitchFamily="34" charset="0"/>
              </a:rPr>
              <a:t>/</a:t>
            </a:r>
            <a:r>
              <a:rPr lang="en-US" altLang="zh-CN" sz="1600" kern="0" dirty="0" err="1">
                <a:solidFill>
                  <a:prstClr val="black"/>
                </a:solidFill>
                <a:cs typeface="Times New Roman" panose="02020603050405020304" pitchFamily="18" charset="0"/>
                <a:sym typeface="Arial" panose="020B0604020202020204" pitchFamily="34" charset="0"/>
              </a:rPr>
              <a:t>dG</a:t>
            </a:r>
            <a:r>
              <a:rPr lang="zh-CN" altLang="en-US" sz="1600" kern="0" dirty="0">
                <a:solidFill>
                  <a:prstClr val="black"/>
                </a:solidFill>
                <a:cs typeface="Times New Roman" panose="02020603050405020304" pitchFamily="18" charset="0"/>
                <a:sym typeface="Arial" panose="020B0604020202020204" pitchFamily="34" charset="0"/>
              </a:rPr>
              <a:t>特征，将泸</a:t>
            </a:r>
            <a:r>
              <a:rPr lang="en-US" altLang="zh-CN" sz="1600" kern="0" dirty="0">
                <a:solidFill>
                  <a:prstClr val="black"/>
                </a:solidFill>
                <a:cs typeface="Times New Roman" panose="02020603050405020304" pitchFamily="18" charset="0"/>
                <a:sym typeface="Arial" panose="020B0604020202020204" pitchFamily="34" charset="0"/>
              </a:rPr>
              <a:t>203H10-1</a:t>
            </a:r>
            <a:r>
              <a:rPr lang="zh-CN" altLang="en-US" sz="1600" kern="0" dirty="0">
                <a:solidFill>
                  <a:prstClr val="black"/>
                </a:solidFill>
                <a:cs typeface="Times New Roman" panose="02020603050405020304" pitchFamily="18" charset="0"/>
                <a:sym typeface="Arial" panose="020B0604020202020204" pitchFamily="34" charset="0"/>
              </a:rPr>
              <a:t>井</a:t>
            </a:r>
            <a:r>
              <a:rPr lang="en-US" altLang="zh-CN" sz="1600" kern="0" dirty="0">
                <a:solidFill>
                  <a:prstClr val="black"/>
                </a:solidFill>
                <a:cs typeface="Times New Roman" panose="02020603050405020304" pitchFamily="18" charset="0"/>
                <a:sym typeface="Arial" panose="020B0604020202020204" pitchFamily="34" charset="0"/>
              </a:rPr>
              <a:t>14</a:t>
            </a:r>
            <a:r>
              <a:rPr lang="zh-CN" altLang="en-US" sz="1600" kern="0" dirty="0">
                <a:solidFill>
                  <a:prstClr val="black"/>
                </a:solidFill>
                <a:cs typeface="Times New Roman" panose="02020603050405020304" pitchFamily="18" charset="0"/>
                <a:sym typeface="Arial" panose="020B0604020202020204" pitchFamily="34" charset="0"/>
              </a:rPr>
              <a:t>段</a:t>
            </a:r>
            <a:r>
              <a:rPr lang="zh-CN" altLang="en-US" sz="1600" kern="0" dirty="0">
                <a:solidFill>
                  <a:srgbClr val="FF0000"/>
                </a:solidFill>
                <a:cs typeface="Times New Roman" panose="02020603050405020304" pitchFamily="18" charset="0"/>
                <a:sym typeface="Arial" panose="020B0604020202020204" pitchFamily="34" charset="0"/>
              </a:rPr>
              <a:t>压力施工曲线滤失类型</a:t>
            </a:r>
            <a:r>
              <a:rPr lang="zh-CN" altLang="en-US" sz="1600" kern="0" dirty="0">
                <a:solidFill>
                  <a:prstClr val="black"/>
                </a:solidFill>
                <a:cs typeface="Times New Roman" panose="02020603050405020304" pitchFamily="18" charset="0"/>
                <a:sym typeface="Arial" panose="020B0604020202020204" pitchFamily="34" charset="0"/>
              </a:rPr>
              <a:t>分为三类：</a:t>
            </a:r>
            <a:r>
              <a:rPr lang="zh-CN" altLang="en-US" sz="1600" dirty="0">
                <a:solidFill>
                  <a:srgbClr val="000000"/>
                </a:solidFill>
                <a:latin typeface="微软雅黑" panose="020B0503020204020204" pitchFamily="34" charset="-122"/>
                <a:ea typeface="微软雅黑" panose="020B0503020204020204" pitchFamily="34" charset="-122"/>
                <a:sym typeface="+mn-ea"/>
              </a:rPr>
              <a:t>标准型、过渡型、反转型</a:t>
            </a:r>
            <a:endParaRPr lang="en-US" altLang="zh-CN" sz="1600" dirty="0">
              <a:solidFill>
                <a:srgbClr val="000000"/>
              </a:solidFill>
              <a:latin typeface="微软雅黑" panose="020B0503020204020204" pitchFamily="34" charset="-122"/>
              <a:ea typeface="微软雅黑" panose="020B0503020204020204" pitchFamily="34" charset="-122"/>
              <a:sym typeface="+mn-ea"/>
            </a:endParaRPr>
          </a:p>
          <a:p>
            <a:pPr eaLnBrk="0" fontAlgn="base">
              <a:spcBef>
                <a:spcPts val="300"/>
              </a:spcBef>
              <a:spcAft>
                <a:spcPct val="0"/>
              </a:spcAft>
              <a:buFont typeface="Wingdings" panose="05000000000000000000" pitchFamily="2" charset="2"/>
              <a:buChar char="l"/>
              <a:defRP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主体段以</a:t>
            </a:r>
            <a:r>
              <a:rPr lang="zh-CN" altLang="en-US" sz="1600" dirty="0">
                <a:solidFill>
                  <a:srgbClr val="000000"/>
                </a:solidFill>
                <a:latin typeface="微软雅黑" panose="020B0503020204020204" pitchFamily="34" charset="-122"/>
                <a:ea typeface="微软雅黑" panose="020B0503020204020204" pitchFamily="34" charset="-122"/>
                <a:sym typeface="+mn-ea"/>
              </a:rPr>
              <a:t>标准型为主，</a:t>
            </a:r>
            <a:r>
              <a:rPr lang="zh-CN" altLang="en-US" sz="1600" kern="0" dirty="0">
                <a:solidFill>
                  <a:prstClr val="black"/>
                </a:solidFill>
                <a:cs typeface="Times New Roman" panose="02020603050405020304" pitchFamily="18" charset="0"/>
                <a:sym typeface="Arial" panose="020B0604020202020204" pitchFamily="34" charset="0"/>
              </a:rPr>
              <a:t>风险段</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以</a:t>
            </a:r>
            <a:r>
              <a:rPr lang="zh-CN" altLang="en-US" sz="1600" dirty="0">
                <a:solidFill>
                  <a:srgbClr val="000000"/>
                </a:solidFill>
                <a:latin typeface="微软雅黑" panose="020B0503020204020204" pitchFamily="34" charset="-122"/>
                <a:ea typeface="微软雅黑" panose="020B0503020204020204" pitchFamily="34" charset="-122"/>
                <a:sym typeface="+mn-ea"/>
              </a:rPr>
              <a:t>过渡型为主，</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渐进防控段以反转型为主</a:t>
            </a:r>
            <a:endParaRPr lang="en-US" altLang="zh-CN" sz="1600" kern="0" dirty="0">
              <a:solidFill>
                <a:prstClr val="black"/>
              </a:solidFill>
              <a:cs typeface="Times New Roman" panose="02020603050405020304" pitchFamily="18" charset="0"/>
              <a:sym typeface="Arial" panose="020B0604020202020204" pitchFamily="34" charset="0"/>
            </a:endParaRPr>
          </a:p>
        </p:txBody>
      </p:sp>
      <p:pic>
        <p:nvPicPr>
          <p:cNvPr id="13" name="图片 12"/>
          <p:cNvPicPr>
            <a:picLocks noChangeAspect="1"/>
          </p:cNvPicPr>
          <p:nvPr/>
        </p:nvPicPr>
        <p:blipFill>
          <a:blip r:embed="rId1"/>
          <a:stretch>
            <a:fillRect/>
          </a:stretch>
        </p:blipFill>
        <p:spPr>
          <a:xfrm>
            <a:off x="595147" y="3195723"/>
            <a:ext cx="3473617" cy="2778894"/>
          </a:xfrm>
          <a:prstGeom prst="rect">
            <a:avLst/>
          </a:prstGeom>
        </p:spPr>
      </p:pic>
      <p:pic>
        <p:nvPicPr>
          <p:cNvPr id="15" name="图片 14"/>
          <p:cNvPicPr>
            <a:picLocks noChangeAspect="1"/>
          </p:cNvPicPr>
          <p:nvPr/>
        </p:nvPicPr>
        <p:blipFill>
          <a:blip r:embed="rId2"/>
          <a:srcRect/>
          <a:stretch>
            <a:fillRect/>
          </a:stretch>
        </p:blipFill>
        <p:spPr>
          <a:xfrm>
            <a:off x="4359190" y="3286125"/>
            <a:ext cx="3473617" cy="2778893"/>
          </a:xfrm>
          <a:prstGeom prst="rect">
            <a:avLst/>
          </a:prstGeom>
        </p:spPr>
      </p:pic>
      <p:pic>
        <p:nvPicPr>
          <p:cNvPr id="16" name="图片 15"/>
          <p:cNvPicPr>
            <a:picLocks noChangeAspect="1"/>
          </p:cNvPicPr>
          <p:nvPr/>
        </p:nvPicPr>
        <p:blipFill>
          <a:blip r:embed="rId3"/>
          <a:srcRect/>
          <a:stretch>
            <a:fillRect/>
          </a:stretch>
        </p:blipFill>
        <p:spPr>
          <a:xfrm>
            <a:off x="8346908" y="3386368"/>
            <a:ext cx="3473617" cy="2778893"/>
          </a:xfrm>
          <a:prstGeom prst="rect">
            <a:avLst/>
          </a:prstGeom>
        </p:spPr>
      </p:pic>
      <p:sp>
        <p:nvSpPr>
          <p:cNvPr id="17" name="文本框 16"/>
          <p:cNvSpPr txBox="1"/>
          <p:nvPr/>
        </p:nvSpPr>
        <p:spPr>
          <a:xfrm>
            <a:off x="-605236" y="6068286"/>
            <a:ext cx="5874385" cy="276999"/>
          </a:xfrm>
          <a:prstGeom prst="rect">
            <a:avLst/>
          </a:prstGeom>
          <a:noFill/>
        </p:spPr>
        <p:txBody>
          <a:bodyPr wrap="square" rtlCol="0">
            <a:spAutoFit/>
          </a:bodyPr>
          <a:lstStyle/>
          <a:p>
            <a:pPr algn="ctr"/>
            <a:r>
              <a:rPr lang="zh-CN" altLang="en-US" sz="1200" dirty="0">
                <a:solidFill>
                  <a:srgbClr val="000000"/>
                </a:solidFill>
                <a:latin typeface="微软雅黑" panose="020B0503020204020204" pitchFamily="34" charset="-122"/>
                <a:ea typeface="微软雅黑" panose="020B0503020204020204" pitchFamily="34" charset="-122"/>
                <a:sym typeface="+mn-ea"/>
              </a:rPr>
              <a:t>标准型压力</a:t>
            </a:r>
            <a:r>
              <a:rPr lang="en-US" altLang="zh-CN" sz="1200" dirty="0">
                <a:solidFill>
                  <a:srgbClr val="000000"/>
                </a:solidFill>
                <a:latin typeface="微软雅黑" panose="020B0503020204020204" pitchFamily="34" charset="-122"/>
                <a:ea typeface="微软雅黑" panose="020B0503020204020204" pitchFamily="34" charset="-122"/>
                <a:sym typeface="+mn-ea"/>
              </a:rPr>
              <a:t>-G</a:t>
            </a:r>
            <a:r>
              <a:rPr lang="zh-CN" altLang="en-US" sz="1200" dirty="0">
                <a:solidFill>
                  <a:srgbClr val="000000"/>
                </a:solidFill>
                <a:latin typeface="微软雅黑" panose="020B0503020204020204" pitchFamily="34" charset="-122"/>
                <a:ea typeface="微软雅黑" panose="020B0503020204020204" pitchFamily="34" charset="-122"/>
                <a:sym typeface="+mn-ea"/>
              </a:rPr>
              <a:t>函数曲线</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p:txBody>
      </p:sp>
      <p:sp>
        <p:nvSpPr>
          <p:cNvPr id="18" name="文本框 17"/>
          <p:cNvSpPr txBox="1"/>
          <p:nvPr/>
        </p:nvSpPr>
        <p:spPr>
          <a:xfrm>
            <a:off x="3158807" y="6068285"/>
            <a:ext cx="5874385" cy="276999"/>
          </a:xfrm>
          <a:prstGeom prst="rect">
            <a:avLst/>
          </a:prstGeom>
          <a:noFill/>
        </p:spPr>
        <p:txBody>
          <a:bodyPr wrap="square" rtlCol="0">
            <a:spAutoFit/>
          </a:bodyPr>
          <a:lstStyle/>
          <a:p>
            <a:pPr algn="ctr"/>
            <a:r>
              <a:rPr lang="zh-CN" altLang="en-US" sz="1200" dirty="0">
                <a:solidFill>
                  <a:srgbClr val="000000"/>
                </a:solidFill>
                <a:latin typeface="微软雅黑" panose="020B0503020204020204" pitchFamily="34" charset="-122"/>
                <a:ea typeface="微软雅黑" panose="020B0503020204020204" pitchFamily="34" charset="-122"/>
                <a:sym typeface="+mn-ea"/>
              </a:rPr>
              <a:t>过渡型压力</a:t>
            </a:r>
            <a:r>
              <a:rPr lang="en-US" altLang="zh-CN" sz="1200" dirty="0">
                <a:solidFill>
                  <a:srgbClr val="000000"/>
                </a:solidFill>
                <a:latin typeface="微软雅黑" panose="020B0503020204020204" pitchFamily="34" charset="-122"/>
                <a:ea typeface="微软雅黑" panose="020B0503020204020204" pitchFamily="34" charset="-122"/>
                <a:sym typeface="+mn-ea"/>
              </a:rPr>
              <a:t>-G</a:t>
            </a:r>
            <a:r>
              <a:rPr lang="zh-CN" altLang="en-US" sz="1200" dirty="0">
                <a:solidFill>
                  <a:srgbClr val="000000"/>
                </a:solidFill>
                <a:latin typeface="微软雅黑" panose="020B0503020204020204" pitchFamily="34" charset="-122"/>
                <a:ea typeface="微软雅黑" panose="020B0503020204020204" pitchFamily="34" charset="-122"/>
                <a:sym typeface="+mn-ea"/>
              </a:rPr>
              <a:t>函数曲线</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7227966" y="6065019"/>
            <a:ext cx="5874385" cy="276999"/>
          </a:xfrm>
          <a:prstGeom prst="rect">
            <a:avLst/>
          </a:prstGeom>
          <a:noFill/>
        </p:spPr>
        <p:txBody>
          <a:bodyPr wrap="square" rtlCol="0">
            <a:spAutoFit/>
          </a:bodyPr>
          <a:lstStyle/>
          <a:p>
            <a:pPr algn="ctr"/>
            <a:r>
              <a:rPr lang="zh-CN" altLang="en-US" sz="1200" dirty="0">
                <a:solidFill>
                  <a:srgbClr val="000000"/>
                </a:solidFill>
                <a:latin typeface="微软雅黑" panose="020B0503020204020204" pitchFamily="34" charset="-122"/>
                <a:ea typeface="微软雅黑" panose="020B0503020204020204" pitchFamily="34" charset="-122"/>
                <a:sym typeface="+mn-ea"/>
              </a:rPr>
              <a:t>反转型压力</a:t>
            </a:r>
            <a:r>
              <a:rPr lang="en-US" altLang="zh-CN" sz="1200" dirty="0">
                <a:solidFill>
                  <a:srgbClr val="000000"/>
                </a:solidFill>
                <a:latin typeface="微软雅黑" panose="020B0503020204020204" pitchFamily="34" charset="-122"/>
                <a:ea typeface="微软雅黑" panose="020B0503020204020204" pitchFamily="34" charset="-122"/>
                <a:sym typeface="+mn-ea"/>
              </a:rPr>
              <a:t>-G</a:t>
            </a:r>
            <a:r>
              <a:rPr lang="zh-CN" altLang="en-US" sz="1200" dirty="0">
                <a:solidFill>
                  <a:srgbClr val="000000"/>
                </a:solidFill>
                <a:latin typeface="微软雅黑" panose="020B0503020204020204" pitchFamily="34" charset="-122"/>
                <a:ea typeface="微软雅黑" panose="020B0503020204020204" pitchFamily="34" charset="-122"/>
                <a:sym typeface="+mn-ea"/>
              </a:rPr>
              <a:t>函数曲线</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p:txBody>
      </p:sp>
      <p:sp>
        <p:nvSpPr>
          <p:cNvPr id="20"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成果四</a:t>
            </a:r>
            <a:r>
              <a:rPr lang="zh-CN" altLang="en-US" sz="2400" b="1" kern="0" dirty="0">
                <a:solidFill>
                  <a:srgbClr val="FF0000"/>
                </a:solidFill>
                <a:latin typeface="微软雅黑" panose="020B0503020204020204" pitchFamily="34" charset="-122"/>
                <a:ea typeface="微软雅黑" panose="020B0503020204020204" pitchFamily="34" charset="-122"/>
              </a:rPr>
              <a:t>、建立了停泵期裂缝尺寸反演模型，搭建了大数据库可视化云平台架构</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29993" y="3168622"/>
            <a:ext cx="7632399" cy="3035327"/>
            <a:chOff x="329993" y="3149573"/>
            <a:chExt cx="7632399" cy="2790852"/>
          </a:xfrm>
        </p:grpSpPr>
        <p:pic>
          <p:nvPicPr>
            <p:cNvPr id="46" name="图片 45"/>
            <p:cNvPicPr>
              <a:picLocks noChangeAspect="1"/>
            </p:cNvPicPr>
            <p:nvPr/>
          </p:nvPicPr>
          <p:blipFill>
            <a:blip r:embed="rId1"/>
            <a:srcRect/>
            <a:stretch>
              <a:fillRect/>
            </a:stretch>
          </p:blipFill>
          <p:spPr>
            <a:xfrm>
              <a:off x="329993" y="3149600"/>
              <a:ext cx="3759407" cy="1387475"/>
            </a:xfrm>
            <a:prstGeom prst="rect">
              <a:avLst/>
            </a:prstGeom>
          </p:spPr>
        </p:pic>
        <p:pic>
          <p:nvPicPr>
            <p:cNvPr id="49" name="图片 48"/>
            <p:cNvPicPr>
              <a:picLocks noChangeAspect="1"/>
            </p:cNvPicPr>
            <p:nvPr/>
          </p:nvPicPr>
          <p:blipFill>
            <a:blip r:embed="rId2"/>
            <a:srcRect/>
            <a:stretch>
              <a:fillRect/>
            </a:stretch>
          </p:blipFill>
          <p:spPr>
            <a:xfrm>
              <a:off x="329993" y="4551200"/>
              <a:ext cx="3759407" cy="1389225"/>
            </a:xfrm>
            <a:prstGeom prst="rect">
              <a:avLst/>
            </a:prstGeom>
          </p:spPr>
        </p:pic>
        <p:pic>
          <p:nvPicPr>
            <p:cNvPr id="52" name="图片 51"/>
            <p:cNvPicPr>
              <a:picLocks noChangeAspect="1"/>
            </p:cNvPicPr>
            <p:nvPr/>
          </p:nvPicPr>
          <p:blipFill>
            <a:blip r:embed="rId3"/>
            <a:srcRect/>
            <a:stretch>
              <a:fillRect/>
            </a:stretch>
          </p:blipFill>
          <p:spPr>
            <a:xfrm>
              <a:off x="4209117" y="3149573"/>
              <a:ext cx="3753275" cy="1389225"/>
            </a:xfrm>
            <a:prstGeom prst="rect">
              <a:avLst/>
            </a:prstGeom>
          </p:spPr>
        </p:pic>
        <p:pic>
          <p:nvPicPr>
            <p:cNvPr id="55" name="图片 54"/>
            <p:cNvPicPr>
              <a:picLocks noChangeAspect="1"/>
            </p:cNvPicPr>
            <p:nvPr/>
          </p:nvPicPr>
          <p:blipFill>
            <a:blip r:embed="rId4"/>
            <a:srcRect/>
            <a:stretch>
              <a:fillRect/>
            </a:stretch>
          </p:blipFill>
          <p:spPr>
            <a:xfrm>
              <a:off x="4192380" y="4492037"/>
              <a:ext cx="3770012" cy="1387475"/>
            </a:xfrm>
            <a:prstGeom prst="rect">
              <a:avLst/>
            </a:prstGeom>
          </p:spPr>
        </p:pic>
      </p:grpSp>
      <p:pic>
        <p:nvPicPr>
          <p:cNvPr id="3" name="图片 2"/>
          <p:cNvPicPr>
            <a:picLocks noChangeAspect="1"/>
          </p:cNvPicPr>
          <p:nvPr/>
        </p:nvPicPr>
        <p:blipFill>
          <a:blip r:embed="rId5"/>
          <a:stretch>
            <a:fillRect/>
          </a:stretch>
        </p:blipFill>
        <p:spPr>
          <a:xfrm>
            <a:off x="8082109" y="3057282"/>
            <a:ext cx="3568034" cy="1707073"/>
          </a:xfrm>
          <a:prstGeom prst="rect">
            <a:avLst/>
          </a:prstGeom>
        </p:spPr>
      </p:pic>
      <p:pic>
        <p:nvPicPr>
          <p:cNvPr id="5" name="图片 4"/>
          <p:cNvPicPr>
            <a:picLocks noChangeAspect="1"/>
          </p:cNvPicPr>
          <p:nvPr/>
        </p:nvPicPr>
        <p:blipFill>
          <a:blip r:embed="rId6"/>
          <a:stretch>
            <a:fillRect/>
          </a:stretch>
        </p:blipFill>
        <p:spPr>
          <a:xfrm>
            <a:off x="8065372" y="4680330"/>
            <a:ext cx="3568034" cy="1702163"/>
          </a:xfrm>
          <a:prstGeom prst="rect">
            <a:avLst/>
          </a:prstGeom>
        </p:spPr>
      </p:pic>
      <p:sp>
        <p:nvSpPr>
          <p:cNvPr id="11" name="TextBox 7"/>
          <p:cNvSpPr txBox="1"/>
          <p:nvPr/>
        </p:nvSpPr>
        <p:spPr bwMode="auto">
          <a:xfrm>
            <a:off x="320061" y="888766"/>
            <a:ext cx="11551878" cy="369332"/>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、对泸</a:t>
            </a:r>
            <a:r>
              <a:rPr lang="en-US" altLang="zh-CN" dirty="0">
                <a:latin typeface="微软雅黑" panose="020B0503020204020204" pitchFamily="34" charset="-122"/>
                <a:ea typeface="微软雅黑" panose="020B0503020204020204" pitchFamily="34" charset="-122"/>
              </a:rPr>
              <a:t>203H10-1</a:t>
            </a:r>
            <a:r>
              <a:rPr lang="zh-CN" altLang="en-US" dirty="0">
                <a:latin typeface="微软雅黑" panose="020B0503020204020204" pitchFamily="34" charset="-122"/>
                <a:ea typeface="微软雅黑" panose="020B0503020204020204" pitchFamily="34" charset="-122"/>
              </a:rPr>
              <a:t>井进行了压降曲线反演裂缝尺寸实例分析</a:t>
            </a:r>
            <a:endParaRPr lang="zh-CN" altLang="en-US" dirty="0">
              <a:latin typeface="微软雅黑" panose="020B0503020204020204" pitchFamily="34" charset="-122"/>
              <a:ea typeface="微软雅黑" panose="020B0503020204020204" pitchFamily="34" charset="-122"/>
            </a:endParaRPr>
          </a:p>
        </p:txBody>
      </p:sp>
      <p:sp>
        <p:nvSpPr>
          <p:cNvPr id="14" name="TextBox 2"/>
          <p:cNvSpPr txBox="1">
            <a:spLocks noChangeArrowheads="1"/>
          </p:cNvSpPr>
          <p:nvPr/>
        </p:nvSpPr>
        <p:spPr bwMode="auto">
          <a:xfrm>
            <a:off x="334962" y="1351991"/>
            <a:ext cx="11485563" cy="160311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eaLnBrk="0" fontAlgn="base">
              <a:spcBef>
                <a:spcPts val="300"/>
              </a:spcBef>
              <a:spcAft>
                <a:spcPct val="0"/>
              </a:spcAft>
              <a:buFont typeface="Wingdings" panose="05000000000000000000" pitchFamily="2" charset="2"/>
              <a:buChar char="l"/>
              <a:defRP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裂缝体积标准差为</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79.26 m</a:t>
            </a:r>
            <a:r>
              <a:rPr kumimoji="1" lang="en-US" altLang="zh-CN" sz="1600" kern="0" baseline="30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，平均裂缝体积</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208.85 m</a:t>
            </a:r>
            <a:r>
              <a:rPr kumimoji="1" lang="en-US" altLang="zh-CN" sz="1600" kern="0" baseline="30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 </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，整体改造较为均匀</a:t>
            </a:r>
            <a:endPar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eaLnBrk="0" fontAlgn="base">
              <a:spcBef>
                <a:spcPts val="300"/>
              </a:spcBef>
              <a:spcAft>
                <a:spcPct val="0"/>
              </a:spcAft>
              <a:buFont typeface="Wingdings" panose="05000000000000000000" pitchFamily="2" charset="2"/>
              <a:buChar char="l"/>
              <a:defRP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该井</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14</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段压裂改造中，裂缝的平均缝长</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194.40m</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，裂缝的平均缝宽</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2.45cm</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，改造裂缝体积平均为</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208.85 m3 </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，平均滤失系数为</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2.33E-04</a:t>
            </a:r>
            <a:endPar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eaLnBrk="0" fontAlgn="base">
              <a:spcBef>
                <a:spcPts val="300"/>
              </a:spcBef>
              <a:spcAft>
                <a:spcPct val="0"/>
              </a:spcAft>
              <a:buFont typeface="Wingdings" panose="05000000000000000000" pitchFamily="2" charset="2"/>
              <a:buChar char="l"/>
              <a:defRP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相较于</a:t>
            </a:r>
            <a:r>
              <a:rPr kumimoji="1" lang="zh-CN" altLang="en-US" sz="16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主体段和渐进防控段</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风险段反演计算效果与微地震监测波及范围误差最小</a:t>
            </a:r>
            <a:endPar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13"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成果四</a:t>
            </a:r>
            <a:r>
              <a:rPr lang="zh-CN" altLang="en-US" sz="2400" b="1" kern="0" dirty="0">
                <a:solidFill>
                  <a:srgbClr val="FF0000"/>
                </a:solidFill>
                <a:latin typeface="微软雅黑" panose="020B0503020204020204" pitchFamily="34" charset="-122"/>
                <a:ea typeface="微软雅黑" panose="020B0503020204020204" pitchFamily="34" charset="-122"/>
              </a:rPr>
              <a:t>、建立了停泵期裂缝尺寸反演模型，搭建了大数据库可视化云平台架构</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349072" y="3896159"/>
            <a:ext cx="3779838" cy="1874144"/>
          </a:xfrm>
          <a:prstGeom prst="rect">
            <a:avLst/>
          </a:prstGeom>
        </p:spPr>
      </p:pic>
      <p:pic>
        <p:nvPicPr>
          <p:cNvPr id="23" name="图片 22"/>
          <p:cNvPicPr>
            <a:picLocks noChangeAspect="1"/>
          </p:cNvPicPr>
          <p:nvPr/>
        </p:nvPicPr>
        <p:blipFill>
          <a:blip r:embed="rId2"/>
          <a:stretch>
            <a:fillRect/>
          </a:stretch>
        </p:blipFill>
        <p:spPr>
          <a:xfrm>
            <a:off x="4444554" y="3962400"/>
            <a:ext cx="1614681" cy="1982324"/>
          </a:xfrm>
          <a:prstGeom prst="rect">
            <a:avLst/>
          </a:prstGeom>
        </p:spPr>
      </p:pic>
      <p:pic>
        <p:nvPicPr>
          <p:cNvPr id="10" name="图片 9"/>
          <p:cNvPicPr>
            <a:picLocks noChangeAspect="1"/>
          </p:cNvPicPr>
          <p:nvPr/>
        </p:nvPicPr>
        <p:blipFill>
          <a:blip r:embed="rId3"/>
          <a:stretch>
            <a:fillRect/>
          </a:stretch>
        </p:blipFill>
        <p:spPr>
          <a:xfrm>
            <a:off x="6132767" y="3854220"/>
            <a:ext cx="2477834" cy="1982324"/>
          </a:xfrm>
          <a:prstGeom prst="rect">
            <a:avLst/>
          </a:prstGeom>
        </p:spPr>
      </p:pic>
      <p:pic>
        <p:nvPicPr>
          <p:cNvPr id="16" name="图片 15"/>
          <p:cNvPicPr>
            <a:picLocks noChangeAspect="1"/>
          </p:cNvPicPr>
          <p:nvPr/>
        </p:nvPicPr>
        <p:blipFill>
          <a:blip r:embed="rId4"/>
          <a:stretch>
            <a:fillRect/>
          </a:stretch>
        </p:blipFill>
        <p:spPr>
          <a:xfrm>
            <a:off x="9017991" y="4103176"/>
            <a:ext cx="2707983" cy="1667127"/>
          </a:xfrm>
          <a:prstGeom prst="rect">
            <a:avLst/>
          </a:prstGeom>
        </p:spPr>
      </p:pic>
      <p:sp>
        <p:nvSpPr>
          <p:cNvPr id="28" name="矩形 27"/>
          <p:cNvSpPr/>
          <p:nvPr/>
        </p:nvSpPr>
        <p:spPr>
          <a:xfrm>
            <a:off x="1599347" y="6018332"/>
            <a:ext cx="1107996" cy="276999"/>
          </a:xfrm>
          <a:prstGeom prst="rect">
            <a:avLst/>
          </a:prstGeom>
        </p:spPr>
        <p:txBody>
          <a:bodyPr wrap="none">
            <a:spAutoFit/>
          </a:bodyPr>
          <a:lstStyle/>
          <a:p>
            <a:pPr lvl="0"/>
            <a:r>
              <a:rPr lang="zh-CN" altLang="en-US" sz="1200" dirty="0">
                <a:solidFill>
                  <a:srgbClr val="000000"/>
                </a:solidFill>
                <a:latin typeface="微软雅黑" panose="020B0503020204020204" pitchFamily="34" charset="-122"/>
                <a:ea typeface="微软雅黑" panose="020B0503020204020204" pitchFamily="34" charset="-122"/>
              </a:rPr>
              <a:t>半结构化数据</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9" name="矩形 28"/>
          <p:cNvSpPr/>
          <p:nvPr/>
        </p:nvSpPr>
        <p:spPr>
          <a:xfrm>
            <a:off x="5542002" y="6030896"/>
            <a:ext cx="1107996" cy="276999"/>
          </a:xfrm>
          <a:prstGeom prst="rect">
            <a:avLst/>
          </a:prstGeom>
        </p:spPr>
        <p:txBody>
          <a:bodyPr wrap="none">
            <a:spAutoFit/>
          </a:bodyPr>
          <a:lstStyle/>
          <a:p>
            <a:pPr lvl="0"/>
            <a:r>
              <a:rPr lang="zh-CN" altLang="en-US" sz="1200" dirty="0">
                <a:solidFill>
                  <a:srgbClr val="000000"/>
                </a:solidFill>
                <a:latin typeface="微软雅黑" panose="020B0503020204020204" pitchFamily="34" charset="-122"/>
                <a:ea typeface="微软雅黑" panose="020B0503020204020204" pitchFamily="34" charset="-122"/>
              </a:rPr>
              <a:t>非结构化数据</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30" name="矩形 29"/>
          <p:cNvSpPr/>
          <p:nvPr/>
        </p:nvSpPr>
        <p:spPr>
          <a:xfrm>
            <a:off x="9894928" y="6059471"/>
            <a:ext cx="954107" cy="276999"/>
          </a:xfrm>
          <a:prstGeom prst="rect">
            <a:avLst/>
          </a:prstGeom>
        </p:spPr>
        <p:txBody>
          <a:bodyPr wrap="none">
            <a:spAutoFit/>
          </a:bodyPr>
          <a:lstStyle/>
          <a:p>
            <a:pPr lvl="0"/>
            <a:r>
              <a:rPr lang="zh-CN" altLang="en-US" sz="1200" dirty="0">
                <a:solidFill>
                  <a:srgbClr val="000000"/>
                </a:solidFill>
                <a:latin typeface="微软雅黑" panose="020B0503020204020204" pitchFamily="34" charset="-122"/>
                <a:ea typeface="微软雅黑" panose="020B0503020204020204" pitchFamily="34" charset="-122"/>
              </a:rPr>
              <a:t>结构化数据</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2" name="TextBox 7"/>
          <p:cNvSpPr txBox="1"/>
          <p:nvPr/>
        </p:nvSpPr>
        <p:spPr bwMode="auto">
          <a:xfrm>
            <a:off x="320061" y="888766"/>
            <a:ext cx="11551878" cy="369332"/>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、对多源异构数据进行了数据分类与融合处理</a:t>
            </a:r>
            <a:endParaRPr lang="zh-CN" altLang="en-US" dirty="0">
              <a:latin typeface="微软雅黑" panose="020B0503020204020204" pitchFamily="34" charset="-122"/>
              <a:ea typeface="微软雅黑" panose="020B0503020204020204" pitchFamily="34" charset="-122"/>
            </a:endParaRPr>
          </a:p>
        </p:txBody>
      </p:sp>
      <p:sp>
        <p:nvSpPr>
          <p:cNvPr id="14" name="TextBox 2"/>
          <p:cNvSpPr txBox="1">
            <a:spLocks noChangeArrowheads="1"/>
          </p:cNvSpPr>
          <p:nvPr/>
        </p:nvSpPr>
        <p:spPr bwMode="auto">
          <a:xfrm>
            <a:off x="334962" y="1351991"/>
            <a:ext cx="11485563" cy="2049391"/>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eaLnBrk="0" fontAlgn="base">
              <a:spcBef>
                <a:spcPts val="300"/>
              </a:spcBef>
              <a:spcAft>
                <a:spcPct val="0"/>
              </a:spcAft>
              <a:buFont typeface="Wingdings" panose="05000000000000000000" pitchFamily="2" charset="2"/>
              <a:buChar char="l"/>
              <a:defRP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现场压裂施工数据分为地质类数据以及工程类数据，具有</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多源异构</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的特点，首先需要对数据类型进行分类：</a:t>
            </a:r>
            <a:endPar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466090" indent="-285750" eaLnBrk="0" fontAlgn="base">
              <a:spcBef>
                <a:spcPts val="300"/>
              </a:spcBef>
              <a:spcAft>
                <a:spcPct val="0"/>
              </a:spcAft>
              <a:buFont typeface="Wingdings" panose="05000000000000000000" pitchFamily="2" charset="2"/>
              <a:buChar char="Ø"/>
              <a:defRP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半结构化数据：压裂施工过程中记录的文本类数据</a:t>
            </a:r>
            <a:endPar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466090" indent="-285750" eaLnBrk="0" fontAlgn="base">
              <a:spcBef>
                <a:spcPts val="300"/>
              </a:spcBef>
              <a:spcAft>
                <a:spcPct val="0"/>
              </a:spcAft>
              <a:buFont typeface="Wingdings" panose="05000000000000000000" pitchFamily="2" charset="2"/>
              <a:buChar char="Ø"/>
              <a:defRP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非结构化数据：压裂施工曲线以及微地震监测解释图像数据</a:t>
            </a:r>
            <a:endPar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466090" indent="-285750" eaLnBrk="0" fontAlgn="base">
              <a:spcBef>
                <a:spcPts val="300"/>
              </a:spcBef>
              <a:spcAft>
                <a:spcPct val="0"/>
              </a:spcAft>
              <a:buFont typeface="Wingdings" panose="05000000000000000000" pitchFamily="2" charset="2"/>
              <a:buChar char="Ø"/>
              <a:defRP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结构化数据：压裂施工过程中生成的</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Excel</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表格类数据</a:t>
            </a:r>
            <a:endPar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eaLnBrk="0" fontAlgn="base">
              <a:spcBef>
                <a:spcPts val="300"/>
              </a:spcBef>
              <a:spcAft>
                <a:spcPct val="0"/>
              </a:spcAft>
              <a:buFont typeface="Wingdings" panose="05000000000000000000" pitchFamily="2" charset="2"/>
              <a:buChar char="l"/>
              <a:defRP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非结构化数据和结构化存储开销较大、可扩展性差，且无法进行快速检索。</a:t>
            </a:r>
            <a:endPar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13"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成果四</a:t>
            </a:r>
            <a:r>
              <a:rPr lang="zh-CN" altLang="en-US" sz="2400" b="1" kern="0" dirty="0">
                <a:solidFill>
                  <a:srgbClr val="FF0000"/>
                </a:solidFill>
                <a:latin typeface="微软雅黑" panose="020B0503020204020204" pitchFamily="34" charset="-122"/>
                <a:ea typeface="微软雅黑" panose="020B0503020204020204" pitchFamily="34" charset="-122"/>
              </a:rPr>
              <a:t>、建立了停泵期裂缝尺寸反演模型，搭建了大数据库可视化云平台架构</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058260" y="3533563"/>
            <a:ext cx="7904890" cy="2435671"/>
            <a:chOff x="2152924" y="4499937"/>
            <a:chExt cx="7257916" cy="2051051"/>
          </a:xfrm>
        </p:grpSpPr>
        <p:sp>
          <p:nvSpPr>
            <p:cNvPr id="3" name="椭圆 2"/>
            <p:cNvSpPr/>
            <p:nvPr/>
          </p:nvSpPr>
          <p:spPr>
            <a:xfrm>
              <a:off x="2152924" y="4515582"/>
              <a:ext cx="1359016" cy="897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pitchFamily="34" charset="-122"/>
                  <a:ea typeface="微软雅黑" panose="020B0503020204020204" pitchFamily="34" charset="-122"/>
                </a:rPr>
                <a:t>半结构化数据</a:t>
              </a: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8" name="椭圆 7"/>
            <p:cNvSpPr/>
            <p:nvPr/>
          </p:nvSpPr>
          <p:spPr>
            <a:xfrm>
              <a:off x="8051824" y="4499937"/>
              <a:ext cx="1359016" cy="897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pitchFamily="34" charset="-122"/>
                  <a:ea typeface="微软雅黑" panose="020B0503020204020204" pitchFamily="34" charset="-122"/>
                </a:rPr>
                <a:t>非结构化数据</a:t>
              </a:r>
              <a:endParaRPr lang="zh-CN" altLang="en-US" b="1" dirty="0">
                <a:solidFill>
                  <a:schemeClr val="tx1"/>
                </a:solidFill>
                <a:latin typeface="微软雅黑" panose="020B0503020204020204" pitchFamily="34" charset="-122"/>
                <a:ea typeface="微软雅黑" panose="020B0503020204020204" pitchFamily="34" charset="-122"/>
              </a:endParaRPr>
            </a:p>
          </p:txBody>
        </p:sp>
        <p:pic>
          <p:nvPicPr>
            <p:cNvPr id="5" name="图形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389466" y="5766156"/>
              <a:ext cx="784832" cy="784832"/>
            </a:xfrm>
            <a:prstGeom prst="rect">
              <a:avLst/>
            </a:prstGeom>
          </p:spPr>
        </p:pic>
        <p:sp>
          <p:nvSpPr>
            <p:cNvPr id="11" name="椭圆 10"/>
            <p:cNvSpPr/>
            <p:nvPr/>
          </p:nvSpPr>
          <p:spPr>
            <a:xfrm>
              <a:off x="5102374" y="4515582"/>
              <a:ext cx="1359016" cy="897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pitchFamily="34" charset="-122"/>
                  <a:ea typeface="微软雅黑" panose="020B0503020204020204" pitchFamily="34" charset="-122"/>
                </a:rPr>
                <a:t>结构化数据</a:t>
              </a:r>
              <a:endParaRPr lang="zh-CN" altLang="en-US" b="1" dirty="0">
                <a:solidFill>
                  <a:schemeClr val="tx1"/>
                </a:solidFill>
                <a:latin typeface="微软雅黑" panose="020B0503020204020204" pitchFamily="34" charset="-122"/>
                <a:ea typeface="微软雅黑" panose="020B0503020204020204" pitchFamily="34" charset="-122"/>
              </a:endParaRPr>
            </a:p>
          </p:txBody>
        </p:sp>
        <p:pic>
          <p:nvPicPr>
            <p:cNvPr id="12" name="图形 1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72677" y="5757010"/>
              <a:ext cx="784832" cy="784832"/>
            </a:xfrm>
            <a:prstGeom prst="rect">
              <a:avLst/>
            </a:prstGeom>
          </p:spPr>
        </p:pic>
        <p:pic>
          <p:nvPicPr>
            <p:cNvPr id="13" name="图形 1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06255" y="5766156"/>
              <a:ext cx="784832" cy="784832"/>
            </a:xfrm>
            <a:prstGeom prst="rect">
              <a:avLst/>
            </a:prstGeom>
          </p:spPr>
        </p:pic>
        <p:cxnSp>
          <p:nvCxnSpPr>
            <p:cNvPr id="7" name="直接箭头连接符 6"/>
            <p:cNvCxnSpPr>
              <a:stCxn id="3" idx="6"/>
              <a:endCxn id="11" idx="2"/>
            </p:cNvCxnSpPr>
            <p:nvPr/>
          </p:nvCxnSpPr>
          <p:spPr>
            <a:xfrm>
              <a:off x="3511940" y="4964393"/>
              <a:ext cx="159043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6" name="矩形 15"/>
            <p:cNvSpPr/>
            <p:nvPr/>
          </p:nvSpPr>
          <p:spPr>
            <a:xfrm>
              <a:off x="3563023" y="4569732"/>
              <a:ext cx="1338828" cy="369332"/>
            </a:xfrm>
            <a:prstGeom prst="rect">
              <a:avLst/>
            </a:prstGeom>
          </p:spPr>
          <p:txBody>
            <a:bodyPr wrap="none">
              <a:spAutoFit/>
            </a:bodyPr>
            <a:lstStyle/>
            <a:p>
              <a:pPr lvl="0"/>
              <a:r>
                <a:rPr lang="zh-CN" altLang="en-US" dirty="0">
                  <a:solidFill>
                    <a:srgbClr val="0000FF"/>
                  </a:solidFill>
                  <a:latin typeface="黑体" panose="02010609060101010101" charset="-122"/>
                  <a:ea typeface="黑体" panose="02010609060101010101" charset="-122"/>
                </a:rPr>
                <a:t>提取关键词</a:t>
              </a:r>
              <a:endParaRPr lang="zh-CN" altLang="en-US" dirty="0">
                <a:solidFill>
                  <a:srgbClr val="0000FF"/>
                </a:solidFill>
                <a:latin typeface="黑体" panose="02010609060101010101" charset="-122"/>
                <a:ea typeface="黑体" panose="02010609060101010101" charset="-122"/>
              </a:endParaRPr>
            </a:p>
          </p:txBody>
        </p:sp>
        <p:sp>
          <p:nvSpPr>
            <p:cNvPr id="17" name="矩形 16"/>
            <p:cNvSpPr/>
            <p:nvPr/>
          </p:nvSpPr>
          <p:spPr>
            <a:xfrm>
              <a:off x="3678439" y="5006059"/>
              <a:ext cx="1107996" cy="369332"/>
            </a:xfrm>
            <a:prstGeom prst="rect">
              <a:avLst/>
            </a:prstGeom>
          </p:spPr>
          <p:txBody>
            <a:bodyPr wrap="none">
              <a:spAutoFit/>
            </a:bodyPr>
            <a:lstStyle/>
            <a:p>
              <a:pPr lvl="0"/>
              <a:r>
                <a:rPr lang="zh-CN" altLang="en-US" dirty="0">
                  <a:solidFill>
                    <a:srgbClr val="0000FF"/>
                  </a:solidFill>
                  <a:latin typeface="黑体" panose="02010609060101010101" charset="-122"/>
                  <a:ea typeface="黑体" panose="02010609060101010101" charset="-122"/>
                </a:rPr>
                <a:t>实体识别</a:t>
              </a:r>
              <a:endParaRPr lang="zh-CN" altLang="en-US" dirty="0">
                <a:solidFill>
                  <a:srgbClr val="0000FF"/>
                </a:solidFill>
                <a:latin typeface="黑体" panose="02010609060101010101" charset="-122"/>
                <a:ea typeface="黑体" panose="02010609060101010101" charset="-122"/>
              </a:endParaRPr>
            </a:p>
          </p:txBody>
        </p:sp>
        <p:cxnSp>
          <p:nvCxnSpPr>
            <p:cNvPr id="15" name="直接箭头连接符 14"/>
            <p:cNvCxnSpPr>
              <a:stCxn id="8" idx="2"/>
              <a:endCxn id="11" idx="6"/>
            </p:cNvCxnSpPr>
            <p:nvPr/>
          </p:nvCxnSpPr>
          <p:spPr>
            <a:xfrm flipH="1">
              <a:off x="6461390" y="4948748"/>
              <a:ext cx="1590434" cy="1564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3" name="矩形 22"/>
            <p:cNvSpPr/>
            <p:nvPr/>
          </p:nvSpPr>
          <p:spPr>
            <a:xfrm>
              <a:off x="6777329" y="4578993"/>
              <a:ext cx="1107996" cy="369332"/>
            </a:xfrm>
            <a:prstGeom prst="rect">
              <a:avLst/>
            </a:prstGeom>
          </p:spPr>
          <p:txBody>
            <a:bodyPr wrap="none">
              <a:spAutoFit/>
            </a:bodyPr>
            <a:lstStyle/>
            <a:p>
              <a:pPr lvl="0"/>
              <a:r>
                <a:rPr lang="en-US" altLang="zh-CN" dirty="0">
                  <a:solidFill>
                    <a:srgbClr val="0000FF"/>
                  </a:solidFill>
                  <a:latin typeface="黑体" panose="02010609060101010101" charset="-122"/>
                  <a:ea typeface="黑体" panose="02010609060101010101" charset="-122"/>
                </a:rPr>
                <a:t>OpenCV</a:t>
              </a:r>
              <a:r>
                <a:rPr lang="zh-CN" altLang="en-US" dirty="0">
                  <a:solidFill>
                    <a:srgbClr val="0000FF"/>
                  </a:solidFill>
                  <a:latin typeface="黑体" panose="02010609060101010101" charset="-122"/>
                  <a:ea typeface="黑体" panose="02010609060101010101" charset="-122"/>
                </a:rPr>
                <a:t>库</a:t>
              </a:r>
              <a:endParaRPr lang="zh-CN" altLang="en-US" dirty="0">
                <a:solidFill>
                  <a:srgbClr val="0000FF"/>
                </a:solidFill>
                <a:latin typeface="黑体" panose="02010609060101010101" charset="-122"/>
                <a:ea typeface="黑体" panose="02010609060101010101" charset="-122"/>
              </a:endParaRPr>
            </a:p>
          </p:txBody>
        </p:sp>
        <p:sp>
          <p:nvSpPr>
            <p:cNvPr id="24" name="矩形 23"/>
            <p:cNvSpPr/>
            <p:nvPr/>
          </p:nvSpPr>
          <p:spPr>
            <a:xfrm>
              <a:off x="6777329" y="4983684"/>
              <a:ext cx="1107996" cy="369332"/>
            </a:xfrm>
            <a:prstGeom prst="rect">
              <a:avLst/>
            </a:prstGeom>
          </p:spPr>
          <p:txBody>
            <a:bodyPr wrap="none">
              <a:spAutoFit/>
            </a:bodyPr>
            <a:lstStyle/>
            <a:p>
              <a:pPr lvl="0"/>
              <a:r>
                <a:rPr lang="zh-CN" altLang="en-US" dirty="0">
                  <a:solidFill>
                    <a:srgbClr val="0000FF"/>
                  </a:solidFill>
                  <a:latin typeface="黑体" panose="02010609060101010101" charset="-122"/>
                  <a:ea typeface="黑体" panose="02010609060101010101" charset="-122"/>
                </a:rPr>
                <a:t>深度学习</a:t>
              </a:r>
              <a:endParaRPr lang="zh-CN" altLang="en-US" dirty="0">
                <a:solidFill>
                  <a:srgbClr val="0000FF"/>
                </a:solidFill>
                <a:latin typeface="黑体" panose="02010609060101010101" charset="-122"/>
                <a:ea typeface="黑体" panose="02010609060101010101" charset="-122"/>
              </a:endParaRPr>
            </a:p>
          </p:txBody>
        </p:sp>
        <p:cxnSp>
          <p:nvCxnSpPr>
            <p:cNvPr id="29" name="直接箭头连接符 28"/>
            <p:cNvCxnSpPr>
              <a:stCxn id="11" idx="4"/>
              <a:endCxn id="5" idx="0"/>
            </p:cNvCxnSpPr>
            <p:nvPr/>
          </p:nvCxnSpPr>
          <p:spPr>
            <a:xfrm>
              <a:off x="5781882" y="5413204"/>
              <a:ext cx="0" cy="35295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0" name="矩形 29"/>
            <p:cNvSpPr/>
            <p:nvPr/>
          </p:nvSpPr>
          <p:spPr>
            <a:xfrm>
              <a:off x="5862919" y="5397559"/>
              <a:ext cx="646331" cy="369332"/>
            </a:xfrm>
            <a:prstGeom prst="rect">
              <a:avLst/>
            </a:prstGeom>
          </p:spPr>
          <p:txBody>
            <a:bodyPr wrap="none">
              <a:spAutoFit/>
            </a:bodyPr>
            <a:lstStyle/>
            <a:p>
              <a:pPr lvl="0"/>
              <a:r>
                <a:rPr lang="zh-CN" altLang="en-US" dirty="0">
                  <a:solidFill>
                    <a:srgbClr val="0000FF"/>
                  </a:solidFill>
                  <a:latin typeface="黑体" panose="02010609060101010101" charset="-122"/>
                  <a:ea typeface="黑体" panose="02010609060101010101" charset="-122"/>
                </a:rPr>
                <a:t>存储</a:t>
              </a:r>
              <a:endParaRPr lang="zh-CN" altLang="en-US" dirty="0">
                <a:solidFill>
                  <a:srgbClr val="0000FF"/>
                </a:solidFill>
                <a:latin typeface="黑体" panose="02010609060101010101" charset="-122"/>
                <a:ea typeface="黑体" panose="02010609060101010101" charset="-122"/>
              </a:endParaRPr>
            </a:p>
          </p:txBody>
        </p:sp>
        <p:sp>
          <p:nvSpPr>
            <p:cNvPr id="31" name="矩形 30"/>
            <p:cNvSpPr/>
            <p:nvPr/>
          </p:nvSpPr>
          <p:spPr>
            <a:xfrm>
              <a:off x="7446743" y="5973906"/>
              <a:ext cx="877163" cy="369332"/>
            </a:xfrm>
            <a:prstGeom prst="rect">
              <a:avLst/>
            </a:prstGeom>
          </p:spPr>
          <p:txBody>
            <a:bodyPr wrap="none">
              <a:spAutoFit/>
            </a:bodyPr>
            <a:lstStyle/>
            <a:p>
              <a:pPr lvl="0"/>
              <a:r>
                <a:rPr lang="zh-CN" altLang="en-US" dirty="0">
                  <a:solidFill>
                    <a:srgbClr val="0000FF"/>
                  </a:solidFill>
                  <a:latin typeface="黑体" panose="02010609060101010101" charset="-122"/>
                  <a:ea typeface="黑体" panose="02010609060101010101" charset="-122"/>
                </a:rPr>
                <a:t>数据库</a:t>
              </a:r>
              <a:endParaRPr lang="zh-CN" altLang="en-US" dirty="0">
                <a:solidFill>
                  <a:srgbClr val="0000FF"/>
                </a:solidFill>
                <a:latin typeface="黑体" panose="02010609060101010101" charset="-122"/>
                <a:ea typeface="黑体" panose="02010609060101010101" charset="-122"/>
              </a:endParaRPr>
            </a:p>
          </p:txBody>
        </p:sp>
      </p:grpSp>
      <p:sp>
        <p:nvSpPr>
          <p:cNvPr id="26" name="TextBox 7"/>
          <p:cNvSpPr txBox="1"/>
          <p:nvPr/>
        </p:nvSpPr>
        <p:spPr bwMode="auto">
          <a:xfrm>
            <a:off x="320061" y="888766"/>
            <a:ext cx="11551878" cy="369332"/>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、对多源异构数据进行了数据分类与融合处理</a:t>
            </a:r>
            <a:endParaRPr lang="zh-CN" altLang="en-US" dirty="0">
              <a:latin typeface="微软雅黑" panose="020B0503020204020204" pitchFamily="34" charset="-122"/>
              <a:ea typeface="微软雅黑" panose="020B0503020204020204" pitchFamily="34" charset="-122"/>
            </a:endParaRPr>
          </a:p>
        </p:txBody>
      </p:sp>
      <p:sp>
        <p:nvSpPr>
          <p:cNvPr id="27" name="TextBox 2"/>
          <p:cNvSpPr txBox="1">
            <a:spLocks noChangeArrowheads="1"/>
          </p:cNvSpPr>
          <p:nvPr/>
        </p:nvSpPr>
        <p:spPr bwMode="auto">
          <a:xfrm>
            <a:off x="334962" y="1351991"/>
            <a:ext cx="11485563" cy="1564643"/>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eaLnBrk="0" fontAlgn="base">
              <a:spcBef>
                <a:spcPts val="300"/>
              </a:spcBef>
              <a:spcAft>
                <a:spcPct val="0"/>
              </a:spcAft>
              <a:buFont typeface="Wingdings" panose="05000000000000000000" pitchFamily="2" charset="2"/>
              <a:buChar char="l"/>
              <a:defRPr/>
            </a:pP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数据归一化</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：结构化数据具有易于存储、管理</a:t>
            </a:r>
            <a:r>
              <a:rPr kumimoji="1" lang="zh-CN" altLang="en-US" sz="16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和查询的优点，为保证数据一致性和完整性，对半结构化和非结构化数据进行了解析和提取，将数据统一为结构化数据。</a:t>
            </a:r>
            <a:endParaRPr kumimoji="1" lang="zh-CN" altLang="en-US" sz="16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eaLnBrk="0" fontAlgn="base">
              <a:spcBef>
                <a:spcPts val="300"/>
              </a:spcBef>
              <a:spcAft>
                <a:spcPct val="0"/>
              </a:spcAft>
              <a:buFont typeface="Wingdings" panose="05000000000000000000" pitchFamily="2" charset="2"/>
              <a:buChar char="l"/>
              <a:defRP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半结构化</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的文本数据，基于自然语言处理（</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NLP</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）对文本数据提取关键词并进行实体识别，实现半结构化到结构化的转型。对于</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非结构化</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的图像数据，利用</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OpenCV</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和深度学习模型对图像进行信息提取，转化为可分析的结构化形式。</a:t>
            </a:r>
            <a:endPar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21"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成果四</a:t>
            </a:r>
            <a:r>
              <a:rPr lang="zh-CN" altLang="en-US" sz="2400" b="1" kern="0" dirty="0">
                <a:solidFill>
                  <a:srgbClr val="FF0000"/>
                </a:solidFill>
                <a:latin typeface="微软雅黑" panose="020B0503020204020204" pitchFamily="34" charset="-122"/>
                <a:ea typeface="微软雅黑" panose="020B0503020204020204" pitchFamily="34" charset="-122"/>
              </a:rPr>
              <a:t>、建立了停泵期裂缝尺寸反演模型，搭建了大数据库可视化云平台架构</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915709" y="3495677"/>
            <a:ext cx="4332566" cy="1932892"/>
            <a:chOff x="192088" y="4866521"/>
            <a:chExt cx="3943684" cy="1686825"/>
          </a:xfrm>
        </p:grpSpPr>
        <p:sp>
          <p:nvSpPr>
            <p:cNvPr id="2" name="矩形 1"/>
            <p:cNvSpPr/>
            <p:nvPr/>
          </p:nvSpPr>
          <p:spPr>
            <a:xfrm>
              <a:off x="1367405" y="4866521"/>
              <a:ext cx="1350628" cy="713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压裂泵注程序表</a:t>
              </a:r>
              <a:endParaRPr lang="zh-CN" altLang="en-US" b="1" dirty="0">
                <a:latin typeface="微软雅黑" panose="020B0503020204020204" pitchFamily="34" charset="-122"/>
                <a:ea typeface="微软雅黑" panose="020B0503020204020204" pitchFamily="34" charset="-122"/>
              </a:endParaRPr>
            </a:p>
          </p:txBody>
        </p:sp>
        <p:sp>
          <p:nvSpPr>
            <p:cNvPr id="3" name="椭圆 2"/>
            <p:cNvSpPr/>
            <p:nvPr/>
          </p:nvSpPr>
          <p:spPr>
            <a:xfrm>
              <a:off x="192088" y="4866521"/>
              <a:ext cx="940426" cy="7130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序号</a:t>
              </a:r>
              <a:endParaRPr lang="zh-CN" altLang="en-US" b="1" dirty="0">
                <a:latin typeface="微软雅黑" panose="020B0503020204020204" pitchFamily="34" charset="-122"/>
                <a:ea typeface="微软雅黑" panose="020B0503020204020204" pitchFamily="34" charset="-122"/>
              </a:endParaRPr>
            </a:p>
          </p:txBody>
        </p:sp>
        <p:sp>
          <p:nvSpPr>
            <p:cNvPr id="8" name="椭圆 7"/>
            <p:cNvSpPr/>
            <p:nvPr/>
          </p:nvSpPr>
          <p:spPr>
            <a:xfrm>
              <a:off x="942975" y="5840282"/>
              <a:ext cx="940426" cy="7130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压力</a:t>
              </a:r>
              <a:endParaRPr lang="zh-CN" altLang="en-US" b="1" dirty="0">
                <a:latin typeface="微软雅黑" panose="020B0503020204020204" pitchFamily="34" charset="-122"/>
                <a:ea typeface="微软雅黑" panose="020B0503020204020204" pitchFamily="34" charset="-122"/>
              </a:endParaRPr>
            </a:p>
          </p:txBody>
        </p:sp>
        <p:sp>
          <p:nvSpPr>
            <p:cNvPr id="9" name="椭圆 8"/>
            <p:cNvSpPr/>
            <p:nvPr/>
          </p:nvSpPr>
          <p:spPr>
            <a:xfrm>
              <a:off x="2496263" y="5760533"/>
              <a:ext cx="940426" cy="7130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排量</a:t>
              </a:r>
              <a:endParaRPr lang="zh-CN" altLang="en-US" b="1" dirty="0">
                <a:latin typeface="微软雅黑" panose="020B0503020204020204" pitchFamily="34" charset="-122"/>
                <a:ea typeface="微软雅黑" panose="020B0503020204020204" pitchFamily="34" charset="-122"/>
              </a:endParaRPr>
            </a:p>
          </p:txBody>
        </p:sp>
        <p:sp>
          <p:nvSpPr>
            <p:cNvPr id="12" name="椭圆 11"/>
            <p:cNvSpPr/>
            <p:nvPr/>
          </p:nvSpPr>
          <p:spPr>
            <a:xfrm>
              <a:off x="3126836" y="4866521"/>
              <a:ext cx="1008936" cy="7130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砂浓度</a:t>
              </a:r>
              <a:endParaRPr lang="zh-CN" altLang="en-US"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980413" y="6023295"/>
              <a:ext cx="356532" cy="369332"/>
            </a:xfrm>
            <a:prstGeom prst="rect">
              <a:avLst/>
            </a:prstGeom>
            <a:noFill/>
          </p:spPr>
          <p:txBody>
            <a:bodyPr wrap="square" rtlCol="0">
              <a:spAutoFit/>
            </a:bodyPr>
            <a:lstStyle/>
            <a:p>
              <a:r>
                <a:rPr lang="en-US" altLang="zh-CN" dirty="0"/>
                <a:t>…</a:t>
              </a:r>
              <a:endParaRPr lang="zh-CN" altLang="en-US" dirty="0"/>
            </a:p>
          </p:txBody>
        </p:sp>
        <p:cxnSp>
          <p:nvCxnSpPr>
            <p:cNvPr id="6" name="直接连接符 5"/>
            <p:cNvCxnSpPr>
              <a:stCxn id="2" idx="1"/>
              <a:endCxn id="3" idx="6"/>
            </p:cNvCxnSpPr>
            <p:nvPr/>
          </p:nvCxnSpPr>
          <p:spPr>
            <a:xfrm flipH="1">
              <a:off x="1132514" y="5223053"/>
              <a:ext cx="23489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直接连接符 14"/>
            <p:cNvCxnSpPr>
              <a:stCxn id="2" idx="2"/>
              <a:endCxn id="8" idx="7"/>
            </p:cNvCxnSpPr>
            <p:nvPr/>
          </p:nvCxnSpPr>
          <p:spPr>
            <a:xfrm flipH="1">
              <a:off x="1745679" y="5579585"/>
              <a:ext cx="297040" cy="365123"/>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直接连接符 16"/>
            <p:cNvCxnSpPr>
              <a:stCxn id="2" idx="2"/>
              <a:endCxn id="9" idx="1"/>
            </p:cNvCxnSpPr>
            <p:nvPr/>
          </p:nvCxnSpPr>
          <p:spPr>
            <a:xfrm>
              <a:off x="2042719" y="5579585"/>
              <a:ext cx="591266" cy="285374"/>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直接连接符 18"/>
            <p:cNvCxnSpPr>
              <a:stCxn id="2" idx="3"/>
              <a:endCxn id="12" idx="2"/>
            </p:cNvCxnSpPr>
            <p:nvPr/>
          </p:nvCxnSpPr>
          <p:spPr>
            <a:xfrm>
              <a:off x="2718033" y="5223053"/>
              <a:ext cx="408803"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22" name="矩形 21"/>
          <p:cNvSpPr/>
          <p:nvPr/>
        </p:nvSpPr>
        <p:spPr>
          <a:xfrm>
            <a:off x="1769075" y="6033804"/>
            <a:ext cx="1755609" cy="276999"/>
          </a:xfrm>
          <a:prstGeom prst="rect">
            <a:avLst/>
          </a:prstGeom>
        </p:spPr>
        <p:txBody>
          <a:bodyPr wrap="none">
            <a:spAutoFit/>
          </a:bodyPr>
          <a:lstStyle/>
          <a:p>
            <a:pPr lvl="0"/>
            <a:r>
              <a:rPr lang="zh-CN" altLang="en-US" sz="1200" dirty="0">
                <a:solidFill>
                  <a:srgbClr val="000000"/>
                </a:solidFill>
                <a:latin typeface="微软雅黑" panose="020B0503020204020204" pitchFamily="34" charset="-122"/>
                <a:ea typeface="微软雅黑" panose="020B0503020204020204" pitchFamily="34" charset="-122"/>
              </a:rPr>
              <a:t>压裂泵注程序表</a:t>
            </a:r>
            <a:r>
              <a:rPr lang="en-US" altLang="zh-CN" sz="1200" dirty="0">
                <a:solidFill>
                  <a:srgbClr val="000000"/>
                </a:solidFill>
                <a:latin typeface="微软雅黑" panose="020B0503020204020204" pitchFamily="34" charset="-122"/>
                <a:ea typeface="微软雅黑" panose="020B0503020204020204" pitchFamily="34" charset="-122"/>
              </a:rPr>
              <a:t>ER</a:t>
            </a:r>
            <a:r>
              <a:rPr lang="zh-CN" altLang="en-US" sz="1200" dirty="0">
                <a:solidFill>
                  <a:srgbClr val="000000"/>
                </a:solidFill>
                <a:latin typeface="微软雅黑" panose="020B0503020204020204" pitchFamily="34" charset="-122"/>
                <a:ea typeface="微软雅黑" panose="020B0503020204020204" pitchFamily="34" charset="-122"/>
              </a:rPr>
              <a:t>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6" name="矩形 15"/>
          <p:cNvSpPr/>
          <p:nvPr/>
        </p:nvSpPr>
        <p:spPr>
          <a:xfrm>
            <a:off x="7957217" y="6057900"/>
            <a:ext cx="2185214" cy="276999"/>
          </a:xfrm>
          <a:prstGeom prst="rect">
            <a:avLst/>
          </a:prstGeom>
        </p:spPr>
        <p:txBody>
          <a:bodyPr wrap="none">
            <a:spAutoFit/>
          </a:bodyPr>
          <a:lstStyle/>
          <a:p>
            <a:pPr lvl="0"/>
            <a:r>
              <a:rPr lang="zh-CN" altLang="en-US" sz="1200" dirty="0">
                <a:solidFill>
                  <a:srgbClr val="000000"/>
                </a:solidFill>
                <a:latin typeface="微软雅黑" panose="020B0503020204020204" pitchFamily="34" charset="-122"/>
                <a:ea typeface="微软雅黑" panose="020B0503020204020204" pitchFamily="34" charset="-122"/>
              </a:rPr>
              <a:t>压裂泵注程序表部分数据展示</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18" name="图片 17"/>
          <p:cNvPicPr>
            <a:picLocks noChangeAspect="1"/>
          </p:cNvPicPr>
          <p:nvPr/>
        </p:nvPicPr>
        <p:blipFill>
          <a:blip r:embed="rId1"/>
          <a:stretch>
            <a:fillRect/>
          </a:stretch>
        </p:blipFill>
        <p:spPr>
          <a:xfrm>
            <a:off x="6109092" y="3739103"/>
            <a:ext cx="5620596" cy="2028302"/>
          </a:xfrm>
          <a:prstGeom prst="rect">
            <a:avLst/>
          </a:prstGeom>
        </p:spPr>
      </p:pic>
      <p:sp>
        <p:nvSpPr>
          <p:cNvPr id="23" name="TextBox 7"/>
          <p:cNvSpPr txBox="1"/>
          <p:nvPr/>
        </p:nvSpPr>
        <p:spPr bwMode="auto">
          <a:xfrm>
            <a:off x="320061" y="888766"/>
            <a:ext cx="11551878" cy="369332"/>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、选用</a:t>
            </a:r>
            <a:r>
              <a:rPr lang="en-US" altLang="zh-CN" dirty="0">
                <a:latin typeface="微软雅黑" panose="020B0503020204020204" pitchFamily="34" charset="-122"/>
                <a:ea typeface="微软雅黑" panose="020B0503020204020204" pitchFamily="34" charset="-122"/>
              </a:rPr>
              <a:t>MySQL</a:t>
            </a:r>
            <a:r>
              <a:rPr lang="zh-CN" altLang="en-US" dirty="0">
                <a:latin typeface="微软雅黑" panose="020B0503020204020204" pitchFamily="34" charset="-122"/>
                <a:ea typeface="微软雅黑" panose="020B0503020204020204" pitchFamily="34" charset="-122"/>
              </a:rPr>
              <a:t>数据库对现场压裂施工过程产生的多源异构数据集进行了存储</a:t>
            </a:r>
            <a:endParaRPr lang="zh-CN" altLang="en-US" dirty="0">
              <a:latin typeface="微软雅黑" panose="020B0503020204020204" pitchFamily="34" charset="-122"/>
              <a:ea typeface="微软雅黑" panose="020B0503020204020204" pitchFamily="34" charset="-122"/>
            </a:endParaRPr>
          </a:p>
        </p:txBody>
      </p:sp>
      <p:sp>
        <p:nvSpPr>
          <p:cNvPr id="25" name="TextBox 2"/>
          <p:cNvSpPr txBox="1">
            <a:spLocks noChangeArrowheads="1"/>
          </p:cNvSpPr>
          <p:nvPr/>
        </p:nvSpPr>
        <p:spPr bwMode="auto">
          <a:xfrm>
            <a:off x="334962" y="1351991"/>
            <a:ext cx="11485563" cy="1564643"/>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eaLnBrk="0" fontAlgn="base">
              <a:spcBef>
                <a:spcPts val="300"/>
              </a:spcBef>
              <a:spcAft>
                <a:spcPct val="0"/>
              </a:spcAft>
              <a:buFont typeface="Wingdings" panose="05000000000000000000" pitchFamily="2" charset="2"/>
              <a:buChar char="l"/>
              <a:defRPr/>
            </a:pP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设计</a:t>
            </a:r>
            <a:r>
              <a:rPr kumimoji="1" lang="en-US" altLang="zh-CN"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ER</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模型：</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通过设计实体</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关系（</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ER</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）模型，定义了各个实体及其属性，并建立了表之间的关系，例如一对多、多对多关系等。</a:t>
            </a:r>
            <a:endPar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eaLnBrk="0" fontAlgn="base">
              <a:spcBef>
                <a:spcPts val="300"/>
              </a:spcBef>
              <a:spcAft>
                <a:spcPct val="0"/>
              </a:spcAft>
              <a:buFont typeface="Wingdings" panose="05000000000000000000" pitchFamily="2" charset="2"/>
              <a:buChar char="l"/>
              <a:defRPr/>
            </a:pP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创建数据库表：</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根据</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ER</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模型，创建了数据库表，定义了字段名称、数据类型、主键和外键约束，确保数据的一致性、完整性和关联性。</a:t>
            </a:r>
            <a:endPar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20" name="Rectangle 11"/>
          <p:cNvSpPr>
            <a:spLocks noChangeArrowheads="1"/>
          </p:cNvSpPr>
          <p:nvPr/>
        </p:nvSpPr>
        <p:spPr bwMode="auto">
          <a:xfrm>
            <a:off x="376530"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成果四</a:t>
            </a:r>
            <a:r>
              <a:rPr lang="zh-CN" altLang="en-US" sz="2400" b="1" kern="0" dirty="0">
                <a:solidFill>
                  <a:srgbClr val="FF0000"/>
                </a:solidFill>
                <a:latin typeface="微软雅黑" panose="020B0503020204020204" pitchFamily="34" charset="-122"/>
                <a:ea typeface="微软雅黑" panose="020B0503020204020204" pitchFamily="34" charset="-122"/>
              </a:rPr>
              <a:t>、建立了停泵期裂缝尺寸反演模型，搭建了大数据库可视化云平台架构</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一、项目概要</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二、阶段任务完成情况</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三、取得的阶段成果及应用情况</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FF0000"/>
                </a:solidFill>
                <a:effectLst/>
                <a:uLnTx/>
                <a:uFillTx/>
                <a:latin typeface="方正大黑简体" panose="03000509000000000000" pitchFamily="65" charset="-122"/>
                <a:ea typeface="方正大黑简体" panose="03000509000000000000" pitchFamily="65" charset="-122"/>
                <a:cs typeface="+mn-cs"/>
              </a:rPr>
              <a:t>四、经费管理及使用情况</a:t>
            </a:r>
            <a:endParaRPr kumimoji="0" lang="zh-CN" altLang="en-US" sz="3200" b="0" i="0" u="none" strike="noStrike" kern="1200" cap="none" spc="0" normalizeH="0" baseline="0" noProof="0" dirty="0">
              <a:ln>
                <a:noFill/>
              </a:ln>
              <a:solidFill>
                <a:srgbClr val="FF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cs typeface="+mn-cs"/>
              </a:rPr>
              <a:t>五、项目组织管理</a:t>
            </a:r>
            <a:endParaRPr kumimoji="0" lang="zh-CN" altLang="en-US" sz="3200" b="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六、存在问题、解决措施及建议</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七、下步工作安排 </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227013" y="900954"/>
            <a:ext cx="12072937" cy="372025"/>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项目总经费</a:t>
            </a:r>
            <a:r>
              <a:rPr lang="en-US" altLang="zh-CN" sz="1600" dirty="0">
                <a:solidFill>
                  <a:prstClr val="black"/>
                </a:solidFill>
                <a:latin typeface="微软雅黑" panose="020B0503020204020204" pitchFamily="34" charset="-122"/>
                <a:ea typeface="微软雅黑" panose="020B0503020204020204" pitchFamily="34" charset="-122"/>
              </a:rPr>
              <a:t>71</a:t>
            </a:r>
            <a:r>
              <a:rPr lang="zh-CN" altLang="en-US" sz="1600" dirty="0">
                <a:solidFill>
                  <a:prstClr val="black"/>
                </a:solidFill>
                <a:latin typeface="微软雅黑" panose="020B0503020204020204" pitchFamily="34" charset="-122"/>
                <a:ea typeface="微软雅黑" panose="020B0503020204020204" pitchFamily="34" charset="-122"/>
              </a:rPr>
              <a:t>万元，经费使用严格按照预算和财务要求进行，未出现无预算、超预算等情况，执行情况较好</a:t>
            </a:r>
            <a:endParaRPr lang="en-US" altLang="zh-CN"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6" name="表格 3"/>
          <p:cNvGraphicFramePr>
            <a:graphicFrameLocks noGrp="1"/>
          </p:cNvGraphicFramePr>
          <p:nvPr/>
        </p:nvGraphicFramePr>
        <p:xfrm>
          <a:off x="407368" y="1515035"/>
          <a:ext cx="11377263" cy="4706468"/>
        </p:xfrm>
        <a:graphic>
          <a:graphicData uri="http://schemas.openxmlformats.org/drawingml/2006/table">
            <a:tbl>
              <a:tblPr/>
              <a:tblGrid>
                <a:gridCol w="3792421"/>
                <a:gridCol w="3792421"/>
                <a:gridCol w="3792421"/>
              </a:tblGrid>
              <a:tr h="443235">
                <a:tc gridSpan="2">
                  <a:txBody>
                    <a:bodyPr/>
                    <a:lstStyle/>
                    <a:p>
                      <a:pPr algn="ctr" fontAlgn="ct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编号与类型</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hMerge="1">
                  <a:tcPr marL="9525" marR="9525" marT="9525" marB="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rowSpan="2">
                  <a:txBody>
                    <a:bodyPr/>
                    <a:lstStyle/>
                    <a:p>
                      <a:pPr algn="ctr" fontAlgn="ct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合计</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r>
              <a:tr h="443235">
                <a:tc>
                  <a:txBody>
                    <a:bodyPr/>
                    <a:lstStyle/>
                    <a:p>
                      <a:pPr algn="ctr" fontAlgn="ct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编号</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fontAlgn="ct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名称</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vMerge="1">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r>
              <a:tr h="545714">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设计制图费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50.13</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5714">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图书资料费</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出版</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文献</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知识产权费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2.2</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5714">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办公费</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差旅费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5.37</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5714">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咨询评审费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5714">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管理费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9.23</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5714">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税费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2.07</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5714">
                <a:tc gridSpan="2">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合计（万元）</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cPr marL="9525" marR="9525" marT="9525" marB="0" anchor="ctr">
                    <a:lnL w="6350" cap="flat" cmpd="sng" algn="ctr">
                      <a:solidFill>
                        <a:schemeClr val="tx1"/>
                      </a:solidFill>
                      <a:prstDash val="solid"/>
                      <a:round/>
                      <a:headEnd type="none" w="med" len="med"/>
                      <a:tailEnd type="none" w="med" len="med"/>
                    </a:lnL>
                    <a:lnR>
                      <a:noFill/>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71</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bl>
          </a:graphicData>
        </a:graphic>
      </p:graphicFrame>
      <p:sp>
        <p:nvSpPr>
          <p:cNvPr id="7"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研究经费决算情况</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一、项目概要</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二、阶段任务完成情况</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cs typeface="+mn-cs"/>
              </a:rPr>
              <a:t>三、取得的阶段成果及应用情况</a:t>
            </a:r>
            <a:endParaRPr kumimoji="0" lang="zh-CN" altLang="en-US" sz="3200" b="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四、经费管理及使用情况</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FF0000"/>
                </a:solidFill>
                <a:effectLst/>
                <a:uLnTx/>
                <a:uFillTx/>
                <a:latin typeface="方正大黑简体" panose="03000509000000000000" pitchFamily="65" charset="-122"/>
                <a:ea typeface="方正大黑简体" panose="03000509000000000000" pitchFamily="65" charset="-122"/>
                <a:cs typeface="+mn-cs"/>
              </a:rPr>
              <a:t>五、项目组织管理</a:t>
            </a:r>
            <a:endParaRPr kumimoji="0" lang="zh-CN" altLang="en-US" sz="3200" b="0" i="0" u="none" strike="noStrike" kern="1200" cap="none" spc="0" normalizeH="0" baseline="0" noProof="0" dirty="0">
              <a:ln>
                <a:noFill/>
              </a:ln>
              <a:solidFill>
                <a:srgbClr val="FF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六、存在问题、解决措施及建议</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七、下步工作安排 </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27013" y="854069"/>
            <a:ext cx="10644187" cy="418191"/>
          </a:xfrm>
          <a:prstGeom prst="rect">
            <a:avLst/>
          </a:prstGeom>
          <a:noFill/>
        </p:spPr>
        <p:txBody>
          <a:bodyPr wrap="square">
            <a:spAutoFit/>
          </a:bodyPr>
          <a:lstStyle/>
          <a:p>
            <a:pPr marL="342900" indent="-342900">
              <a:lnSpc>
                <a:spcPct val="150000"/>
              </a:lnSpc>
              <a:buClr>
                <a:srgbClr val="FF0000"/>
              </a:buClr>
              <a:buFont typeface="Wingdings" panose="05000000000000000000" pitchFamily="2" charset="2"/>
              <a:buChar char="l"/>
              <a:defRPr/>
            </a:pPr>
            <a:r>
              <a:rPr lang="zh-CN" altLang="en-US" sz="1600" dirty="0">
                <a:solidFill>
                  <a:prstClr val="black"/>
                </a:solidFill>
                <a:latin typeface="微软雅黑" panose="020B0503020204020204" pitchFamily="34" charset="-122"/>
                <a:ea typeface="微软雅黑" panose="020B0503020204020204" pitchFamily="34" charset="-122"/>
              </a:rPr>
              <a:t>主要研究人员：周福建教授牵头组织，多位老师、博士深度参与</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6" name="表格 2"/>
          <p:cNvGraphicFramePr>
            <a:graphicFrameLocks noGrp="1"/>
          </p:cNvGraphicFramePr>
          <p:nvPr/>
        </p:nvGraphicFramePr>
        <p:xfrm>
          <a:off x="216473" y="1393368"/>
          <a:ext cx="11759053" cy="4908820"/>
        </p:xfrm>
        <a:graphic>
          <a:graphicData uri="http://schemas.openxmlformats.org/drawingml/2006/table">
            <a:tbl>
              <a:tblPr firstRow="1" bandRow="1">
                <a:tableStyleId>{5C22544A-7EE6-4342-B048-85BDC9FD1C3A}</a:tableStyleId>
              </a:tblPr>
              <a:tblGrid>
                <a:gridCol w="1362411"/>
                <a:gridCol w="1330565"/>
                <a:gridCol w="851716"/>
                <a:gridCol w="1295400"/>
                <a:gridCol w="1249680"/>
                <a:gridCol w="1264920"/>
                <a:gridCol w="2438400"/>
                <a:gridCol w="1965961"/>
              </a:tblGrid>
              <a:tr h="490882">
                <a:tc>
                  <a:txBody>
                    <a:bodyPr/>
                    <a:lstStyle/>
                    <a:p>
                      <a:pPr algn="ctr">
                        <a:spcAft>
                          <a:spcPts val="0"/>
                        </a:spcAft>
                      </a:pPr>
                      <a:r>
                        <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职务</a:t>
                      </a:r>
                      <a:endPar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姓 名</a:t>
                      </a:r>
                      <a:endPar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性别</a:t>
                      </a:r>
                      <a:endPar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年龄</a:t>
                      </a:r>
                      <a:endPar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学历</a:t>
                      </a:r>
                      <a:endPar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职称</a:t>
                      </a:r>
                      <a:endPar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专业特长</a:t>
                      </a:r>
                      <a:endPar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altLang="en-US"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项目参与时间</a:t>
                      </a:r>
                      <a:endParaRPr lang="zh-CN" sz="1400" b="1" kern="100" baseline="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r>
              <a:tr h="490882">
                <a:tc>
                  <a:txBody>
                    <a:bodyPr/>
                    <a:lstStyle/>
                    <a:p>
                      <a:pPr algn="ctr">
                        <a:spcAft>
                          <a:spcPts val="0"/>
                        </a:spcAft>
                      </a:pP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项目</a:t>
                      </a: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长</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周福建</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58</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博士</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教授</a:t>
                      </a:r>
                      <a:r>
                        <a:rPr 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博导</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储层保护改造</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2024.06-2025.12</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90882">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副</a:t>
                      </a:r>
                      <a:r>
                        <a:rPr lang="zh-CN" alt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项目</a:t>
                      </a: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长</a:t>
                      </a:r>
                      <a:endParaRPr lang="zh-CN" alt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胡晓东</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34</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博士</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副</a:t>
                      </a: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研究员</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压裂诊断</a:t>
                      </a:r>
                      <a:r>
                        <a:rPr 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储层改造</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2024.06-2025.12</a:t>
                      </a:r>
                      <a:endParaRPr kumimoji="0" lang="zh-CN"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90882">
                <a:tc rowSpan="7">
                  <a:txBody>
                    <a:bodyPr/>
                    <a:lstStyle/>
                    <a:p>
                      <a:pPr algn="ct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主要研究人员</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vert="eaVert"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董恩佳</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spcAft>
                          <a:spcPts val="0"/>
                        </a:spcAft>
                      </a:pPr>
                      <a:r>
                        <a:rPr lang="en-US" sz="1400" b="0" kern="100" baseline="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rPr>
                        <a:t> 26</a:t>
                      </a:r>
                      <a:endParaRPr lang="zh-CN" altLang="en-US" sz="1400" b="0" kern="100" baseline="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博士</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储层改造</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2024.06-2025.12</a:t>
                      </a:r>
                      <a:endParaRPr kumimoji="0" lang="zh-CN"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90882">
                <a:tc vMerge="1">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周乾龙</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spcAft>
                          <a:spcPts val="0"/>
                        </a:spcAft>
                      </a:pPr>
                      <a:r>
                        <a:rPr lang="en-US" altLang="zh-CN" sz="1400" b="0" kern="100" baseline="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rPr>
                        <a:t> 25</a:t>
                      </a:r>
                      <a:endParaRPr lang="zh-CN" altLang="en-US" sz="1400" b="0" kern="100" baseline="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博士</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储层改造</a:t>
                      </a:r>
                      <a:endParaRPr lang="zh-CN" alt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2024.06-2025.12</a:t>
                      </a:r>
                      <a:endParaRPr kumimoji="0" lang="zh-CN"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90882">
                <a:tc vMerge="1">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闻吉鹏</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spcAft>
                          <a:spcPts val="0"/>
                        </a:spcAft>
                      </a:pPr>
                      <a:r>
                        <a:rPr lang="en-US" altLang="zh-CN" sz="1400" b="0" kern="100" baseline="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rPr>
                        <a:t>24</a:t>
                      </a:r>
                      <a:endParaRPr lang="zh-CN" altLang="en-US" sz="1400" b="0" kern="100" baseline="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博士</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压裂诊断</a:t>
                      </a:r>
                      <a:endParaRPr lang="zh-CN" alt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2024.06-2025.12</a:t>
                      </a:r>
                      <a:endParaRPr kumimoji="0" lang="zh-CN"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90882">
                <a:tc vMerge="1">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熊壮</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24</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硕士</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400" b="0" i="0" u="none" strike="noStrike" kern="1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储层改造</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2024.06-2025.12</a:t>
                      </a:r>
                      <a:endParaRPr kumimoji="0" lang="zh-CN"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90882">
                <a:tc vMerge="1">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赖文俊</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23</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硕士</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400" b="0" i="0" u="none" strike="noStrike" kern="1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压裂诊断</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2024.06-2025.12</a:t>
                      </a:r>
                      <a:endParaRPr kumimoji="0" lang="zh-CN"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90882">
                <a:tc vMerge="1">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邓宇通</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23</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硕士</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400" b="0" i="0" u="none" strike="noStrike" kern="1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压裂诊断</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2024.06-2025.12</a:t>
                      </a:r>
                      <a:endParaRPr kumimoji="0" lang="zh-CN"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90882">
                <a:tc vMerge="1">
                  <a:tcPr vert="eaVert"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张铭志</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23</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硕士</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400" b="0" i="0" u="none" strike="noStrike" kern="1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压裂诊断</a:t>
                      </a:r>
                      <a:endParaRPr lang="zh-CN" sz="14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2024.06-2025.12</a:t>
                      </a:r>
                      <a:endParaRPr kumimoji="0" lang="zh-CN"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bl>
          </a:graphicData>
        </a:graphic>
      </p:graphicFrame>
      <p:sp>
        <p:nvSpPr>
          <p:cNvPr id="7"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r>
              <a:rPr lang="zh-CN" altLang="en-US" sz="2400" b="1" kern="0" dirty="0">
                <a:solidFill>
                  <a:srgbClr val="FF0000"/>
                </a:solidFill>
                <a:latin typeface="微软雅黑" panose="020B0503020204020204" pitchFamily="34" charset="-122"/>
                <a:ea typeface="微软雅黑" panose="020B0503020204020204" pitchFamily="34" charset="-122"/>
              </a:rPr>
              <a:t>、项目运行管理</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stretch>
            <a:fillRect/>
          </a:stretch>
        </p:blipFill>
        <p:spPr>
          <a:xfrm>
            <a:off x="5554266" y="1576933"/>
            <a:ext cx="2111048" cy="2873828"/>
          </a:xfrm>
          <a:prstGeom prst="rect">
            <a:avLst/>
          </a:prstGeom>
        </p:spPr>
      </p:pic>
      <p:sp>
        <p:nvSpPr>
          <p:cNvPr id="25" name="文本框 24"/>
          <p:cNvSpPr txBox="1"/>
          <p:nvPr/>
        </p:nvSpPr>
        <p:spPr>
          <a:xfrm>
            <a:off x="227013" y="899811"/>
            <a:ext cx="11844337" cy="372025"/>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为保证项目推进，团队配合页岩气研究院组织多次项目阶段检查和对接，并按月提交月报，实时把控项目进度</a:t>
            </a:r>
            <a:endParaRPr lang="zh-CN" altLang="en-US"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2"/>
          <a:stretch>
            <a:fillRect/>
          </a:stretch>
        </p:blipFill>
        <p:spPr>
          <a:xfrm>
            <a:off x="207986" y="1576312"/>
            <a:ext cx="5144230" cy="3358547"/>
          </a:xfrm>
          <a:prstGeom prst="rect">
            <a:avLst/>
          </a:prstGeom>
        </p:spPr>
      </p:pic>
      <p:pic>
        <p:nvPicPr>
          <p:cNvPr id="6" name="图片 5"/>
          <p:cNvPicPr>
            <a:picLocks noChangeAspect="1"/>
          </p:cNvPicPr>
          <p:nvPr/>
        </p:nvPicPr>
        <p:blipFill>
          <a:blip r:embed="rId3"/>
          <a:stretch>
            <a:fillRect/>
          </a:stretch>
        </p:blipFill>
        <p:spPr>
          <a:xfrm>
            <a:off x="10043886" y="1605963"/>
            <a:ext cx="1843314" cy="2647531"/>
          </a:xfrm>
          <a:prstGeom prst="rect">
            <a:avLst/>
          </a:prstGeom>
        </p:spPr>
      </p:pic>
      <p:pic>
        <p:nvPicPr>
          <p:cNvPr id="8" name="图片 7"/>
          <p:cNvPicPr>
            <a:picLocks noChangeAspect="1"/>
          </p:cNvPicPr>
          <p:nvPr/>
        </p:nvPicPr>
        <p:blipFill>
          <a:blip r:embed="rId4"/>
          <a:stretch>
            <a:fillRect/>
          </a:stretch>
        </p:blipFill>
        <p:spPr>
          <a:xfrm>
            <a:off x="7826887" y="1605963"/>
            <a:ext cx="2014949" cy="2757714"/>
          </a:xfrm>
          <a:prstGeom prst="rect">
            <a:avLst/>
          </a:prstGeom>
        </p:spPr>
      </p:pic>
      <p:pic>
        <p:nvPicPr>
          <p:cNvPr id="4" name="图片 3"/>
          <p:cNvPicPr>
            <a:picLocks noChangeAspect="1"/>
          </p:cNvPicPr>
          <p:nvPr/>
        </p:nvPicPr>
        <p:blipFill>
          <a:blip r:embed="rId5"/>
          <a:stretch>
            <a:fillRect/>
          </a:stretch>
        </p:blipFill>
        <p:spPr>
          <a:xfrm>
            <a:off x="6523908" y="3288967"/>
            <a:ext cx="2084152" cy="2816422"/>
          </a:xfrm>
          <a:prstGeom prst="rect">
            <a:avLst/>
          </a:prstGeom>
        </p:spPr>
      </p:pic>
      <p:pic>
        <p:nvPicPr>
          <p:cNvPr id="15" name="图片 14"/>
          <p:cNvPicPr>
            <a:picLocks noChangeAspect="1"/>
          </p:cNvPicPr>
          <p:nvPr/>
        </p:nvPicPr>
        <p:blipFill>
          <a:blip r:embed="rId6"/>
          <a:stretch>
            <a:fillRect/>
          </a:stretch>
        </p:blipFill>
        <p:spPr>
          <a:xfrm>
            <a:off x="8766629" y="3107736"/>
            <a:ext cx="2193492" cy="2975966"/>
          </a:xfrm>
          <a:prstGeom prst="rect">
            <a:avLst/>
          </a:prstGeom>
        </p:spPr>
      </p:pic>
      <p:sp>
        <p:nvSpPr>
          <p:cNvPr id="10" name="TextBox 2"/>
          <p:cNvSpPr txBox="1"/>
          <p:nvPr/>
        </p:nvSpPr>
        <p:spPr>
          <a:xfrm>
            <a:off x="7989360" y="5231161"/>
            <a:ext cx="1646311" cy="307777"/>
          </a:xfrm>
          <a:prstGeom prst="rect">
            <a:avLst/>
          </a:prstGeom>
          <a:solidFill>
            <a:srgbClr val="FFFF00"/>
          </a:solidFill>
          <a:ln w="9525">
            <a:noFill/>
          </a:ln>
        </p:spPr>
        <p:txBody>
          <a:bodyPr wrap="square">
            <a:spAutoFit/>
          </a:bodyPr>
          <a:lstStyle/>
          <a:p>
            <a:pPr algn="ctr">
              <a:spcBef>
                <a:spcPct val="50000"/>
              </a:spcBef>
              <a:buClr>
                <a:srgbClr val="FF0000"/>
              </a:buClr>
            </a:pPr>
            <a:r>
              <a:rPr lang="zh-CN" altLang="en-US" sz="1400" b="1" dirty="0">
                <a:solidFill>
                  <a:srgbClr val="FF0000"/>
                </a:solidFill>
                <a:latin typeface="方正粗黑宋简体" panose="02000000000000000000" pitchFamily="2" charset="-122"/>
                <a:ea typeface="方正大黑简体" panose="03000509000000000000" pitchFamily="65" charset="-122"/>
              </a:rPr>
              <a:t>定期月报</a:t>
            </a:r>
            <a:endParaRPr lang="zh-CN" altLang="en-US" sz="1400" b="1" dirty="0">
              <a:solidFill>
                <a:srgbClr val="FF0000"/>
              </a:solidFill>
              <a:latin typeface="方正粗黑宋简体" panose="02000000000000000000" pitchFamily="2" charset="-122"/>
              <a:ea typeface="方正大黑简体" panose="03000509000000000000" pitchFamily="65" charset="-122"/>
            </a:endParaRPr>
          </a:p>
        </p:txBody>
      </p:sp>
      <p:sp>
        <p:nvSpPr>
          <p:cNvPr id="24" name="TextBox 2"/>
          <p:cNvSpPr txBox="1"/>
          <p:nvPr/>
        </p:nvSpPr>
        <p:spPr>
          <a:xfrm>
            <a:off x="1585924" y="5231160"/>
            <a:ext cx="2388354" cy="307777"/>
          </a:xfrm>
          <a:prstGeom prst="rect">
            <a:avLst/>
          </a:prstGeom>
          <a:solidFill>
            <a:srgbClr val="FFFF00"/>
          </a:solidFill>
          <a:ln w="9525">
            <a:noFill/>
          </a:ln>
        </p:spPr>
        <p:txBody>
          <a:bodyPr wrap="square">
            <a:spAutoFit/>
          </a:bodyPr>
          <a:lstStyle/>
          <a:p>
            <a:pPr algn="ctr">
              <a:spcBef>
                <a:spcPct val="50000"/>
              </a:spcBef>
              <a:buClr>
                <a:srgbClr val="FF0000"/>
              </a:buClr>
            </a:pPr>
            <a:r>
              <a:rPr lang="en-US" altLang="zh-CN" sz="1400" b="1" dirty="0">
                <a:solidFill>
                  <a:srgbClr val="FF0000"/>
                </a:solidFill>
                <a:latin typeface="方正粗黑宋简体" panose="02000000000000000000" pitchFamily="2" charset="-122"/>
                <a:ea typeface="方正大黑简体" panose="03000509000000000000" pitchFamily="65" charset="-122"/>
              </a:rPr>
              <a:t>2024.9.10</a:t>
            </a:r>
            <a:r>
              <a:rPr lang="zh-CN" altLang="en-US" sz="1400" b="1" dirty="0">
                <a:solidFill>
                  <a:srgbClr val="FF0000"/>
                </a:solidFill>
                <a:latin typeface="方正粗黑宋简体" panose="02000000000000000000" pitchFamily="2" charset="-122"/>
                <a:ea typeface="方正大黑简体" panose="03000509000000000000" pitchFamily="65" charset="-122"/>
              </a:rPr>
              <a:t>阶段汇报交流</a:t>
            </a:r>
            <a:endParaRPr lang="zh-CN" altLang="en-US" sz="1400" b="1" dirty="0">
              <a:solidFill>
                <a:srgbClr val="FF0000"/>
              </a:solidFill>
              <a:latin typeface="方正粗黑宋简体" panose="02000000000000000000" pitchFamily="2" charset="-122"/>
              <a:ea typeface="方正大黑简体" panose="03000509000000000000" pitchFamily="65" charset="-122"/>
            </a:endParaRPr>
          </a:p>
        </p:txBody>
      </p:sp>
      <p:sp>
        <p:nvSpPr>
          <p:cNvPr id="14"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r>
              <a:rPr lang="zh-CN" altLang="en-US" sz="2400" b="1" kern="0" dirty="0">
                <a:solidFill>
                  <a:srgbClr val="FF0000"/>
                </a:solidFill>
                <a:latin typeface="微软雅黑" panose="020B0503020204020204" pitchFamily="34" charset="-122"/>
                <a:ea typeface="微软雅黑" panose="020B0503020204020204" pitchFamily="34" charset="-122"/>
              </a:rPr>
              <a:t>、项目运行管理</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8"/>
          <p:cNvSpPr>
            <a:spLocks noChangeArrowheads="1"/>
          </p:cNvSpPr>
          <p:nvPr/>
        </p:nvSpPr>
        <p:spPr bwMode="auto">
          <a:xfrm>
            <a:off x="227013" y="2688563"/>
            <a:ext cx="11666537" cy="58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a:lnSpc>
                <a:spcPct val="150000"/>
              </a:lnSpc>
              <a:buClr>
                <a:srgbClr val="FF0000"/>
              </a:buClr>
              <a:buFont typeface="Wingdings" panose="05000000000000000000" pitchFamily="2" charset="2"/>
              <a:buChar char="Ø"/>
            </a:pPr>
            <a:endParaRPr lang="zh-CN" altLang="en-US" sz="2400" dirty="0">
              <a:solidFill>
                <a:srgbClr val="FF0000"/>
              </a:solidFill>
              <a:latin typeface="Times New Roman" panose="02020603050405020304" pitchFamily="18" charset="0"/>
              <a:ea typeface="方正大黑简体" panose="03000509000000000000" pitchFamily="65" charset="-122"/>
              <a:cs typeface="Times New Roman" panose="02020603050405020304" pitchFamily="18" charset="0"/>
            </a:endParaRPr>
          </a:p>
        </p:txBody>
      </p:sp>
      <p:sp>
        <p:nvSpPr>
          <p:cNvPr id="16" name="矩形 5"/>
          <p:cNvSpPr>
            <a:spLocks noChangeArrowheads="1"/>
          </p:cNvSpPr>
          <p:nvPr/>
        </p:nvSpPr>
        <p:spPr bwMode="auto">
          <a:xfrm>
            <a:off x="551674" y="1597182"/>
            <a:ext cx="11413033" cy="775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defTabSz="457200">
              <a:defRPr>
                <a:solidFill>
                  <a:schemeClr val="tx1"/>
                </a:solidFill>
                <a:latin typeface="Arial" panose="020B0604020202020204" pitchFamily="34" charset="0"/>
                <a:ea typeface="宋体" panose="02010600030101010101" pitchFamily="2" charset="-122"/>
              </a:defRPr>
            </a:lvl1pPr>
            <a:lvl2pPr marL="742950" indent="-285750" defTabSz="457200">
              <a:defRPr>
                <a:solidFill>
                  <a:schemeClr val="tx1"/>
                </a:solidFill>
                <a:latin typeface="Arial" panose="020B0604020202020204" pitchFamily="34" charset="0"/>
                <a:ea typeface="宋体" panose="02010600030101010101" pitchFamily="2" charset="-122"/>
              </a:defRPr>
            </a:lvl2pPr>
            <a:lvl3pPr marL="1143000" indent="-228600" defTabSz="457200">
              <a:defRPr>
                <a:solidFill>
                  <a:schemeClr val="tx1"/>
                </a:solidFill>
                <a:latin typeface="Arial" panose="020B0604020202020204" pitchFamily="34" charset="0"/>
                <a:ea typeface="宋体" panose="02010600030101010101" pitchFamily="2" charset="-122"/>
              </a:defRPr>
            </a:lvl3pPr>
            <a:lvl4pPr marL="1600200" indent="-228600" defTabSz="457200">
              <a:defRPr>
                <a:solidFill>
                  <a:schemeClr val="tx1"/>
                </a:solidFill>
                <a:latin typeface="Arial" panose="020B0604020202020204" pitchFamily="34" charset="0"/>
                <a:ea typeface="宋体" panose="02010600030101010101" pitchFamily="2" charset="-122"/>
              </a:defRPr>
            </a:lvl4pPr>
            <a:lvl5pPr marL="2057400" indent="-228600" defTabSz="4572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457200" rtl="0" eaLnBrk="1" fontAlgn="auto" latinLnBrk="0" hangingPunct="1">
              <a:lnSpc>
                <a:spcPct val="200000"/>
              </a:lnSpc>
              <a:spcBef>
                <a:spcPts val="0"/>
              </a:spcBef>
              <a:spcAft>
                <a:spcPts val="0"/>
              </a:spcAft>
              <a:buClr>
                <a:srgbClr val="FF3399"/>
              </a:buClr>
              <a:buSzTx/>
              <a:buFontTx/>
              <a:buNone/>
              <a:defRPr/>
            </a:pPr>
            <a:r>
              <a:rPr kumimoji="1" lang="zh-CN" altLang="en-US" sz="1200" kern="0" dirty="0">
                <a:solidFill>
                  <a:prstClr val="black"/>
                </a:solidFill>
                <a:latin typeface="微软雅黑" panose="020B0503020204020204" pitchFamily="34" charset="-122"/>
                <a:ea typeface="微软雅黑" panose="020B0503020204020204" pitchFamily="34" charset="-122"/>
              </a:rPr>
              <a:t>项目涉及到室内加温实验，需对电子设备使用安全高度重视，保证室内电路安全，防止火灾，实验过程中可能出现高压管线泄漏、脱落，高温液体泄漏等安全隐患，提升涉及现场施工跟踪作业，施工过程可能出现停泵管线整改等安全隐患，编制了</a:t>
            </a:r>
            <a:r>
              <a:rPr kumimoji="1" lang="en-US" altLang="zh-CN" sz="1200" kern="0" dirty="0">
                <a:solidFill>
                  <a:prstClr val="black"/>
                </a:solidFill>
                <a:latin typeface="微软雅黑" panose="020B0503020204020204" pitchFamily="34" charset="-122"/>
                <a:ea typeface="微软雅黑" panose="020B0503020204020204" pitchFamily="34" charset="-122"/>
              </a:rPr>
              <a:t>HSE</a:t>
            </a:r>
            <a:r>
              <a:rPr kumimoji="1" lang="zh-CN" altLang="en-US" sz="1200" kern="0" dirty="0">
                <a:solidFill>
                  <a:prstClr val="black"/>
                </a:solidFill>
                <a:latin typeface="微软雅黑" panose="020B0503020204020204" pitchFamily="34" charset="-122"/>
                <a:ea typeface="微软雅黑" panose="020B0503020204020204" pitchFamily="34" charset="-122"/>
              </a:rPr>
              <a:t>管理预案，要求设备保养准备到位，责任落实到位。</a:t>
            </a:r>
            <a:endParaRPr kumimoji="1" lang="zh-CN" altLang="en-US" sz="1200" kern="0" dirty="0">
              <a:solidFill>
                <a:prstClr val="black"/>
              </a:solidFill>
              <a:latin typeface="微软雅黑" panose="020B0503020204020204" pitchFamily="34" charset="-122"/>
              <a:ea typeface="微软雅黑" panose="020B0503020204020204" pitchFamily="34" charset="-122"/>
            </a:endParaRPr>
          </a:p>
        </p:txBody>
      </p:sp>
      <p:sp>
        <p:nvSpPr>
          <p:cNvPr id="17" name="矩形 7"/>
          <p:cNvSpPr>
            <a:spLocks noChangeArrowheads="1"/>
          </p:cNvSpPr>
          <p:nvPr/>
        </p:nvSpPr>
        <p:spPr bwMode="auto">
          <a:xfrm>
            <a:off x="227013" y="1029330"/>
            <a:ext cx="6427515" cy="510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0" rIns="360000">
            <a:spAutoFit/>
          </a:bodyPr>
          <a:lstStyle>
            <a:lvl1pPr indent="-358775" defTabSz="457200">
              <a:defRPr>
                <a:solidFill>
                  <a:schemeClr val="tx1"/>
                </a:solidFill>
                <a:latin typeface="Arial" panose="020B0604020202020204" pitchFamily="34" charset="0"/>
                <a:ea typeface="宋体" panose="02010600030101010101" pitchFamily="2" charset="-122"/>
              </a:defRPr>
            </a:lvl1pPr>
            <a:lvl2pPr marL="742950" indent="-285750" defTabSz="457200">
              <a:defRPr>
                <a:solidFill>
                  <a:schemeClr val="tx1"/>
                </a:solidFill>
                <a:latin typeface="Arial" panose="020B0604020202020204" pitchFamily="34" charset="0"/>
                <a:ea typeface="宋体" panose="02010600030101010101" pitchFamily="2" charset="-122"/>
              </a:defRPr>
            </a:lvl2pPr>
            <a:lvl3pPr marL="1143000" indent="-228600" defTabSz="457200">
              <a:defRPr>
                <a:solidFill>
                  <a:schemeClr val="tx1"/>
                </a:solidFill>
                <a:latin typeface="Arial" panose="020B0604020202020204" pitchFamily="34" charset="0"/>
                <a:ea typeface="宋体" panose="02010600030101010101" pitchFamily="2" charset="-122"/>
              </a:defRPr>
            </a:lvl3pPr>
            <a:lvl4pPr marL="1600200" indent="-228600" defTabSz="457200">
              <a:defRPr>
                <a:solidFill>
                  <a:schemeClr val="tx1"/>
                </a:solidFill>
                <a:latin typeface="Arial" panose="020B0604020202020204" pitchFamily="34" charset="0"/>
                <a:ea typeface="宋体" panose="02010600030101010101" pitchFamily="2" charset="-122"/>
              </a:defRPr>
            </a:lvl4pPr>
            <a:lvl5pPr marL="2057400" indent="-228600" defTabSz="4572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358775" algn="l" defTabSz="457200" rtl="0" eaLnBrk="1" fontAlgn="auto" latinLnBrk="0" hangingPunct="1">
              <a:lnSpc>
                <a:spcPct val="200000"/>
              </a:lnSpc>
              <a:spcBef>
                <a:spcPts val="0"/>
              </a:spcBef>
              <a:spcAft>
                <a:spcPts val="0"/>
              </a:spcAft>
              <a:buClr>
                <a:srgbClr val="FF0000"/>
              </a:buClr>
              <a:buSzTx/>
              <a:buFont typeface="Wingdings" panose="05000000000000000000" pitchFamily="2" charset="2"/>
              <a:buChar char="l"/>
              <a:defRPr/>
            </a:pPr>
            <a:r>
              <a:rPr kumimoji="1" lang="en-US" altLang="zh-CN" sz="1600" kern="0" dirty="0">
                <a:solidFill>
                  <a:prstClr val="black"/>
                </a:solidFill>
                <a:latin typeface="微软雅黑" panose="020B0503020204020204" pitchFamily="34" charset="-122"/>
                <a:ea typeface="微软雅黑" panose="020B0503020204020204" pitchFamily="34" charset="-122"/>
              </a:rPr>
              <a:t>HSE</a:t>
            </a:r>
            <a:r>
              <a:rPr kumimoji="1" lang="zh-CN" altLang="en-US" sz="1600" kern="0" dirty="0">
                <a:solidFill>
                  <a:prstClr val="black"/>
                </a:solidFill>
                <a:latin typeface="微软雅黑" panose="020B0503020204020204" pitchFamily="34" charset="-122"/>
                <a:ea typeface="微软雅黑" panose="020B0503020204020204" pitchFamily="34" charset="-122"/>
              </a:rPr>
              <a:t>风险识别</a:t>
            </a:r>
            <a:endParaRPr kumimoji="1" lang="zh-CN" altLang="en-US" sz="1600" kern="0" dirty="0">
              <a:solidFill>
                <a:prstClr val="black"/>
              </a:solidFill>
              <a:latin typeface="微软雅黑" panose="020B0503020204020204" pitchFamily="34" charset="-122"/>
              <a:ea typeface="微软雅黑" panose="020B0503020204020204" pitchFamily="34" charset="-122"/>
            </a:endParaRPr>
          </a:p>
        </p:txBody>
      </p:sp>
      <p:sp>
        <p:nvSpPr>
          <p:cNvPr id="18" name="矩形 8"/>
          <p:cNvSpPr>
            <a:spLocks noChangeArrowheads="1"/>
          </p:cNvSpPr>
          <p:nvPr/>
        </p:nvSpPr>
        <p:spPr bwMode="auto">
          <a:xfrm>
            <a:off x="227012" y="3053627"/>
            <a:ext cx="6427515" cy="510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0" rIns="360000">
            <a:spAutoFit/>
          </a:bodyPr>
          <a:lstStyle>
            <a:lvl1pPr indent="-358775" defTabSz="457200">
              <a:defRPr>
                <a:solidFill>
                  <a:schemeClr val="tx1"/>
                </a:solidFill>
                <a:latin typeface="Arial" panose="020B0604020202020204" pitchFamily="34" charset="0"/>
                <a:ea typeface="宋体" panose="02010600030101010101" pitchFamily="2" charset="-122"/>
              </a:defRPr>
            </a:lvl1pPr>
            <a:lvl2pPr marL="742950" indent="-285750" defTabSz="457200">
              <a:defRPr>
                <a:solidFill>
                  <a:schemeClr val="tx1"/>
                </a:solidFill>
                <a:latin typeface="Arial" panose="020B0604020202020204" pitchFamily="34" charset="0"/>
                <a:ea typeface="宋体" panose="02010600030101010101" pitchFamily="2" charset="-122"/>
              </a:defRPr>
            </a:lvl2pPr>
            <a:lvl3pPr marL="1143000" indent="-228600" defTabSz="457200">
              <a:defRPr>
                <a:solidFill>
                  <a:schemeClr val="tx1"/>
                </a:solidFill>
                <a:latin typeface="Arial" panose="020B0604020202020204" pitchFamily="34" charset="0"/>
                <a:ea typeface="宋体" panose="02010600030101010101" pitchFamily="2" charset="-122"/>
              </a:defRPr>
            </a:lvl3pPr>
            <a:lvl4pPr marL="1600200" indent="-228600" defTabSz="457200">
              <a:defRPr>
                <a:solidFill>
                  <a:schemeClr val="tx1"/>
                </a:solidFill>
                <a:latin typeface="Arial" panose="020B0604020202020204" pitchFamily="34" charset="0"/>
                <a:ea typeface="宋体" panose="02010600030101010101" pitchFamily="2" charset="-122"/>
              </a:defRPr>
            </a:lvl4pPr>
            <a:lvl5pPr marL="2057400" indent="-228600" defTabSz="4572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358775" algn="l" defTabSz="457200" rtl="0" eaLnBrk="1" fontAlgn="auto" latinLnBrk="0" hangingPunct="1">
              <a:lnSpc>
                <a:spcPct val="200000"/>
              </a:lnSpc>
              <a:spcBef>
                <a:spcPts val="0"/>
              </a:spcBef>
              <a:spcAft>
                <a:spcPts val="0"/>
              </a:spcAft>
              <a:buClr>
                <a:srgbClr val="FF0000"/>
              </a:buClr>
              <a:buSzTx/>
              <a:buFont typeface="Wingdings" panose="05000000000000000000" pitchFamily="2" charset="2"/>
              <a:buChar char="l"/>
              <a:defRPr/>
            </a:pPr>
            <a:r>
              <a:rPr kumimoji="1" lang="zh-CN" altLang="en-US" sz="1600" kern="0" dirty="0">
                <a:solidFill>
                  <a:prstClr val="black"/>
                </a:solidFill>
                <a:latin typeface="微软雅黑" panose="020B0503020204020204" pitchFamily="34" charset="-122"/>
                <a:ea typeface="微软雅黑" panose="020B0503020204020204" pitchFamily="34" charset="-122"/>
              </a:rPr>
              <a:t>应对措施预案</a:t>
            </a:r>
            <a:endParaRPr kumimoji="1" lang="zh-CN" altLang="en-US" sz="1600" kern="0" dirty="0">
              <a:solidFill>
                <a:prstClr val="black"/>
              </a:solidFill>
              <a:latin typeface="微软雅黑" panose="020B0503020204020204" pitchFamily="34" charset="-122"/>
              <a:ea typeface="微软雅黑" panose="020B0503020204020204" pitchFamily="34" charset="-122"/>
            </a:endParaRPr>
          </a:p>
        </p:txBody>
      </p:sp>
      <p:sp>
        <p:nvSpPr>
          <p:cNvPr id="19" name="矩形 9"/>
          <p:cNvSpPr>
            <a:spLocks noChangeArrowheads="1"/>
          </p:cNvSpPr>
          <p:nvPr/>
        </p:nvSpPr>
        <p:spPr bwMode="auto">
          <a:xfrm>
            <a:off x="551674" y="3746539"/>
            <a:ext cx="10232529" cy="775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defTabSz="457200">
              <a:defRPr>
                <a:solidFill>
                  <a:schemeClr val="tx1"/>
                </a:solidFill>
                <a:latin typeface="Arial" panose="020B0604020202020204" pitchFamily="34" charset="0"/>
                <a:ea typeface="宋体" panose="02010600030101010101" pitchFamily="2" charset="-122"/>
              </a:defRPr>
            </a:lvl1pPr>
            <a:lvl2pPr marL="742950" indent="-285750" defTabSz="457200">
              <a:defRPr>
                <a:solidFill>
                  <a:schemeClr val="tx1"/>
                </a:solidFill>
                <a:latin typeface="Arial" panose="020B0604020202020204" pitchFamily="34" charset="0"/>
                <a:ea typeface="宋体" panose="02010600030101010101" pitchFamily="2" charset="-122"/>
              </a:defRPr>
            </a:lvl2pPr>
            <a:lvl3pPr marL="1143000" indent="-228600" defTabSz="457200">
              <a:defRPr>
                <a:solidFill>
                  <a:schemeClr val="tx1"/>
                </a:solidFill>
                <a:latin typeface="Arial" panose="020B0604020202020204" pitchFamily="34" charset="0"/>
                <a:ea typeface="宋体" panose="02010600030101010101" pitchFamily="2" charset="-122"/>
              </a:defRPr>
            </a:lvl3pPr>
            <a:lvl4pPr marL="1600200" indent="-228600" defTabSz="457200">
              <a:defRPr>
                <a:solidFill>
                  <a:schemeClr val="tx1"/>
                </a:solidFill>
                <a:latin typeface="Arial" panose="020B0604020202020204" pitchFamily="34" charset="0"/>
                <a:ea typeface="宋体" panose="02010600030101010101" pitchFamily="2" charset="-122"/>
              </a:defRPr>
            </a:lvl4pPr>
            <a:lvl5pPr marL="2057400" indent="-228600" defTabSz="4572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457200" rtl="0" eaLnBrk="1" fontAlgn="auto" latinLnBrk="0" hangingPunct="1">
              <a:lnSpc>
                <a:spcPct val="200000"/>
              </a:lnSpc>
              <a:spcBef>
                <a:spcPts val="0"/>
              </a:spcBef>
              <a:spcAft>
                <a:spcPts val="0"/>
              </a:spcAft>
              <a:buClr>
                <a:srgbClr val="FF3399"/>
              </a:buClr>
              <a:buSzTx/>
              <a:buFontTx/>
              <a:buNone/>
              <a:defRPr/>
            </a:pPr>
            <a:r>
              <a:rPr kumimoji="1" lang="zh-CN" altLang="en-US" sz="1200" kern="0" dirty="0">
                <a:solidFill>
                  <a:prstClr val="black"/>
                </a:solidFill>
                <a:latin typeface="微软雅黑" panose="020B0503020204020204" pitchFamily="34" charset="-122"/>
                <a:ea typeface="微软雅黑" panose="020B0503020204020204" pitchFamily="34" charset="-122"/>
              </a:rPr>
              <a:t>项目应对措施预案涉及信息报告、现场作业应急处置程序、实验人员高温灼伤程序、人员触电应急处置程序、电器及其他火灾应急处置程序、碰伤</a:t>
            </a:r>
            <a:r>
              <a:rPr kumimoji="1" lang="en-US" altLang="zh-CN" sz="1200" kern="0" dirty="0">
                <a:solidFill>
                  <a:prstClr val="black"/>
                </a:solidFill>
                <a:latin typeface="微软雅黑" panose="020B0503020204020204" pitchFamily="34" charset="-122"/>
                <a:ea typeface="微软雅黑" panose="020B0503020204020204" pitchFamily="34" charset="-122"/>
              </a:rPr>
              <a:t>-</a:t>
            </a:r>
            <a:r>
              <a:rPr kumimoji="1" lang="zh-CN" altLang="en-US" sz="1200" kern="0" dirty="0">
                <a:solidFill>
                  <a:prstClr val="black"/>
                </a:solidFill>
                <a:latin typeface="微软雅黑" panose="020B0503020204020204" pitchFamily="34" charset="-122"/>
                <a:ea typeface="微软雅黑" panose="020B0503020204020204" pitchFamily="34" charset="-122"/>
              </a:rPr>
              <a:t>撞伤</a:t>
            </a:r>
            <a:r>
              <a:rPr kumimoji="1" lang="en-US" altLang="zh-CN" sz="1200" kern="0" dirty="0">
                <a:solidFill>
                  <a:prstClr val="black"/>
                </a:solidFill>
                <a:latin typeface="微软雅黑" panose="020B0503020204020204" pitchFamily="34" charset="-122"/>
                <a:ea typeface="微软雅黑" panose="020B0503020204020204" pitchFamily="34" charset="-122"/>
              </a:rPr>
              <a:t>-</a:t>
            </a:r>
            <a:r>
              <a:rPr kumimoji="1" lang="zh-CN" altLang="en-US" sz="1200" kern="0" dirty="0">
                <a:solidFill>
                  <a:prstClr val="black"/>
                </a:solidFill>
                <a:latin typeface="微软雅黑" panose="020B0503020204020204" pitchFamily="34" charset="-122"/>
                <a:ea typeface="微软雅黑" panose="020B0503020204020204" pitchFamily="34" charset="-122"/>
              </a:rPr>
              <a:t>砸伤</a:t>
            </a:r>
            <a:r>
              <a:rPr kumimoji="1" lang="en-US" altLang="zh-CN" sz="1200" kern="0" dirty="0">
                <a:solidFill>
                  <a:prstClr val="black"/>
                </a:solidFill>
                <a:latin typeface="微软雅黑" panose="020B0503020204020204" pitchFamily="34" charset="-122"/>
                <a:ea typeface="微软雅黑" panose="020B0503020204020204" pitchFamily="34" charset="-122"/>
              </a:rPr>
              <a:t>-</a:t>
            </a:r>
            <a:r>
              <a:rPr kumimoji="1" lang="zh-CN" altLang="en-US" sz="1200" kern="0" dirty="0">
                <a:solidFill>
                  <a:prstClr val="black"/>
                </a:solidFill>
                <a:latin typeface="微软雅黑" panose="020B0503020204020204" pitchFamily="34" charset="-122"/>
                <a:ea typeface="微软雅黑" panose="020B0503020204020204" pitchFamily="34" charset="-122"/>
              </a:rPr>
              <a:t>划伤</a:t>
            </a:r>
            <a:r>
              <a:rPr kumimoji="1" lang="en-US" altLang="zh-CN" sz="1200" kern="0" dirty="0">
                <a:solidFill>
                  <a:prstClr val="black"/>
                </a:solidFill>
                <a:latin typeface="微软雅黑" panose="020B0503020204020204" pitchFamily="34" charset="-122"/>
                <a:ea typeface="微软雅黑" panose="020B0503020204020204" pitchFamily="34" charset="-122"/>
              </a:rPr>
              <a:t>-</a:t>
            </a:r>
            <a:r>
              <a:rPr kumimoji="1" lang="zh-CN" altLang="en-US" sz="1200" kern="0" dirty="0">
                <a:solidFill>
                  <a:prstClr val="black"/>
                </a:solidFill>
                <a:latin typeface="微软雅黑" panose="020B0503020204020204" pitchFamily="34" charset="-122"/>
                <a:ea typeface="微软雅黑" panose="020B0503020204020204" pitchFamily="34" charset="-122"/>
              </a:rPr>
              <a:t>割伤</a:t>
            </a:r>
            <a:r>
              <a:rPr kumimoji="1" lang="en-US" altLang="zh-CN" sz="1200" kern="0" dirty="0">
                <a:solidFill>
                  <a:prstClr val="black"/>
                </a:solidFill>
                <a:latin typeface="微软雅黑" panose="020B0503020204020204" pitchFamily="34" charset="-122"/>
                <a:ea typeface="微软雅黑" panose="020B0503020204020204" pitchFamily="34" charset="-122"/>
              </a:rPr>
              <a:t>-</a:t>
            </a:r>
            <a:r>
              <a:rPr kumimoji="1" lang="zh-CN" altLang="en-US" sz="1200" kern="0" dirty="0">
                <a:solidFill>
                  <a:prstClr val="black"/>
                </a:solidFill>
                <a:latin typeface="微软雅黑" panose="020B0503020204020204" pitchFamily="34" charset="-122"/>
                <a:ea typeface="微软雅黑" panose="020B0503020204020204" pitchFamily="34" charset="-122"/>
              </a:rPr>
              <a:t>滑倒摔伤应急处置程序、上下班或出差途中发生交通事故应急处置程序和发生资料被盗或泄密事件应急处置程序等。</a:t>
            </a:r>
            <a:endParaRPr kumimoji="1" lang="zh-CN" altLang="en-US" sz="1200" kern="0" dirty="0">
              <a:solidFill>
                <a:prstClr val="black"/>
              </a:solidFill>
              <a:latin typeface="微软雅黑" panose="020B0503020204020204" pitchFamily="34" charset="-122"/>
              <a:ea typeface="微软雅黑" panose="020B0503020204020204" pitchFamily="34" charset="-122"/>
            </a:endParaRPr>
          </a:p>
        </p:txBody>
      </p:sp>
      <p:sp>
        <p:nvSpPr>
          <p:cNvPr id="9"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r>
              <a:rPr lang="zh-CN" altLang="en-US" sz="2400" b="1" kern="0" dirty="0">
                <a:solidFill>
                  <a:srgbClr val="FF0000"/>
                </a:solidFill>
                <a:latin typeface="微软雅黑" panose="020B0503020204020204" pitchFamily="34" charset="-122"/>
                <a:ea typeface="微软雅黑" panose="020B0503020204020204" pitchFamily="34" charset="-122"/>
              </a:rPr>
              <a:t>、</a:t>
            </a:r>
            <a:r>
              <a:rPr lang="en-US" altLang="zh-CN" sz="2400" b="1" kern="0" dirty="0">
                <a:solidFill>
                  <a:srgbClr val="FF0000"/>
                </a:solidFill>
                <a:latin typeface="微软雅黑" panose="020B0503020204020204" pitchFamily="34" charset="-122"/>
                <a:ea typeface="微软雅黑" panose="020B0503020204020204" pitchFamily="34" charset="-122"/>
              </a:rPr>
              <a:t>HSE</a:t>
            </a:r>
            <a:r>
              <a:rPr lang="zh-CN" altLang="en-US" sz="2400" b="1" kern="0" dirty="0">
                <a:solidFill>
                  <a:srgbClr val="FF0000"/>
                </a:solidFill>
                <a:latin typeface="微软雅黑" panose="020B0503020204020204" pitchFamily="34" charset="-122"/>
                <a:ea typeface="微软雅黑" panose="020B0503020204020204" pitchFamily="34" charset="-122"/>
              </a:rPr>
              <a:t>管理</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一、项目概要</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二、阶段任务完成情况</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三、取得的阶段成果及应用情况</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四、经费管理及使用情况</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cs typeface="+mn-cs"/>
              </a:rPr>
              <a:t>五、项目组织管理</a:t>
            </a:r>
            <a:endParaRPr kumimoji="0" lang="zh-CN" altLang="en-US" sz="3200" b="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FF0000"/>
                </a:solidFill>
                <a:effectLst/>
                <a:uLnTx/>
                <a:uFillTx/>
                <a:latin typeface="方正大黑简体" panose="03000509000000000000" pitchFamily="65" charset="-122"/>
                <a:ea typeface="方正大黑简体" panose="03000509000000000000" pitchFamily="65" charset="-122"/>
                <a:cs typeface="+mn-cs"/>
              </a:rPr>
              <a:t>六、存在问题、解决措施及建议</a:t>
            </a:r>
            <a:endParaRPr kumimoji="0" lang="zh-CN" altLang="en-US" sz="3200" b="0" i="0" u="none" strike="noStrike" kern="1200" cap="none" spc="0" normalizeH="0" baseline="0" noProof="0" dirty="0">
              <a:ln>
                <a:noFill/>
              </a:ln>
              <a:solidFill>
                <a:srgbClr val="FF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七、下步工作安排 </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存在问题、解决措施及建议</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6" name="TextBox 2"/>
          <p:cNvSpPr txBox="1">
            <a:spLocks noChangeArrowheads="1"/>
          </p:cNvSpPr>
          <p:nvPr/>
        </p:nvSpPr>
        <p:spPr bwMode="auto">
          <a:xfrm>
            <a:off x="312251" y="867450"/>
            <a:ext cx="11724173" cy="861758"/>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fontAlgn="base">
              <a:spcBef>
                <a:spcPts val="600"/>
              </a:spcBef>
              <a:spcAft>
                <a:spcPts val="600"/>
              </a:spcAft>
              <a:buFont typeface="Wingdings" panose="05000000000000000000" pitchFamily="2" charset="2"/>
              <a:buChar char="l"/>
              <a:defRPr/>
            </a:pPr>
            <a:r>
              <a:rPr kumimoji="1"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当前微地震解释数据为动画，需要逐帧截取，部分井段微地震数据、压裂施工参数、地质参数数据有缺失</a:t>
            </a:r>
            <a:endParaRPr kumimoji="1"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79705" marR="0" lvl="0" indent="-179705" algn="just" defTabSz="914400" rtl="0" eaLnBrk="1" fontAlgn="base" latinLnBrk="0" hangingPunct="0">
              <a:lnSpc>
                <a:spcPct val="100000"/>
              </a:lnSpc>
              <a:spcBef>
                <a:spcPts val="600"/>
              </a:spcBef>
              <a:spcAft>
                <a:spcPts val="600"/>
              </a:spcAft>
              <a:buSzTx/>
              <a:buFont typeface="Wingdings" panose="05000000000000000000" pitchFamily="2" charset="2"/>
              <a:buChar char="l"/>
              <a:defRPr/>
            </a:pPr>
            <a:r>
              <a:rPr kumimoji="1"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缺少产能数据</a:t>
            </a:r>
            <a:r>
              <a:rPr lang="zh-CN" altLang="en-US" sz="1600" kern="0" dirty="0">
                <a:solidFill>
                  <a:prstClr val="black"/>
                </a:solidFill>
              </a:rPr>
              <a:t>和</a:t>
            </a:r>
            <a:r>
              <a:rPr kumimoji="1"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产剖测试结果，模型精度需要进一步提升</a:t>
            </a:r>
            <a:endParaRPr kumimoji="1"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202441" y="831249"/>
            <a:ext cx="7669212" cy="5551805"/>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一、项目概要</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二、阶段任务完成情况</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三、取得的阶段成果及应用情况</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四、经费管理及使用情况</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五、项目组织管理</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rPr>
              <a:t>六、存在问题、解决措施及建议</a:t>
            </a:r>
            <a:endParaRPr kumimoji="0" lang="zh-CN" altLang="en-US" sz="3200" b="0" i="0" u="none" strike="noStrike" kern="1200" cap="none" spc="0" normalizeH="0" baseline="0" noProof="0" dirty="0">
              <a:ln>
                <a:noFill/>
              </a:ln>
              <a:solidFill>
                <a:srgbClr val="000000"/>
              </a:solidFill>
              <a:effectLst/>
              <a:uLnTx/>
              <a:uFillTx/>
              <a:latin typeface="方正大黑简体" panose="03000509000000000000" pitchFamily="65" charset="-122"/>
              <a:ea typeface="方正大黑简体" panose="03000509000000000000" pitchFamily="65" charset="-122"/>
              <a:cs typeface="+mn-cs"/>
            </a:endParaRPr>
          </a:p>
          <a:p>
            <a:pPr marL="0" marR="0" lvl="0" indent="0" algn="l" defTabSz="914400" rtl="0" eaLnBrk="1" fontAlgn="base" latinLnBrk="0" hangingPunct="1">
              <a:lnSpc>
                <a:spcPct val="150000"/>
              </a:lnSpc>
              <a:spcBef>
                <a:spcPct val="0"/>
              </a:spcBef>
              <a:spcAft>
                <a:spcPct val="0"/>
              </a:spcAft>
              <a:buClr>
                <a:srgbClr val="FF0000"/>
              </a:buClr>
              <a:buSzTx/>
              <a:buFontTx/>
              <a:buNone/>
              <a:defRPr/>
            </a:pPr>
            <a:r>
              <a:rPr kumimoji="0" lang="zh-CN" altLang="en-US" sz="3200" b="0" i="0" u="none" strike="noStrike" kern="1200" cap="none" spc="0" normalizeH="0" baseline="0" noProof="0" dirty="0">
                <a:ln>
                  <a:noFill/>
                </a:ln>
                <a:solidFill>
                  <a:srgbClr val="FF0000"/>
                </a:solidFill>
                <a:effectLst/>
                <a:uLnTx/>
                <a:uFillTx/>
                <a:latin typeface="方正大黑简体" panose="03000509000000000000" pitchFamily="65" charset="-122"/>
                <a:ea typeface="方正大黑简体" panose="03000509000000000000" pitchFamily="65" charset="-122"/>
                <a:cs typeface="+mn-cs"/>
              </a:rPr>
              <a:t>七、下步工作安排 </a:t>
            </a:r>
            <a:endParaRPr kumimoji="0" lang="zh-CN" altLang="en-US" sz="3200" b="0" i="0" u="none" strike="noStrike" kern="1200" cap="none" spc="0" normalizeH="0" baseline="0" noProof="0" dirty="0">
              <a:ln>
                <a:noFill/>
              </a:ln>
              <a:solidFill>
                <a:srgbClr val="FF0000"/>
              </a:solidFill>
              <a:effectLst/>
              <a:uLnTx/>
              <a:uFillTx/>
              <a:latin typeface="方正大黑简体" panose="03000509000000000000" pitchFamily="65" charset="-122"/>
              <a:ea typeface="方正大黑简体" panose="03000509000000000000" pitchFamily="65" charset="-122"/>
              <a:cs typeface="+mn-cs"/>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下步工作安排</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6" name="TextBox 2"/>
          <p:cNvSpPr txBox="1">
            <a:spLocks noChangeArrowheads="1"/>
          </p:cNvSpPr>
          <p:nvPr/>
        </p:nvSpPr>
        <p:spPr bwMode="auto">
          <a:xfrm>
            <a:off x="312251" y="867450"/>
            <a:ext cx="11724173" cy="1464616"/>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179705" marR="0" lvl="0" indent="-179705" algn="just" defTabSz="914400" rtl="0" eaLnBrk="1" fontAlgn="base" latinLnBrk="0" hangingPunct="0">
              <a:spcBef>
                <a:spcPts val="600"/>
              </a:spcBef>
              <a:spcAft>
                <a:spcPts val="600"/>
              </a:spcAft>
              <a:buSzTx/>
              <a:buFont typeface="Wingdings" panose="05000000000000000000" pitchFamily="2" charset="2"/>
              <a:buChar char="l"/>
              <a:defRPr/>
            </a:pPr>
            <a:r>
              <a:rPr kumimoji="1"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加快推进研究，开展针对不同区块典型井的裂缝参数反演工作，计算停泵时刻的裂缝几何参数</a:t>
            </a:r>
            <a:endParaRPr kumimoji="1"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79705" marR="0" lvl="0" indent="-179705" algn="just" defTabSz="914400" rtl="0" eaLnBrk="1" fontAlgn="base" latinLnBrk="0" hangingPunct="0">
              <a:spcBef>
                <a:spcPts val="600"/>
              </a:spcBef>
              <a:spcAft>
                <a:spcPts val="600"/>
              </a:spcAft>
              <a:buSzTx/>
              <a:buFont typeface="Wingdings" panose="05000000000000000000" pitchFamily="2" charset="2"/>
              <a:buChar char="l"/>
              <a:defRPr/>
            </a:pPr>
            <a:r>
              <a:rPr kumimoji="1"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对数据进行整合和标准化处理，建立包含地质</a:t>
            </a:r>
            <a:r>
              <a:rPr kumimoji="1"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1"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工程参数多源异构大数据库</a:t>
            </a:r>
            <a:endParaRPr kumimoji="1"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79705" marR="0" lvl="0" indent="-179705" algn="just" defTabSz="914400" rtl="0" eaLnBrk="1" fontAlgn="base" latinLnBrk="0" hangingPunct="0">
              <a:spcBef>
                <a:spcPts val="600"/>
              </a:spcBef>
              <a:spcAft>
                <a:spcPts val="600"/>
              </a:spcAft>
              <a:buSzTx/>
              <a:buFont typeface="Wingdings" panose="05000000000000000000" pitchFamily="2" charset="2"/>
              <a:buChar char="l"/>
              <a:defRPr/>
            </a:pPr>
            <a:r>
              <a:rPr kumimoji="1"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推进完成项目论文考核指标</a:t>
            </a:r>
            <a:endParaRPr kumimoji="1"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noChangeAspect="1"/>
          </p:cNvGrpSpPr>
          <p:nvPr/>
        </p:nvGrpSpPr>
        <p:grpSpPr>
          <a:xfrm>
            <a:off x="304540" y="1126192"/>
            <a:ext cx="11582920" cy="4423708"/>
            <a:chOff x="1487488" y="1786592"/>
            <a:chExt cx="9201151" cy="3514071"/>
          </a:xfrm>
        </p:grpSpPr>
        <p:sp>
          <p:nvSpPr>
            <p:cNvPr id="29" name="矩形 28"/>
            <p:cNvSpPr/>
            <p:nvPr/>
          </p:nvSpPr>
          <p:spPr>
            <a:xfrm>
              <a:off x="1524000" y="3284538"/>
              <a:ext cx="9144000" cy="1998662"/>
            </a:xfrm>
            <a:prstGeom prst="rect">
              <a:avLst/>
            </a:prstGeom>
            <a:gradFill flip="none" rotWithShape="1">
              <a:gsLst>
                <a:gs pos="0">
                  <a:srgbClr val="0070C0"/>
                </a:gs>
                <a:gs pos="100000">
                  <a:srgbClr val="002F8E"/>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charset="-122"/>
                <a:cs typeface="+mn-cs"/>
              </a:endParaRPr>
            </a:p>
          </p:txBody>
        </p:sp>
        <p:grpSp>
          <p:nvGrpSpPr>
            <p:cNvPr id="70659" name="组合 14"/>
            <p:cNvGrpSpPr/>
            <p:nvPr/>
          </p:nvGrpSpPr>
          <p:grpSpPr bwMode="auto">
            <a:xfrm>
              <a:off x="1487488" y="5256213"/>
              <a:ext cx="9201151" cy="44450"/>
              <a:chOff x="-36512" y="1081950"/>
              <a:chExt cx="9201237" cy="45719"/>
            </a:xfrm>
          </p:grpSpPr>
          <p:cxnSp>
            <p:nvCxnSpPr>
              <p:cNvPr id="33" name="直接连接符 32"/>
              <p:cNvCxnSpPr/>
              <p:nvPr/>
            </p:nvCxnSpPr>
            <p:spPr bwMode="auto">
              <a:xfrm>
                <a:off x="-36512" y="1124403"/>
                <a:ext cx="9180599" cy="0"/>
              </a:xfrm>
              <a:prstGeom prst="line">
                <a:avLst/>
              </a:prstGeom>
              <a:noFill/>
              <a:ln w="9525" cap="flat" cmpd="sng" algn="ctr">
                <a:solidFill>
                  <a:schemeClr val="bg1">
                    <a:lumMod val="50000"/>
                  </a:schemeClr>
                </a:solidFill>
                <a:prstDash val="solid"/>
                <a:miter lim="800000"/>
                <a:headEnd type="none" w="med" len="med"/>
                <a:tailEnd type="none" w="med" len="med"/>
              </a:ln>
              <a:effectLst/>
            </p:spPr>
          </p:cxnSp>
          <p:sp>
            <p:nvSpPr>
              <p:cNvPr id="34" name="矩形 33"/>
              <p:cNvSpPr/>
              <p:nvPr/>
            </p:nvSpPr>
            <p:spPr bwMode="auto">
              <a:xfrm>
                <a:off x="1" y="1081950"/>
                <a:ext cx="9164724" cy="45719"/>
              </a:xfrm>
              <a:prstGeom prst="rect">
                <a:avLst/>
              </a:prstGeom>
              <a:gradFill flip="none" rotWithShape="1">
                <a:gsLst>
                  <a:gs pos="0">
                    <a:schemeClr val="bg1">
                      <a:lumMod val="95000"/>
                    </a:schemeClr>
                  </a:gs>
                  <a:gs pos="55400">
                    <a:schemeClr val="bg1"/>
                  </a:gs>
                  <a:gs pos="100000">
                    <a:srgbClr val="FFFFCC">
                      <a:alpha val="0"/>
                    </a:srgbClr>
                  </a:gs>
                </a:gsLst>
                <a:lin ang="5400000" scaled="1"/>
                <a:tileRect/>
              </a:gradFill>
              <a:ln w="9525" cap="flat" cmpd="sng" algn="ctr">
                <a:noFill/>
                <a:prstDash val="solid"/>
                <a:round/>
                <a:headEnd type="none" w="med" len="med"/>
                <a:tailEnd type="none" w="med" len="med"/>
              </a:ln>
              <a:effectLst>
                <a:outerShdw blurRad="25400" dist="12700" dir="5400000" sx="101000" sy="101000" algn="t" rotWithShape="0">
                  <a:prstClr val="black">
                    <a:alpha val="40000"/>
                  </a:prstClr>
                </a:outer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Arial" panose="020B0604020202020204"/>
                  <a:ea typeface="黑体" panose="02010609060101010101" charset="-122"/>
                  <a:cs typeface="+mn-cs"/>
                </a:endParaRPr>
              </a:p>
            </p:txBody>
          </p:sp>
        </p:grpSp>
        <p:pic>
          <p:nvPicPr>
            <p:cNvPr id="22" name="Picture 2" descr="d:\My Documents\焦页12#平台.jpg"/>
            <p:cNvPicPr>
              <a:picLocks noChangeArrowheads="1"/>
            </p:cNvPicPr>
            <p:nvPr/>
          </p:nvPicPr>
          <p:blipFill>
            <a:blip r:embed="rId1" cstate="print"/>
            <a:srcRect t="6314" r="21319" b="8766"/>
            <a:stretch>
              <a:fillRect/>
            </a:stretch>
          </p:blipFill>
          <p:spPr bwMode="auto">
            <a:xfrm>
              <a:off x="6355370"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3" name="Picture 6" descr="D:\20150506总经办汇报材料\2014年美照\2014年美照\威201井.jpg"/>
            <p:cNvPicPr>
              <a:picLocks noChangeAspect="1" noChangeArrowheads="1"/>
            </p:cNvPicPr>
            <p:nvPr/>
          </p:nvPicPr>
          <p:blipFill>
            <a:blip r:embed="rId2" cstate="print"/>
            <a:srcRect/>
            <a:stretch>
              <a:fillRect/>
            </a:stretch>
          </p:blipFill>
          <p:spPr bwMode="auto">
            <a:xfrm>
              <a:off x="4828516" y="4166252"/>
              <a:ext cx="1008357"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4" name="Picture 2" descr="D:\20150506总经办汇报材料\2014年美照\2014年美照\40亿方净化厂一期投产.bmp"/>
            <p:cNvPicPr>
              <a:picLocks noChangeArrowheads="1"/>
            </p:cNvPicPr>
            <p:nvPr/>
          </p:nvPicPr>
          <p:blipFill>
            <a:blip r:embed="rId3" cstate="print"/>
            <a:srcRect/>
            <a:stretch>
              <a:fillRect/>
            </a:stretch>
          </p:blipFill>
          <p:spPr bwMode="auto">
            <a:xfrm>
              <a:off x="7881868"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5" name="Picture 3" descr="D:\20150506总经办汇报材料\2014年美照\2014年美照\2014.6.29 阿姆河项目B区处理厂全厂投运成功.bmp"/>
            <p:cNvPicPr>
              <a:picLocks noChangeArrowheads="1"/>
            </p:cNvPicPr>
            <p:nvPr/>
          </p:nvPicPr>
          <p:blipFill>
            <a:blip r:embed="rId4" cstate="print"/>
            <a:srcRect/>
            <a:stretch>
              <a:fillRect/>
            </a:stretch>
          </p:blipFill>
          <p:spPr bwMode="auto">
            <a:xfrm>
              <a:off x="1775519"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6" name="Picture 4" descr="D:\20150506总经办汇报材料\2014年美照\2014年美照\2014.6.30 中国石油阿姆河第二天然气处理厂成功投运.jpg"/>
            <p:cNvPicPr>
              <a:picLocks noChangeArrowheads="1"/>
            </p:cNvPicPr>
            <p:nvPr/>
          </p:nvPicPr>
          <p:blipFill>
            <a:blip r:embed="rId5" cstate="print"/>
            <a:srcRect/>
            <a:stretch>
              <a:fillRect/>
            </a:stretch>
          </p:blipFill>
          <p:spPr bwMode="auto">
            <a:xfrm>
              <a:off x="9408368"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5" name="Picture 7" descr="E:\2.临时任务\2012年\规划处-中石油川渝石油石化规划\PPT\fuza.jpg"/>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02017"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0666" name="Freeform 1" descr="밝은 수평선"/>
            <p:cNvSpPr/>
            <p:nvPr/>
          </p:nvSpPr>
          <p:spPr bwMode="auto">
            <a:xfrm flipV="1">
              <a:off x="1497012" y="3068638"/>
              <a:ext cx="9170988" cy="715962"/>
            </a:xfrm>
            <a:custGeom>
              <a:avLst/>
              <a:gdLst>
                <a:gd name="T0" fmla="*/ 0 w 5778"/>
                <a:gd name="T1" fmla="*/ 2147483647 h 816"/>
                <a:gd name="T2" fmla="*/ 2147483647 w 5778"/>
                <a:gd name="T3" fmla="*/ 2147483647 h 816"/>
                <a:gd name="T4" fmla="*/ 2147483647 w 5778"/>
                <a:gd name="T5" fmla="*/ 2147483647 h 816"/>
                <a:gd name="T6" fmla="*/ 2147483647 w 5778"/>
                <a:gd name="T7" fmla="*/ 2147483647 h 816"/>
                <a:gd name="T8" fmla="*/ 2147483647 w 5778"/>
                <a:gd name="T9" fmla="*/ 2147483647 h 816"/>
                <a:gd name="T10" fmla="*/ 2147483647 w 5778"/>
                <a:gd name="T11" fmla="*/ 2147483647 h 816"/>
                <a:gd name="T12" fmla="*/ 2147483647 w 5778"/>
                <a:gd name="T13" fmla="*/ 0 h 816"/>
                <a:gd name="T14" fmla="*/ 2147483647 w 5778"/>
                <a:gd name="T15" fmla="*/ 0 h 816"/>
                <a:gd name="T16" fmla="*/ 0 w 5778"/>
                <a:gd name="T17" fmla="*/ 2147483647 h 8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78"/>
                <a:gd name="T28" fmla="*/ 0 h 816"/>
                <a:gd name="T29" fmla="*/ 5778 w 5778"/>
                <a:gd name="T30" fmla="*/ 816 h 8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78" h="816">
                  <a:moveTo>
                    <a:pt x="0" y="666"/>
                  </a:moveTo>
                  <a:lnTo>
                    <a:pt x="1632" y="666"/>
                  </a:lnTo>
                  <a:lnTo>
                    <a:pt x="1632" y="816"/>
                  </a:lnTo>
                  <a:lnTo>
                    <a:pt x="5202" y="816"/>
                  </a:lnTo>
                  <a:lnTo>
                    <a:pt x="5202" y="594"/>
                  </a:lnTo>
                  <a:lnTo>
                    <a:pt x="5778" y="594"/>
                  </a:lnTo>
                  <a:lnTo>
                    <a:pt x="5778" y="0"/>
                  </a:lnTo>
                  <a:lnTo>
                    <a:pt x="6" y="0"/>
                  </a:lnTo>
                  <a:lnTo>
                    <a:pt x="0" y="666"/>
                  </a:lnTo>
                  <a:close/>
                </a:path>
              </a:pathLst>
            </a:custGeom>
            <a:pattFill prst="ltHorz">
              <a:fgClr>
                <a:schemeClr val="tx1">
                  <a:alpha val="34901"/>
                </a:schemeClr>
              </a:fgClr>
              <a:bgClr>
                <a:schemeClr val="bg1">
                  <a:alpha val="34901"/>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方正楷体简体" pitchFamily="2" charset="-122"/>
                <a:ea typeface="宋体" panose="02010600030101010101" pitchFamily="2" charset="-122"/>
                <a:cs typeface="+mn-cs"/>
              </a:endParaRPr>
            </a:p>
          </p:txBody>
        </p:sp>
        <p:pic>
          <p:nvPicPr>
            <p:cNvPr id="31" name="Picture 17" descr="logo"/>
            <p:cNvPicPr>
              <a:picLocks noChangeAspect="1" noChangeArrowheads="1"/>
            </p:cNvPicPr>
            <p:nvPr/>
          </p:nvPicPr>
          <p:blipFill>
            <a:blip r:embed="rId7"/>
            <a:srcRect/>
            <a:stretch>
              <a:fillRect/>
            </a:stretch>
          </p:blipFill>
          <p:spPr bwMode="auto">
            <a:xfrm>
              <a:off x="3071814" y="2225676"/>
              <a:ext cx="1806575" cy="1058863"/>
            </a:xfrm>
            <a:prstGeom prst="rect">
              <a:avLst/>
            </a:prstGeom>
            <a:noFill/>
            <a:ln>
              <a:noFill/>
            </a:ln>
            <a:effectLst>
              <a:outerShdw blurRad="50800" dist="38100" dir="2700000" algn="tl" rotWithShape="0">
                <a:prstClr val="black">
                  <a:alpha val="40000"/>
                </a:prstClr>
              </a:outerShdw>
            </a:effectLst>
          </p:spPr>
        </p:pic>
        <p:pic>
          <p:nvPicPr>
            <p:cNvPr id="70668" name="Picture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7064" y="1786592"/>
              <a:ext cx="4032250" cy="159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mc:Choice xmlns:p14="http://schemas.microsoft.com/office/powerpoint/2010/main" Requires="p14">
      <p:transition spd="slow" p14:dur="2000" advTm="2342"/>
    </mc:Choice>
    <mc:Fallback>
      <p:transition spd="slow" advTm="2342"/>
    </mc:Fallback>
  </mc:AlternateContent>
</p:sld>
</file>

<file path=ppt/tags/tag1.xml><?xml version="1.0" encoding="utf-8"?>
<p:tagLst xmlns:p="http://schemas.openxmlformats.org/presentationml/2006/main">
  <p:tag name="KSO_WM_UNIT_TABLE_BEAUTIFY" val="smartTable{1cdb69bf-7dfa-41ad-9c96-71cc62df58e9}"/>
  <p:tag name="TABLE_ENDDRAG_ORIGIN_RECT" val="554*260"/>
  <p:tag name="TABLE_ENDDRAG_RECT" val="45*259*554*260"/>
</p:tagLst>
</file>

<file path=ppt/tags/tag2.xml><?xml version="1.0" encoding="utf-8"?>
<p:tagLst xmlns:p="http://schemas.openxmlformats.org/presentationml/2006/main">
  <p:tag name="KSO_WM_UNIT_TABLE_BEAUTIFY" val="smartTable{1cdb69bf-7dfa-41ad-9c96-71cc62df58e9}"/>
  <p:tag name="TABLE_ENDDRAG_ORIGIN_RECT" val="554*260"/>
  <p:tag name="TABLE_ENDDRAG_RECT" val="45*259*554*260"/>
</p:tagLst>
</file>

<file path=ppt/tags/tag3.xml><?xml version="1.0" encoding="utf-8"?>
<p:tagLst xmlns:p="http://schemas.openxmlformats.org/presentationml/2006/main">
  <p:tag name="KSO_WM_UNIT_TABLE_BEAUTIFY" val="smartTable{2c180fd1-a86b-4d28-b2fb-cd55fe867253}"/>
  <p:tag name="TABLE_ENDDRAG_ORIGIN_RECT" val="554*260"/>
  <p:tag name="TABLE_ENDDRAG_RECT" val="45*259*554*260"/>
</p:tagLst>
</file>

<file path=ppt/tags/tag4.xml><?xml version="1.0" encoding="utf-8"?>
<p:tagLst xmlns:p="http://schemas.openxmlformats.org/presentationml/2006/main">
  <p:tag name="TABLE_ENDDRAG_ORIGIN_RECT" val="590*279"/>
  <p:tag name="TABLE_ENDDRAG_RECT" val="28*233*590*279"/>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DIAGRAM_VIRTUALLY_FRAME" val="{&quot;height&quot;:61.326220472440944,&quot;left&quot;:169.0067716535433,&quot;top&quot;:437.24566929133863,&quot;width&quot;:831.4481102362204}"/>
</p:tagLst>
</file>

<file path=ppt/tags/tag11.xml><?xml version="1.0" encoding="utf-8"?>
<p:tagLst xmlns:p="http://schemas.openxmlformats.org/presentationml/2006/main">
  <p:tag name="KSO_WM_DIAGRAM_VIRTUALLY_FRAME" val="{&quot;height&quot;:61.326220472440944,&quot;left&quot;:169.0067716535433,&quot;top&quot;:437.24566929133863,&quot;width&quot;:831.4481102362204}"/>
</p:tagLst>
</file>

<file path=ppt/tags/tag12.xml><?xml version="1.0" encoding="utf-8"?>
<p:tagLst xmlns:p="http://schemas.openxmlformats.org/presentationml/2006/main">
  <p:tag name="KSO_WM_BEAUTIFY_FLAG" val=""/>
  <p:tag name="KSO_WM_DIAGRAM_VIRTUALLY_FRAME" val="{&quot;height&quot;:61.326220472440944,&quot;left&quot;:169.0067716535433,&quot;top&quot;:437.24566929133863,&quot;width&quot;:831.4481102362204}"/>
</p:tagLst>
</file>

<file path=ppt/tags/tag13.xml><?xml version="1.0" encoding="utf-8"?>
<p:tagLst xmlns:p="http://schemas.openxmlformats.org/presentationml/2006/main">
  <p:tag name="KSO_WM_BEAUTIFY_FLAG" val=""/>
  <p:tag name="KSO_WM_DIAGRAM_VIRTUALLY_FRAME" val="{&quot;height&quot;:61.326220472440944,&quot;left&quot;:169.0067716535433,&quot;top&quot;:437.24566929133863,&quot;width&quot;:831.4481102362204}"/>
</p:tagLst>
</file>

<file path=ppt/tags/tag14.xml><?xml version="1.0" encoding="utf-8"?>
<p:tagLst xmlns:p="http://schemas.openxmlformats.org/presentationml/2006/main">
  <p:tag name="KSO_WM_DIAGRAM_VIRTUALLY_FRAME" val="{&quot;height&quot;:285.4,&quot;left&quot;:241.1,&quot;top&quot;:218.95,&quot;width&quot;:458}"/>
</p:tagLst>
</file>

<file path=ppt/tags/tag15.xml><?xml version="1.0" encoding="utf-8"?>
<p:tagLst xmlns:p="http://schemas.openxmlformats.org/presentationml/2006/main">
  <p:tag name="KSO_WM_DIAGRAM_VIRTUALLY_FRAME" val="{&quot;height&quot;:285.4,&quot;left&quot;:241.1,&quot;top&quot;:218.95,&quot;width&quot;:458}"/>
</p:tagLst>
</file>

<file path=ppt/tags/tag16.xml><?xml version="1.0" encoding="utf-8"?>
<p:tagLst xmlns:p="http://schemas.openxmlformats.org/presentationml/2006/main">
  <p:tag name="KSO_WM_DIAGRAM_VIRTUALLY_FRAME" val="{&quot;height&quot;:285.4,&quot;left&quot;:241.1,&quot;top&quot;:218.95,&quot;width&quot;:458}"/>
</p:tagLst>
</file>

<file path=ppt/tags/tag17.xml><?xml version="1.0" encoding="utf-8"?>
<p:tagLst xmlns:p="http://schemas.openxmlformats.org/presentationml/2006/main">
  <p:tag name="TABLE_ENDDRAG_ORIGIN_RECT" val="520*262"/>
  <p:tag name="TABLE_ENDDRAG_RECT" val="408*237*520*262"/>
</p:tagLst>
</file>

<file path=ppt/tags/tag18.xml><?xml version="1.0" encoding="utf-8"?>
<p:tagLst xmlns:p="http://schemas.openxmlformats.org/presentationml/2006/main">
  <p:tag name="KSO_WM_DIAGRAM_VIRTUALLY_FRAME" val="{&quot;height&quot;:213.84062992125982,&quot;left&quot;:32.5,&quot;top&quot;:175.72551181102364,&quot;width&quot;:542.957559055118}"/>
</p:tagLst>
</file>

<file path=ppt/tags/tag19.xml><?xml version="1.0" encoding="utf-8"?>
<p:tagLst xmlns:p="http://schemas.openxmlformats.org/presentationml/2006/main">
  <p:tag name="KSO_WM_DIAGRAM_VIRTUALLY_FRAME" val="{&quot;height&quot;:213.84062992125982,&quot;left&quot;:32.5,&quot;top&quot;:175.72551181102364,&quot;width&quot;:542.957559055118}"/>
</p:tagLst>
</file>

<file path=ppt/tags/tag20.xml><?xml version="1.0" encoding="utf-8"?>
<p:tagLst xmlns:p="http://schemas.openxmlformats.org/presentationml/2006/main">
  <p:tag name="KSO_WM_DIAGRAM_VIRTUALLY_FRAME" val="{&quot;height&quot;:213.84062992125982,&quot;left&quot;:32.5,&quot;top&quot;:175.72551181102364,&quot;width&quot;:542.957559055118}"/>
</p:tagLst>
</file>

<file path=ppt/tags/tag21.xml><?xml version="1.0" encoding="utf-8"?>
<p:tagLst xmlns:p="http://schemas.openxmlformats.org/presentationml/2006/main">
  <p:tag name="KSO_WM_DIAGRAM_VIRTUALLY_FRAME" val="{&quot;height&quot;:213.84062992125982,&quot;left&quot;:32.5,&quot;top&quot;:175.72551181102364,&quot;width&quot;:542.957559055118}"/>
</p:tagLst>
</file>

<file path=ppt/tags/tag22.xml><?xml version="1.0" encoding="utf-8"?>
<p:tagLst xmlns:p="http://schemas.openxmlformats.org/presentationml/2006/main">
  <p:tag name="KSO_WM_DIAGRAM_VIRTUALLY_FRAME" val="{&quot;height&quot;:213.84062992125982,&quot;left&quot;:32.5,&quot;top&quot;:175.72551181102364,&quot;width&quot;:542.957559055118}"/>
</p:tagLst>
</file>

<file path=ppt/tags/tag23.xml><?xml version="1.0" encoding="utf-8"?>
<p:tagLst xmlns:p="http://schemas.openxmlformats.org/presentationml/2006/main">
  <p:tag name="KSO_WM_DIAGRAM_VIRTUALLY_FRAME" val="{&quot;height&quot;:213.84062992125982,&quot;left&quot;:32.5,&quot;top&quot;:175.72551181102364,&quot;width&quot;:542.957559055118}"/>
</p:tagLst>
</file>

<file path=ppt/tags/tag24.xml><?xml version="1.0" encoding="utf-8"?>
<p:tagLst xmlns:p="http://schemas.openxmlformats.org/presentationml/2006/main">
  <p:tag name="KSO_WM_DIAGRAM_VIRTUALLY_FRAME" val="{&quot;height&quot;:213.84062992125982,&quot;left&quot;:32.5,&quot;top&quot;:175.72551181102364,&quot;width&quot;:542.957559055118}"/>
</p:tagLst>
</file>

<file path=ppt/tags/tag25.xml><?xml version="1.0" encoding="utf-8"?>
<p:tagLst xmlns:p="http://schemas.openxmlformats.org/presentationml/2006/main">
  <p:tag name="TABLE_ENDDRAG_ORIGIN_RECT" val="460*241"/>
  <p:tag name="TABLE_ENDDRAG_RECT" val="22*261*460*241"/>
</p:tagLst>
</file>

<file path=ppt/tags/tag26.xml><?xml version="1.0" encoding="utf-8"?>
<p:tagLst xmlns:p="http://schemas.openxmlformats.org/presentationml/2006/main">
  <p:tag name="TABLE_ENDDRAG_ORIGIN_RECT" val="420*277"/>
  <p:tag name="TABLE_ENDDRAG_RECT" val="38*225*420*277"/>
</p:tagLst>
</file>

<file path=ppt/tags/tag27.xml><?xml version="1.0" encoding="utf-8"?>
<p:tagLst xmlns:p="http://schemas.openxmlformats.org/presentationml/2006/main">
  <p:tag name="TABLE_ENDDRAG_ORIGIN_RECT" val="474*293"/>
  <p:tag name="TABLE_ENDDRAG_RECT" val="453*178*474*293"/>
</p:tagLst>
</file>

<file path=ppt/tags/tag28.xml><?xml version="1.0" encoding="utf-8"?>
<p:tagLst xmlns:p="http://schemas.openxmlformats.org/presentationml/2006/main">
  <p:tag name="TABLE_ENDDRAG_ORIGIN_RECT" val="464*260"/>
  <p:tag name="TABLE_ENDDRAG_RECT" val="458*216*464*260"/>
</p:tagLst>
</file>

<file path=ppt/tags/tag29.xml><?xml version="1.0" encoding="utf-8"?>
<p:tagLst xmlns:p="http://schemas.openxmlformats.org/presentationml/2006/main">
  <p:tag name="TABLE_ENDDRAG_ORIGIN_RECT" val="465*283"/>
  <p:tag name="TABLE_ENDDRAG_RECT" val="480*219*465*283"/>
</p:tagLst>
</file>

<file path=ppt/theme/theme1.xml><?xml version="1.0" encoding="utf-8"?>
<a:theme xmlns:a="http://schemas.openxmlformats.org/drawingml/2006/main" name="6_Blends">
  <a:themeElements>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5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spPr>
      <a:bodyPr rot="0" spcFirstLastPara="0" vertOverflow="overflow" horzOverflow="overflow" vert="horz" wrap="square" lIns="91440" tIns="45720" rIns="91440" bIns="45720" numCol="1" spcCol="0" rtlCol="0" fromWordArt="0" anchor="ctr" anchorCtr="0" forceAA="0" compatLnSpc="1">
        <a:noAutofit/>
      </a:bodyPr>
      <a:lstStyle>
        <a:defPPr algn="ctr">
          <a:lnSpc>
            <a:spcPct val="180000"/>
          </a:lnSpc>
          <a:spcBef>
            <a:spcPct val="20000"/>
          </a:spcBef>
          <a:buClr>
            <a:srgbClr val="FF0000"/>
          </a:buClr>
          <a:buSzPct val="100000"/>
          <a:defRPr dirty="0" smtClean="0">
            <a:solidFill>
              <a:schemeClr val="bg1"/>
            </a:solidFill>
            <a:latin typeface="Tahoma" panose="020B0604030504040204"/>
            <a:ea typeface="方正大黑简体" panose="03000509000000000000" pitchFamily="65"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黑体" panose="02010609060101010101" charset="-122"/>
          </a:defRPr>
        </a:defPPr>
      </a:lstStyle>
    </a:lnDef>
    <a:txDef>
      <a:spPr bwMode="auto">
        <a:noFill/>
        <a:ln>
          <a:noFill/>
        </a:ln>
      </a:spPr>
      <a:bodyPr/>
      <a:lstStyle>
        <a:defPPr marL="0" indent="0">
          <a:lnSpc>
            <a:spcPct val="150000"/>
          </a:lnSpc>
          <a:buClr>
            <a:srgbClr val="FF0000"/>
          </a:buClr>
          <a:defRPr sz="3200" dirty="0">
            <a:solidFill>
              <a:srgbClr val="0000FF"/>
            </a:solidFill>
            <a:latin typeface="方正大黑简体" panose="03000509000000000000" pitchFamily="65" charset="-122"/>
            <a:ea typeface="方正大黑简体" panose="03000509000000000000" pitchFamily="65" charset="-122"/>
          </a:defRPr>
        </a:defPPr>
      </a:lstStyle>
    </a:txDef>
  </a:objectDefaults>
  <a:extraClrSchemeLst>
    <a:extraClrScheme>
      <a:clrScheme name="5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5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5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5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5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Blends">
  <a:themeElements>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5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spPr>
      <a:bodyPr rot="0" spcFirstLastPara="0" vertOverflow="overflow" horzOverflow="overflow" vert="horz" wrap="square" lIns="91440" tIns="45720" rIns="91440" bIns="45720" numCol="1" spcCol="0" rtlCol="0" fromWordArt="0" anchor="ctr" anchorCtr="0" forceAA="0" compatLnSpc="1">
        <a:noAutofit/>
      </a:bodyPr>
      <a:lstStyle>
        <a:defPPr algn="ctr">
          <a:lnSpc>
            <a:spcPct val="180000"/>
          </a:lnSpc>
          <a:spcBef>
            <a:spcPct val="20000"/>
          </a:spcBef>
          <a:buClr>
            <a:srgbClr val="FF0000"/>
          </a:buClr>
          <a:buSzPct val="100000"/>
          <a:defRPr dirty="0" smtClean="0">
            <a:solidFill>
              <a:schemeClr val="bg1"/>
            </a:solidFill>
            <a:latin typeface="Tahoma" panose="020B0604030504040204"/>
            <a:ea typeface="方正大黑简体" panose="03000509000000000000" pitchFamily="65"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黑体" panose="02010609060101010101" charset="-122"/>
          </a:defRPr>
        </a:defPPr>
      </a:lstStyle>
    </a:lnDef>
    <a:txDef>
      <a:spPr bwMode="auto">
        <a:noFill/>
        <a:ln>
          <a:noFill/>
        </a:ln>
      </a:spPr>
      <a:bodyPr/>
      <a:lstStyle>
        <a:defPPr marL="0" indent="0">
          <a:lnSpc>
            <a:spcPct val="150000"/>
          </a:lnSpc>
          <a:buClr>
            <a:srgbClr val="FF0000"/>
          </a:buClr>
          <a:defRPr sz="3200" dirty="0">
            <a:solidFill>
              <a:srgbClr val="0000FF"/>
            </a:solidFill>
            <a:latin typeface="方正大黑简体" panose="03000509000000000000" pitchFamily="65" charset="-122"/>
            <a:ea typeface="方正大黑简体" panose="03000509000000000000" pitchFamily="65" charset="-122"/>
          </a:defRPr>
        </a:defPPr>
      </a:lstStyle>
    </a:txDef>
  </a:objectDefaults>
  <a:extraClrSchemeLst>
    <a:extraClrScheme>
      <a:clrScheme name="5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5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5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5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5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20655</Words>
  <Application>WPS 演示</Application>
  <PresentationFormat>宽屏</PresentationFormat>
  <Paragraphs>2711</Paragraphs>
  <Slides>84</Slides>
  <Notes>35</Notes>
  <HiddenSlides>0</HiddenSlides>
  <MMClips>0</MMClips>
  <ScaleCrop>false</ScaleCrop>
  <HeadingPairs>
    <vt:vector size="8" baseType="variant">
      <vt:variant>
        <vt:lpstr>已用的字体</vt:lpstr>
      </vt:variant>
      <vt:variant>
        <vt:i4>21</vt:i4>
      </vt:variant>
      <vt:variant>
        <vt:lpstr>主题</vt:lpstr>
      </vt:variant>
      <vt:variant>
        <vt:i4>2</vt:i4>
      </vt:variant>
      <vt:variant>
        <vt:lpstr>嵌入 OLE 服务器</vt:lpstr>
      </vt:variant>
      <vt:variant>
        <vt:i4>2</vt:i4>
      </vt:variant>
      <vt:variant>
        <vt:lpstr>幻灯片标题</vt:lpstr>
      </vt:variant>
      <vt:variant>
        <vt:i4>84</vt:i4>
      </vt:variant>
    </vt:vector>
  </HeadingPairs>
  <TitlesOfParts>
    <vt:vector size="109" baseType="lpstr">
      <vt:lpstr>Arial</vt:lpstr>
      <vt:lpstr>宋体</vt:lpstr>
      <vt:lpstr>Wingdings</vt:lpstr>
      <vt:lpstr>Tahoma</vt:lpstr>
      <vt:lpstr>方正大黑简体</vt:lpstr>
      <vt:lpstr>黑体</vt:lpstr>
      <vt:lpstr>Arial</vt:lpstr>
      <vt:lpstr>Tahoma</vt:lpstr>
      <vt:lpstr>等线</vt:lpstr>
      <vt:lpstr>楷体</vt:lpstr>
      <vt:lpstr>微软雅黑</vt:lpstr>
      <vt:lpstr>Times New Roman</vt:lpstr>
      <vt:lpstr>方正粗宋简体</vt:lpstr>
      <vt:lpstr>Arial Unicode MS</vt:lpstr>
      <vt:lpstr>Calibri</vt:lpstr>
      <vt:lpstr>Wingdings</vt:lpstr>
      <vt:lpstr>楷体_GB2312</vt:lpstr>
      <vt:lpstr>方正粗黑宋简体</vt:lpstr>
      <vt:lpstr>方正楷体简体</vt:lpstr>
      <vt:lpstr>Calibri</vt:lpstr>
      <vt:lpstr>新宋体</vt:lpstr>
      <vt:lpstr>6_Blends</vt:lpstr>
      <vt:lpstr>7_Blends</vt:lpstr>
      <vt:lpstr>Equation.DSMT4</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 浩勇</dc:creator>
  <cp:lastModifiedBy>Tan Wenlu</cp:lastModifiedBy>
  <cp:revision>3061</cp:revision>
  <dcterms:created xsi:type="dcterms:W3CDTF">2021-06-29T01:23:00Z</dcterms:created>
  <dcterms:modified xsi:type="dcterms:W3CDTF">2025-12-11T05:17:21Z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98E56BF2985A4DAC922246EC14E9396B_12</vt:lpwstr>
  </property>
</Properties>
</file>